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258" r:id="rId3"/>
    <p:sldId id="312" r:id="rId4"/>
    <p:sldId id="313" r:id="rId5"/>
    <p:sldId id="314" r:id="rId6"/>
    <p:sldId id="315" r:id="rId7"/>
    <p:sldId id="316" r:id="rId8"/>
    <p:sldId id="317" r:id="rId9"/>
    <p:sldId id="318" r:id="rId1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ns SemiBold" panose="020B0706030804020204" pitchFamily="34" charset="0"/>
      <p:regular r:id="rId17"/>
      <p:bold r:id="rId18"/>
      <p:italic r:id="rId19"/>
      <p:boldItalic r:id="rId20"/>
    </p:embeddedFont>
    <p:embeddedFont>
      <p:font typeface="Oswald" panose="00000500000000000000" pitchFamily="2" charset="0"/>
      <p:regular r:id="rId21"/>
      <p:bold r:id="rId22"/>
    </p:embeddedFont>
    <p:embeddedFont>
      <p:font typeface="Oswald Medium" panose="00000600000000000000" pitchFamily="2" charset="0"/>
      <p:regular r:id="rId23"/>
      <p:bold r:id="rId24"/>
    </p:embeddedFont>
    <p:embeddedFont>
      <p:font typeface="Roboto Condensed Light" panose="02000000000000000000" pitchFamily="2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50EAC2-46DF-4FE3-A99B-35004A3DB63D}">
  <a:tblStyle styleId="{A350EAC2-46DF-4FE3-A99B-35004A3DB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8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156 505 24575,'15'-142'0,"-14"131"0,0 0 0,1 0 0,0 0 0,1 1 0,4-12 0,6-29 0,17-76 0,-20 101 0,5-16 0,-14 40 0,-1 1 0,0-1 0,1 1 0,-1-1 0,0 1 0,0-1 0,0 0 0,0 1 0,0-1 0,0 1 0,-1-1 0,1 1 0,0-1 0,-1 1 0,1-1 0,-1 1 0,0-1 0,1 1 0,-1 0 0,0-1 0,-2-1 0,2 2 0,0 0 0,0 1 0,0-1 0,0 1 0,0-1 0,-1 1 0,1 0 0,0-1 0,0 1 0,0 0 0,-1 0 0,1 0 0,0 0 0,0 0 0,-1 0 0,1 0 0,0 0 0,0 1 0,0-1 0,0 0 0,-1 1 0,1-1 0,0 1 0,0-1 0,0 1 0,-2 1 0,-32 22 0,25-17 0,-6 2 0,0 0 0,0-2 0,-31 10 0,-8 4 0,45-17-1365,1-1-5461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3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24575,'42'-13'0,"-27"9"0,0 1 0,1 0 0,-1 1 0,1 1 0,30 2 0,-42-1 0,-1 1 0,1-1 0,-1 1 0,1 0 0,-1 0 0,0 0 0,1 1 0,-1-1 0,0 1 0,0 0 0,0 0 0,0 0 0,0 0 0,-1 0 0,1 1 0,-1-1 0,1 1 0,-1 0 0,0 0 0,0-1 0,0 2 0,0-1 0,0 0 0,-1 0 0,0 0 0,0 1 0,1-1 0,-2 1 0,1-1 0,0 1 0,-1-1 0,1 6 0,-1 0 0,0 0 0,-1 0 0,1 0 0,-2 0 0,1 0 0,-1 0 0,-4 12 0,-29 60 0,9-24 0,22-47 0,-1 0 0,0 0 0,-1-1 0,1 0 0,-2 0 0,-8 9 0,12-14 0,-1 0 0,0 0 0,0-1 0,0 1 0,0-1 0,-1 0 0,1-1 0,-1 1 0,0-1 0,0 1 0,0-1 0,0-1 0,0 1 0,-5 0 0,47-4 0,0 1 0,38 3 0,-67-1-227,0 1-1,0-1 1,-1 1-1,1 1 1,9 3-1,-9-2-6598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4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24575,'60'-1'0,"64"3"0,-121-2 0,0 1 0,0-1 0,-1 1 0,1 0 0,0 0 0,-1 0 0,1 0 0,-1 1 0,0-1 0,1 1 0,-1-1 0,0 1 0,0 0 0,0 0 0,0 0 0,0 0 0,0 0 0,0 1 0,-1-1 0,1 0 0,-1 1 0,0-1 0,0 1 0,0 0 0,0-1 0,0 1 0,0 0 0,-1-1 0,1 1 0,-1 3 0,2 9 0,-1 0 0,-1 0 0,0-1 0,-3 20 0,3-29 0,-1-1 0,0 1 0,0-1 0,0 0 0,-1 1 0,1-1 0,-1 0 0,0 0 0,0 0 0,-1 0 0,1-1 0,-1 1 0,0-1 0,-5 6 0,2-4 0,0 0 0,0-1 0,-1 1 0,0-2 0,1 1 0,-1-1 0,-12 4 0,18-7 0,1 1 0,-1-1 0,1 0 0,-1 0 0,0 0 0,1 0 0,-1 0 0,1 1 0,-1-1 0,1 0 0,-1 0 0,1 1 0,-1-1 0,1 0 0,-1 1 0,1-1 0,-1 0 0,1 1 0,0-1 0,-1 1 0,1-1 0,0 1 0,-1 0 0,11 5 0,-7-5 0,-1 0 0,0 0 0,1 0 0,-1 1 0,0-1 0,0 0 0,0 1 0,4 3 0,-1 3 0,0 0 0,-1 0 0,0 1 0,0 0 0,-1 0 0,0 0 0,0 0 0,-1 0 0,-1 0 0,1 1 0,-1-1 0,-1 1 0,0-1 0,0 1 0,-1-1 0,0 1 0,-1-1 0,0 0 0,0 1 0,-4 8 0,3-13-65,1-1 0,-1 0 0,0 0 0,0 0 0,-1 0 0,1 0 0,-1 0 0,0-1 0,0 0 0,0 0 0,0 0 0,-1 0 0,1-1 0,-1 1 0,0-1 0,0 0 0,1-1 0,-1 1 0,0-1 0,-8 1 0,2 0-6761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6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24575,'-2'107'0,"5"111"0,-3-215 0,0 0 0,0-1 0,1 1 0,-1 0 0,1-1 0,0 1 0,0-1 0,0 1 0,0-1 0,1 1 0,-1-1 0,0 0 0,1 0 0,0 1 0,-1-1 0,1 0 0,0-1 0,0 1 0,0 0 0,1 0 0,-1-1 0,0 1 0,1-1 0,2 2 0,-1-2 0,-1 0 0,1 0 0,-1-1 0,1 1 0,0-1 0,-1 0 0,1 1 0,0-2 0,-1 1 0,1 0 0,0-1 0,-1 0 0,1 1 0,-1-1 0,1-1 0,-1 1 0,0 0 0,4-3 0,2-2 0,0-1 0,-1 0 0,0 0 0,-1-1 0,1 0 0,-2-1 0,1 1 0,-1-1 0,0 0 0,7-17 0,-5 11 0,1 0 0,0 1 0,14-15 0,-15 20 0,16-16 0,-24 25 0,0 0 0,1 0 0,-1-1 0,1 1 0,-1 0 0,0 0 0,1 0 0,-1 0 0,0 0 0,1 0 0,-1 0 0,1 0 0,-1 0 0,0 0 0,1 0 0,-1 0 0,1 0 0,-1 0 0,0 0 0,1 0 0,-1 0 0,1 0 0,-1 0 0,0 1 0,1-1 0,0 0 0,6 18 0,-6-4 0,-1-1 0,0 0 0,0 1 0,-2-1 0,-3 19 0,1-13 0,-1 36 0,5-21 0,-1 1 0,-8 40 0,-5 76-1365,12-138-5461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7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24575,'0'-3'0,"0"-2"0,0-4 0,0-2 0,0-1 0,0-2 0,0-1 0,0 0 0,0 1 0,0-1 0,0 1 0,0-1 0,0 1 0,0 0 0,0 0 0,0 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24575,'255'0'-1365,"-243"0"-5461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8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24575,'-1'0'0,"1"1"0,-1-1 0,1 0 0,-1 0 0,0 1 0,1-1 0,-1 0 0,1 1 0,-1-1 0,1 1 0,-1-1 0,1 1 0,-1-1 0,1 1 0,0-1 0,-1 1 0,1-1 0,0 1 0,-1 0 0,1-1 0,0 1 0,0-1 0,-1 1 0,1 0 0,0-1 0,0 2 0,-5 24 0,4-14 0,-4 9 0,1 1 0,1-1 0,2 0 0,0 1 0,1 0 0,3 24 0,-3-45 0,0 1 0,1 0 0,-1 0 0,1 0 0,-1 0 0,1-1 0,0 1 0,0 0 0,-1-1 0,1 1 0,1 0 0,-1-1 0,0 1 0,0-1 0,0 1 0,1-1 0,-1 0 0,1 0 0,-1 0 0,1 0 0,-1 0 0,1 0 0,0 0 0,0 0 0,2 1 0,5 0 0,0 0 0,0 0 0,1 0 0,10-1 0,10 3 0,-24-3 0,-1 0 0,0 0 0,1 1 0,-1-1 0,0 1 0,0 1 0,0-1 0,0 1 0,-1 0 0,1 0 0,-1 0 0,0 0 0,1 1 0,-2 0 0,1 0 0,0 0 0,-1 0 0,0 1 0,0-1 0,0 1 0,0 0 0,-1-1 0,0 2 0,0-1 0,0 0 0,0 0 0,-1 0 0,0 1 0,0-1 0,-1 1 0,1-1 0,-1 7 0,0-6 0,0 1 0,0-1 0,0 1 0,-1-1 0,0 1 0,-2 11 0,2-16 0,0 0 0,0 0 0,0-1 0,0 1 0,0 0 0,0-1 0,-1 1 0,1-1 0,0 1 0,-1-1 0,1 1 0,-1-1 0,0 0 0,1 0 0,-1 0 0,0 0 0,0 0 0,1 0 0,-1 0 0,0-1 0,0 1 0,0-1 0,-2 1 0,0 0-67,-13 3-366,-1-1 1,-29 2-1,35-5-6393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9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1 576 24575,'0'-12'0,"-1"-4"0,1 1 0,1-1 0,1 1 0,5-23 0,-6 34 0,0 0 0,1 0 0,-1 0 0,1 0 0,0 0 0,0 0 0,1 0 0,-1 1 0,1-1 0,0 1 0,0 0 0,0 0 0,0 0 0,1 0 0,-1 0 0,1 1 0,0-1 0,-1 1 0,1 0 0,7-2 0,-2 0 0,8-3 0,1 0 0,-1 1 0,1 1 0,1 0 0,-1 1 0,1 2 0,-1-1 0,24 2 0,-39 1 0,0 1 0,0 0 0,0 0 0,0 0 0,-1 0 0,1 1 0,0-1 0,-1 1 0,1 0 0,-1-1 0,0 1 0,1 0 0,-1 0 0,0 1 0,0-1 0,0 0 0,-1 1 0,1-1 0,0 1 0,-1 0 0,0-1 0,0 1 0,1 0 0,-2 0 0,1 0 0,0 0 0,-1 0 0,1 4 0,0-2 0,0 0 0,0 0 0,-1 0 0,0 0 0,0 0 0,0 0 0,-1 0 0,0 0 0,0 0 0,0 0 0,0 0 0,-1 0 0,0 0 0,0-1 0,0 1 0,-4 5 0,0-3 0,1-1 0,-1 0 0,-1 0 0,1-1 0,-1 1 0,0-1 0,0-1 0,-1 0 0,1 0 0,-1 0 0,0-1 0,0 0 0,0 0 0,0-1 0,-1 0 0,-15 1 0,21-3 0,0-1 0,1 0 0,-1 0 0,0 0 0,0 0 0,0-1 0,1 1 0,-1-1 0,1 1 0,-1-1 0,1 0 0,0 0 0,0 0 0,0 0 0,0-1 0,0 1 0,0 0 0,0-1 0,1 0 0,-1 1 0,-1-6 0,0 1 0,-1 0 0,2-1 0,-1 1 0,1-1 0,0 0 0,1 0 0,-1-8 0,2-59 0,2 52 0,-2-1 0,-1 0 0,-1 1 0,-5-26 0,5 43 0,1 1 0,0-1 0,0 1 0,1-1 0,-1 0 0,1 1 0,1-1 0,-1 0 0,2-6 0,-1 9 0,0-1 0,1 0 0,0 0 0,0 1 0,0-1 0,0 1 0,0-1 0,1 1 0,-1 0 0,1 0 0,0 0 0,0 0 0,4-2 0,6-4 0,0 1 0,1 0 0,0 1 0,0 0 0,25-6 0,3-3 0,-13 4 0,0 1 0,1 2 0,0 1 0,46-7 0,-42 7-1365,-24 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29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1 403 24575,'0'-20'0,"-1"-4"0,1 0 0,2 0 0,0 0 0,1 0 0,10-34 0,-2 4 0,-10 43 0,1 0 0,0 1 0,1-1 0,6-15 0,1-8 92,4-6-1549,-9 32-5369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0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24575,'23'0'0,"-10"-1"0,-1 1 0,0 0 0,0 1 0,0 0 0,1 1 0,-1 0 0,0 1 0,19 7 0,-25-7-170,0-1-1,0-1 0,1 1 1,-1-1-1,0 0 0,1 0 1,8-1-1,-3 0-6655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81 24575,'-8'-1'0,"-1"0"0,0-1 0,1 0 0,-1 0 0,1-1 0,-15-7 0,12 5 0,0 1 0,0 0 0,-12-2 0,-87-25 0,88 25-1365,13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2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0 541 24575,'8'-1'0,"-1"0"0,1 0 0,-1-1 0,1 0 0,-1 0 0,0-1 0,0 0 0,0 0 0,0-1 0,-1 1 0,1-1 0,8-8 0,11-9 0,35-38 0,-34 32 0,-3 2 0,-1 0 0,0-2 0,-2-1 0,30-52 0,-48 74 0,-1 0 0,0 1 0,0-1 0,0 0 0,-1 0 0,1 0 0,-2 0 0,1 0 0,0 0 0,-1 0 0,0 0 0,-1 0 0,0-1 0,-1-7 0,1 10 0,0 0 0,-1-1 0,1 1 0,-1 0 0,0 0 0,0 0 0,0 0 0,-1 0 0,0 0 0,1 0 0,-1 1 0,0 0 0,-1-1 0,1 1 0,0 0 0,-1 1 0,0-1 0,0 0 0,-5-1 0,-4-2 0,1 0 0,0 0 0,0 2 0,0 0 0,-19-4 0,28 7 0,0 1 0,0-1 0,1 1 0,-1 0 0,0 0 0,0 0 0,1 0 0,-1 1 0,0-1 0,1 1 0,-1 0 0,0-1 0,1 1 0,-1 0 0,1 1 0,-1-1 0,1 0 0,0 1 0,-1-1 0,1 1 0,0 0 0,0 0 0,0 0 0,0 0 0,1 0 0,-1 0 0,-2 3 0,0 3 0,1 0 0,0 0 0,0 0 0,0 1 0,1-1 0,0 1 0,1-1 0,-1 10 0,1 2 0,1 0 0,3 27 0,-2-41 0,1 0 0,0 0 0,0-1 0,1 1 0,-1 0 0,1-1 0,1 0 0,-1 0 0,1 0 0,0 0 0,5 5 0,17 24 0,-21-26 0,0-1 0,1 0 0,0 0 0,9 7 0,-9-9 0,-1 0 0,0 1 0,0-1 0,0 1 0,-1 0 0,0 0 0,7 13 0,-8-6 0,0 0 0,-1 1 0,0-1 0,-1 0 0,-1 0 0,0 1 0,0-1 0,-3 14 0,2-25 0,1 0 0,0-1 0,-1 1 0,1-1 0,-1 1 0,0 0 0,1-1 0,-1 1 0,0-1 0,0 1 0,0-1 0,0 0 0,0 1 0,0-1 0,0 0 0,-1 0 0,1 0 0,0 0 0,-2 1 0,-1 0 0,0 1 0,0-2 0,-1 1 0,1 0 0,0-1 0,0 0 0,-7 1 0,2-1 0,-1 0 0,1-1 0,-1 0 0,0 0 0,1-1 0,-14-3 0,21 4 0,0-1 0,0 1 0,0-1 0,1 1 0,-1-1 0,0 0 0,1 0 0,-1 0 0,1 0 0,-1 0 0,1-1 0,-1 1 0,1 0 0,0-1 0,0 1 0,-1-1 0,1 1 0,0-1 0,0 1 0,1-1 0,-2-2 0,1 0 0,0 1 0,0-1 0,1 0 0,-1 1 0,1-1 0,0 0 0,0 1 0,1-1 0,-1 0 0,2-5 0,0 1 0,1-1 0,-1 1 0,2-1 0,-1 1 0,1 0 0,1 0 0,-1 1 0,9-12 0,6-6-1365,-14 18-5461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45 202 24575,'-2'0'0,"1"0"0,-1 0 0,1-1 0,-1 1 0,1 0 0,0-1 0,-1 1 0,1-1 0,-1 1 0,1-1 0,0 1 0,-1-1 0,1 0 0,0 0 0,0 0 0,0 0 0,0 0 0,0 0 0,0 0 0,-2-2 0,1-1 0,0 1 0,0 0 0,1-1 0,-1 1 0,1-1 0,0 0 0,0 1 0,0-5 0,-1-5 0,1 0 0,1 0 0,2-24 0,-1 33 0,0 1 0,0-1 0,0 1 0,0 0 0,0-1 0,1 1 0,-1 0 0,1 0 0,0 0 0,0 0 0,0 0 0,0 1 0,1-1 0,-1 1 0,1-1 0,-1 1 0,1 0 0,0 0 0,0 0 0,0 0 0,0 0 0,0 1 0,1 0 0,-1-1 0,0 1 0,6-1 0,0 0 0,0 0 0,0 1 0,0 0 0,0 1 0,0 0 0,0 0 0,0 1 0,0 0 0,12 3 0,-19-4 0,0 1 0,0 0 0,-1 0 0,1-1 0,0 1 0,0 1 0,-1-1 0,1 0 0,-1 0 0,1 1 0,-1-1 0,0 0 0,1 1 0,-1 0 0,0-1 0,0 1 0,0 0 0,0-1 0,1 4 0,10 41 0,-4-15 0,-7-28 0,-1-1 0,1 1 0,-1-1 0,1 0 0,-1 1 0,0 0 0,0-1 0,0 1 0,0-1 0,-1 1 0,1-1 0,0 1 0,-1-1 0,0 0 0,0 1 0,0-1 0,0 0 0,0 1 0,0-1 0,0 0 0,-1 0 0,1 0 0,-1 0 0,0 0 0,-3 3 0,0-1 0,-1 1 0,0-1 0,0 0 0,0 0 0,-1-1 0,1 0 0,-1 0 0,-8 2 0,9-3-114,-1-1 1,1 0-1,-1 0 0,1 0 0,-1-1 1,1 0-1,-1 0 0,1 0 0,-1-1 1,1 0-1,-10-3 0,6 1-6712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4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0 24575,'2'1'0,"-1"0"0,1-1 0,0 1 0,-1 0 0,1 0 0,-1 0 0,1 0 0,-1 0 0,0 0 0,1 1 0,-1-1 0,0 0 0,0 1 0,0-1 0,0 1 0,0-1 0,0 1 0,0-1 0,-1 1 0,1 0 0,0 3 0,12 37 0,-11-29 0,-1 0 0,0 0 0,-1 0 0,0 0 0,-1-1 0,0 1 0,-4 14 0,3-20 0,0 0 0,0 0 0,0-1 0,-1 1 0,0-1 0,0 0 0,-1 0 0,0 0 0,0 0 0,0-1 0,-1 1 0,0-1 0,0 0 0,-9 7 0,3-6 0,1-1 0,-1 0 0,0-1 0,0 0 0,-18 3 0,-13 6 0,20-7-1365,11-4-5461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6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221 379 24575,'-13'-42'0,"11"3"0,2-40 0,1 48 0,-1 0 0,-8-58 0,5 72 0,3 13 0,-1-1 0,1 1 0,-1-1 0,0 1 0,-1 0 0,1 0 0,-4-7 0,4 10 0,1 0 0,-1 0 0,0 1 0,0-1 0,0 0 0,0 1 0,0-1 0,0 0 0,0 1 0,0-1 0,0 1 0,0-1 0,0 1 0,0 0 0,0 0 0,0-1 0,-1 1 0,1 0 0,0 0 0,0 0 0,0 0 0,0 0 0,-1 0 0,1 1 0,0-1 0,0 0 0,0 1 0,0-1 0,0 0 0,0 1 0,0-1 0,0 1 0,0 0 0,-2 1 0,-10 5 0,1 1 0,0 0 0,1 1 0,0 0 0,0 1 0,1 0 0,-16 19 0,5-4 0,7-10-1365,9-8-5461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24575,'-1'-59'0,"3"-65"0,-2 119 0,0 0 0,1 1 0,0-1 0,0 1 0,0 0 0,0-1 0,1 1 0,0 0 0,2-5 0,-2 7 0,-1 0 0,1 0 0,0 0 0,-1 1 0,1-1 0,0 0 0,0 1 0,0 0 0,0-1 0,1 1 0,-1 0 0,0 0 0,0 0 0,1 0 0,-1 1 0,0-1 0,5 0 0,14-3 0,-16 3 0,1 0 0,0-1 0,0 2 0,0-1 0,1 1 0,-1 0 0,7 1 0,-11 0 0,0-1 0,0 1 0,0 0 0,0 0 0,0 0 0,0 0 0,0 0 0,-1 1 0,1-1 0,-1 1 0,1-1 0,-1 1 0,1-1 0,-1 1 0,0 0 0,0-1 0,1 1 0,-1 0 0,-1 0 0,1 0 0,0 0 0,0 0 0,-1 0 0,1 0 0,-1 3 0,4 9 0,1 7 0,-1 0 0,3 27 0,-7-42 0,0 0 0,0 0 0,0 0 0,-1 0 0,0 0 0,0 0 0,0 0 0,-1 0 0,0-1 0,0 1 0,0 0 0,-1-1 0,-3 6 0,4-9 8,0 1 0,0-1 0,0 0 0,-1 0 0,1 0 0,-1 0 0,1 0 0,-1 0 0,0-1 0,1 1 0,-1-1 0,0 0 0,0 0 0,-5 1 0,0 0-379,-1-1-1,0 1 1,-16-1 0,13-2-6455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217 329 24575,'-1'0'0,"0"0"0,1-1 0,-1 1 0,0 0 0,1-1 0,-1 1 0,1-1 0,-1 1 0,0-1 0,1 1 0,-1-1 0,1 1 0,-1-1 0,1 1 0,-1-1 0,1 0 0,0 1 0,-1-1 0,1 0 0,0 1 0,0-1 0,-1 0 0,1 1 0,0-1 0,0 0 0,0 0 0,0 1 0,0-2 0,-3-27 0,2 21 0,-27-136 0,14 45 0,14 98 0,0-1 0,0 1 0,0 0 0,-1-1 0,1 1 0,0 0 0,-1-1 0,1 1 0,-1 0 0,0-1 0,1 1 0,-1 0 0,0 0 0,0 0 0,0 0 0,0 0 0,0 0 0,0 0 0,0 0 0,0 0 0,0 0 0,0 0 0,-1 1 0,1-1 0,0 1 0,0-1 0,-1 1 0,1-1 0,0 1 0,-1-1 0,1 1 0,-1 0 0,1 0 0,0 0 0,-1 0 0,1 0 0,-1 0 0,1 0 0,0 1 0,-1-1 0,-1 1 0,-2 0 0,0 0 0,1 1 0,-1 0 0,0 0 0,1 0 0,0 0 0,-1 1 0,1-1 0,0 1 0,-6 6 0,-43 38-1365,46-42-5461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39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128 270 24575,'0'-12'0,"-1"-5"0,1-1 0,1 1 0,0-1 0,2 1 0,0 0 0,9-31 0,-10 43 0,0 0 0,0 0 0,-1 0 0,0 0 0,0 0 0,-1-1 0,1 1 0,-1 0 0,0 0 0,-1 0 0,1-1 0,-1 1 0,-2-7 0,3 10 0,-1 0 0,1 1 0,-1-1 0,0 1 0,0 0 0,0-1 0,0 1 0,0 0 0,0-1 0,0 1 0,0 0 0,-1 0 0,1 0 0,0 0 0,-1 0 0,1 0 0,-3-1 0,1 2 0,0-1 0,1 0 0,-1 1 0,0 0 0,1 0 0,-1 0 0,0 0 0,1 0 0,-1 0 0,0 1 0,1-1 0,-1 1 0,0 0 0,-2 1 0,-73 33-1365,68-33-5461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4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142 351 24575,'-13'-42'0,"12"30"0,0-1 0,1 1 0,0-1 0,1 1 0,0-1 0,1 1 0,0 0 0,1 0 0,1 0 0,0 0 0,0 0 0,1 1 0,0 0 0,9-13 0,-10 15 0,0-1 0,0 1 0,-1-1 0,0 0 0,-1 0 0,0 0 0,0-15 0,-2 24 0,0 1 0,0-1 0,1 0 0,-1 0 0,0 0 0,-1 0 0,1 1 0,0-1 0,0 0 0,0 0 0,0 0 0,-1 0 0,1 1 0,0-1 0,-1 0 0,1 0 0,-1 1 0,1-1 0,-1 0 0,1 1 0,-1-1 0,1 0 0,-1 1 0,0-1 0,0 0 0,-1 0 0,1 1 0,-1 0 0,1-1 0,-1 1 0,0 0 0,1 0 0,-1 0 0,1 0 0,-1 0 0,1 0 0,-1 0 0,1 0 0,-3 1 0,-6 2 0,-1 1 0,1 0 0,-13 6 0,14-5 0,-20 8-682,-33 10-1,53-21-6143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4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17 24575,'42'-13'0,"-37"13"0,5-2 0,1 1 0,-1 1 0,0 0 0,17 2 0,-25-2 0,0 0 0,0 0 0,0 1 0,-1-1 0,1 1 0,0 0 0,0 0 0,0-1 0,0 1 0,-1 0 0,1 0 0,-1 1 0,1-1 0,-1 0 0,1 0 0,-1 1 0,1-1 0,-1 1 0,0-1 0,0 1 0,0 0 0,0 0 0,0-1 0,0 1 0,0 0 0,-1 0 0,1 0 0,-1 0 0,1 0 0,-1 2 0,2 5 0,-2 0 0,1 0 0,-1 0 0,0 0 0,-1 0 0,0 0 0,0 0 0,-1 0 0,-1 0 0,1-1 0,-1 1 0,0-1 0,-1 0 0,-7 13 0,2-8 0,0-1 0,-1 0 0,-20 21 0,24-28 0,-1 0 0,1-1 0,-1 1 0,0-1 0,0-1 0,0 1 0,-1-1 0,1 0 0,-11 1 0,24-4 0,-1-1 0,0 0 0,0 1 0,1 0 0,-1 0 0,0 1 0,1-1 0,-1 1 0,6 2 0,51 18 0,-26-7 0,-26-12-65,0 0 0,0 0-1,-1-1 1,1-1-1,19-1 1,-14 1-908,-3 0-5853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58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24575,'1'17'0,"0"-1"0,1 0 0,1 1 0,1-1 0,7 21 0,40 95 0,-37-100 0,60 161 0,-49-110 0,-21-72 0,0-1 0,-1 1 0,-1 0 0,2 13 0,-3-12 0,2 1 0,7 23 0,0-5 0,10 50 0,-4-13 0,-4-27 0,-5-20 0,8 38 0,-12-46 0,0-1 0,1 0 0,1 0 0,8 16 0,7 17 0,47 117 0,-46-116 0,-7-7 0,-9-26 0,0 0 0,12 24 0,-15-42 0,-1-1 0,1 1 0,-2-1 0,1 1 0,0-1 0,-1-8 0,0-4 0,0-1 0,2 1 0,0 0 0,1 1 0,8-25 0,4-65-1365,-12 98-5461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7:59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0 24575,'-2'0'0,"-4"0"0,-2 0 0,-3 0 0,-2 0 0,-1 0 0,-1 0 0,1 0 0,-1 0 0,0 0 0,1 0 0,0 0 0,-1 0 0,1 0 0,0 0 0,0 0 0,2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8:01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0 24575,'0'0'0,"-1"1"0,0-1 0,1 1 0,-1-1 0,0 0 0,1 1 0,-1-1 0,1 1 0,-1 0 0,1-1 0,-1 1 0,1-1 0,-1 1 0,1 0 0,-1-1 0,1 1 0,0 0 0,0 0 0,-1-1 0,1 1 0,0 1 0,-7 24 0,5-17 0,-7 15 0,-6 30 0,10-29 0,-15 42 0,1-3 0,-7 35 0,23-86 0,-1 1 0,0-1 0,-7 15 0,-9 31 0,10-21 0,-1-1 0,-17 36 0,4-12 0,14-36 0,6-18 0,1 0 0,0 1 0,1 0 0,-2 10 0,0-2 0,-1 0 0,0 0 0,-15 28 0,5-10 0,-68 172 0,72-173 0,-4 8 0,10-30 0,1-1 0,1 1 0,0 0 0,-4 22 0,-1 7 0,-18 85 0,26-125 0,0 1 0,0-1 0,-1 1 0,1-1 0,0 1 0,0-1 0,0 1 0,0-1 0,0 1 0,0-1 0,0 1 0,0-1 0,0 1 0,0-1 0,0 1 0,0-1 0,0 1 0,0-1 0,0 1 0,0-1 0,1 1 0,-1-1 0,0 1 0,0-1 0,1 1 0,-1-1 0,0 1 0,1-1 0,0 1 0,14-4 0,20-21 0,-32 22 0,13-8 0,-1 1 0,2 0 0,26-10 0,19-10 0,-19 3-1365,-35 22-5461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58:01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127 168 24575,'-4'0'0,"-1"-1"0,0 0 0,0 0 0,0 0 0,1-1 0,-1 0 0,1 0 0,-1 0 0,1 0 0,0-1 0,-1 0 0,1 0 0,1 0 0,-1 0 0,0 0 0,1-1 0,0 0 0,0 1 0,0-1 0,0 0 0,0-1 0,1 1 0,0 0 0,0-1 0,0 0 0,-1-6 0,-10-23 103,0-3-1571,11 26-5358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93d74d5f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93d74d5f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95872d657_1_2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95872d657_1_2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>
          <a:extLst>
            <a:ext uri="{FF2B5EF4-FFF2-40B4-BE49-F238E27FC236}">
              <a16:creationId xmlns:a16="http://schemas.microsoft.com/office/drawing/2014/main" id="{47E6A16B-CA8C-0556-8FF4-E3D104EED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e1da39008e_0_944:notes">
            <a:extLst>
              <a:ext uri="{FF2B5EF4-FFF2-40B4-BE49-F238E27FC236}">
                <a16:creationId xmlns:a16="http://schemas.microsoft.com/office/drawing/2014/main" id="{8FFF1FF2-C04F-7BBC-D13B-73EE3BD93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e1da39008e_0_944:notes">
            <a:extLst>
              <a:ext uri="{FF2B5EF4-FFF2-40B4-BE49-F238E27FC236}">
                <a16:creationId xmlns:a16="http://schemas.microsoft.com/office/drawing/2014/main" id="{766DFA07-B105-0BD2-9A43-CE237A7EC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8849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21F25E21-9CC9-34E7-595E-847DB4AC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e1da39008e_0_916:notes">
            <a:extLst>
              <a:ext uri="{FF2B5EF4-FFF2-40B4-BE49-F238E27FC236}">
                <a16:creationId xmlns:a16="http://schemas.microsoft.com/office/drawing/2014/main" id="{1396B5C9-F262-2BF5-6A05-27E001B09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e1da39008e_0_916:notes">
            <a:extLst>
              <a:ext uri="{FF2B5EF4-FFF2-40B4-BE49-F238E27FC236}">
                <a16:creationId xmlns:a16="http://schemas.microsoft.com/office/drawing/2014/main" id="{DFF5E1F6-D11A-5380-1803-F2D879361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70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3">
          <a:extLst>
            <a:ext uri="{FF2B5EF4-FFF2-40B4-BE49-F238E27FC236}">
              <a16:creationId xmlns:a16="http://schemas.microsoft.com/office/drawing/2014/main" id="{197D98DE-D9E2-D68B-24A4-DFC45B80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e25cd980bb_3_354:notes">
            <a:extLst>
              <a:ext uri="{FF2B5EF4-FFF2-40B4-BE49-F238E27FC236}">
                <a16:creationId xmlns:a16="http://schemas.microsoft.com/office/drawing/2014/main" id="{F26F1147-B959-E00C-FCDA-B048D931B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e25cd980bb_3_354:notes">
            <a:extLst>
              <a:ext uri="{FF2B5EF4-FFF2-40B4-BE49-F238E27FC236}">
                <a16:creationId xmlns:a16="http://schemas.microsoft.com/office/drawing/2014/main" id="{5F7D788C-66A8-8BC0-DB04-286810C34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937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FD1D8413-EF15-839B-F53E-33B00207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e1da39008e_0_973:notes">
            <a:extLst>
              <a:ext uri="{FF2B5EF4-FFF2-40B4-BE49-F238E27FC236}">
                <a16:creationId xmlns:a16="http://schemas.microsoft.com/office/drawing/2014/main" id="{AFFA9F1D-BBFD-11B1-5DCB-9C1866130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e1da39008e_0_973:notes">
            <a:extLst>
              <a:ext uri="{FF2B5EF4-FFF2-40B4-BE49-F238E27FC236}">
                <a16:creationId xmlns:a16="http://schemas.microsoft.com/office/drawing/2014/main" id="{99D57B46-EBA8-013E-D9B4-9459B5B4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720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>
          <a:extLst>
            <a:ext uri="{FF2B5EF4-FFF2-40B4-BE49-F238E27FC236}">
              <a16:creationId xmlns:a16="http://schemas.microsoft.com/office/drawing/2014/main" id="{961489E7-FD5B-076E-475B-827269BC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b6f45d4e6e_0_24:notes">
            <a:extLst>
              <a:ext uri="{FF2B5EF4-FFF2-40B4-BE49-F238E27FC236}">
                <a16:creationId xmlns:a16="http://schemas.microsoft.com/office/drawing/2014/main" id="{D54F4070-D5CE-5887-3D25-8A99724F2F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b6f45d4e6e_0_24:notes">
            <a:extLst>
              <a:ext uri="{FF2B5EF4-FFF2-40B4-BE49-F238E27FC236}">
                <a16:creationId xmlns:a16="http://schemas.microsoft.com/office/drawing/2014/main" id="{2104360C-CF53-0DA9-099E-ED423FF185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375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>
          <a:extLst>
            <a:ext uri="{FF2B5EF4-FFF2-40B4-BE49-F238E27FC236}">
              <a16:creationId xmlns:a16="http://schemas.microsoft.com/office/drawing/2014/main" id="{63B2366A-7967-8DA0-8F08-46F9577F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25cd980bb_4_18828:notes">
            <a:extLst>
              <a:ext uri="{FF2B5EF4-FFF2-40B4-BE49-F238E27FC236}">
                <a16:creationId xmlns:a16="http://schemas.microsoft.com/office/drawing/2014/main" id="{328C7CE5-FC61-FE0C-75E2-01E6DA1FD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25cd980bb_4_18828:notes">
            <a:extLst>
              <a:ext uri="{FF2B5EF4-FFF2-40B4-BE49-F238E27FC236}">
                <a16:creationId xmlns:a16="http://schemas.microsoft.com/office/drawing/2014/main" id="{C3F840AD-F932-D657-86E9-A8DBEA486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344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0">
          <a:extLst>
            <a:ext uri="{FF2B5EF4-FFF2-40B4-BE49-F238E27FC236}">
              <a16:creationId xmlns:a16="http://schemas.microsoft.com/office/drawing/2014/main" id="{12ACCE45-A4A7-0AFD-A60A-C75CF74B7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gb6f45d4e6e_0_338:notes">
            <a:extLst>
              <a:ext uri="{FF2B5EF4-FFF2-40B4-BE49-F238E27FC236}">
                <a16:creationId xmlns:a16="http://schemas.microsoft.com/office/drawing/2014/main" id="{6738275F-AD88-06E9-BB69-8FB90C0BA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2" name="Google Shape;2352;gb6f45d4e6e_0_338:notes">
            <a:extLst>
              <a:ext uri="{FF2B5EF4-FFF2-40B4-BE49-F238E27FC236}">
                <a16:creationId xmlns:a16="http://schemas.microsoft.com/office/drawing/2014/main" id="{FDBC9C26-DB53-A6F7-804E-E5657396D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65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81132">
            <a:off x="6677082" y="2025785"/>
            <a:ext cx="6852326" cy="6544997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4893471" flipH="1">
            <a:off x="-1447464" y="-1209071"/>
            <a:ext cx="7395127" cy="6754631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39500" y="579850"/>
            <a:ext cx="4655700" cy="27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39500" y="3311475"/>
            <a:ext cx="37212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 rot="7229638">
            <a:off x="7056784" y="2645440"/>
            <a:ext cx="6852064" cy="6544747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/>
          <p:nvPr/>
        </p:nvSpPr>
        <p:spPr>
          <a:xfrm rot="4893479" flipH="1">
            <a:off x="-1674593" y="-4128227"/>
            <a:ext cx="11441672" cy="10450703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431888" y="1157675"/>
            <a:ext cx="49764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rot="6919753">
            <a:off x="16476" y="-2120981"/>
            <a:ext cx="13522690" cy="12916193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/>
          <p:nvPr/>
        </p:nvSpPr>
        <p:spPr>
          <a:xfrm rot="4893479" flipH="1">
            <a:off x="-7243243" y="-7806877"/>
            <a:ext cx="11441672" cy="10450703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556425" y="1532990"/>
            <a:ext cx="5517000" cy="8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556413" y="2381066"/>
            <a:ext cx="5517000" cy="11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 rot="6919764">
            <a:off x="6838241" y="2392782"/>
            <a:ext cx="6852225" cy="6544901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1732498" y="1443730"/>
            <a:ext cx="27453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628602" y="1594513"/>
            <a:ext cx="941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732498" y="1920818"/>
            <a:ext cx="27453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/>
          </p:nvPr>
        </p:nvSpPr>
        <p:spPr>
          <a:xfrm>
            <a:off x="5773698" y="1443730"/>
            <a:ext cx="27417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4676132" y="1594513"/>
            <a:ext cx="941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5"/>
          </p:nvPr>
        </p:nvSpPr>
        <p:spPr>
          <a:xfrm>
            <a:off x="5773698" y="1920818"/>
            <a:ext cx="27417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/>
          </p:nvPr>
        </p:nvSpPr>
        <p:spPr>
          <a:xfrm>
            <a:off x="1732498" y="3008223"/>
            <a:ext cx="27453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 hasCustomPrompt="1"/>
          </p:nvPr>
        </p:nvSpPr>
        <p:spPr>
          <a:xfrm>
            <a:off x="628602" y="3165913"/>
            <a:ext cx="941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8"/>
          </p:nvPr>
        </p:nvSpPr>
        <p:spPr>
          <a:xfrm>
            <a:off x="1732498" y="3486168"/>
            <a:ext cx="27453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/>
          </p:nvPr>
        </p:nvSpPr>
        <p:spPr>
          <a:xfrm>
            <a:off x="5773698" y="3008224"/>
            <a:ext cx="27417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>
            <a:off x="4676125" y="3165926"/>
            <a:ext cx="941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5773698" y="3486168"/>
            <a:ext cx="27417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539500" y="445025"/>
            <a:ext cx="806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/>
          <p:nvPr/>
        </p:nvSpPr>
        <p:spPr>
          <a:xfrm rot="4893479" flipH="1">
            <a:off x="-7243243" y="-7806877"/>
            <a:ext cx="11441672" cy="10450703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 rot="10507403" flipH="1">
            <a:off x="5739947" y="-6879667"/>
            <a:ext cx="11441857" cy="10450872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 rot="-1277360" flipH="1">
            <a:off x="-4946041" y="2953029"/>
            <a:ext cx="8199321" cy="7831579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5395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2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539500" y="445025"/>
            <a:ext cx="806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/>
          <p:nvPr/>
        </p:nvSpPr>
        <p:spPr>
          <a:xfrm rot="-10507403">
            <a:off x="-8206878" y="-6422467"/>
            <a:ext cx="11441857" cy="10450872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/>
          <p:nvPr/>
        </p:nvSpPr>
        <p:spPr>
          <a:xfrm rot="1277360">
            <a:off x="5656547" y="3006554"/>
            <a:ext cx="8199321" cy="7831579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 rot="4893479" flipH="1">
            <a:off x="-3682268" y="-5661377"/>
            <a:ext cx="11441672" cy="10450703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1"/>
          </p:nvPr>
        </p:nvSpPr>
        <p:spPr>
          <a:xfrm>
            <a:off x="3446000" y="2582775"/>
            <a:ext cx="47127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446200" y="1913775"/>
            <a:ext cx="47127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 rot="-400624">
            <a:off x="5805750" y="-699601"/>
            <a:ext cx="11441721" cy="10450748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2"/>
          <p:cNvSpPr/>
          <p:nvPr/>
        </p:nvSpPr>
        <p:spPr>
          <a:xfrm rot="-2259651">
            <a:off x="-4449402" y="-6051092"/>
            <a:ext cx="8199226" cy="7831488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539400" y="1449675"/>
            <a:ext cx="5935200" cy="28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Anaheim"/>
              <a:buChar char="●"/>
              <a:defRPr sz="16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○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 rot="-560600" flipH="1">
            <a:off x="-6089213" y="115478"/>
            <a:ext cx="11441748" cy="10450773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2"/>
          <p:cNvSpPr/>
          <p:nvPr/>
        </p:nvSpPr>
        <p:spPr>
          <a:xfrm rot="-4241021">
            <a:off x="3763360" y="-2732801"/>
            <a:ext cx="8199307" cy="7831566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ctrTitle"/>
          </p:nvPr>
        </p:nvSpPr>
        <p:spPr>
          <a:xfrm>
            <a:off x="1973400" y="538575"/>
            <a:ext cx="5197200" cy="12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subTitle" idx="1"/>
          </p:nvPr>
        </p:nvSpPr>
        <p:spPr>
          <a:xfrm>
            <a:off x="1973400" y="2446550"/>
            <a:ext cx="5197200" cy="11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2013900" y="3532350"/>
            <a:ext cx="5116200" cy="9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" sz="12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including icons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, infographics &amp; images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Freepik</a:t>
            </a:r>
            <a:r>
              <a:rPr lang="en" sz="120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and illustrations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Storyset</a:t>
            </a:r>
            <a:endParaRPr sz="12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/>
          <p:nvPr/>
        </p:nvSpPr>
        <p:spPr>
          <a:xfrm rot="-10507403">
            <a:off x="-8206878" y="-6422467"/>
            <a:ext cx="11441857" cy="10450872"/>
          </a:xfrm>
          <a:custGeom>
            <a:avLst/>
            <a:gdLst/>
            <a:ahLst/>
            <a:cxnLst/>
            <a:rect l="l" t="t" r="r" b="b"/>
            <a:pathLst>
              <a:path w="100900" h="92161" extrusionOk="0">
                <a:moveTo>
                  <a:pt x="53862" y="1"/>
                </a:moveTo>
                <a:cubicBezTo>
                  <a:pt x="46872" y="1"/>
                  <a:pt x="33581" y="1553"/>
                  <a:pt x="26472" y="12690"/>
                </a:cubicBezTo>
                <a:cubicBezTo>
                  <a:pt x="25288" y="14536"/>
                  <a:pt x="23852" y="18104"/>
                  <a:pt x="22321" y="26691"/>
                </a:cubicBezTo>
                <a:cubicBezTo>
                  <a:pt x="22068" y="28096"/>
                  <a:pt x="21847" y="31174"/>
                  <a:pt x="20095" y="33321"/>
                </a:cubicBezTo>
                <a:cubicBezTo>
                  <a:pt x="18848" y="34821"/>
                  <a:pt x="17838" y="35247"/>
                  <a:pt x="17001" y="35705"/>
                </a:cubicBezTo>
                <a:cubicBezTo>
                  <a:pt x="13939" y="37409"/>
                  <a:pt x="8856" y="36936"/>
                  <a:pt x="3915" y="42934"/>
                </a:cubicBezTo>
                <a:cubicBezTo>
                  <a:pt x="0" y="47733"/>
                  <a:pt x="142" y="55278"/>
                  <a:pt x="1373" y="61040"/>
                </a:cubicBezTo>
                <a:cubicBezTo>
                  <a:pt x="2636" y="66865"/>
                  <a:pt x="5336" y="78577"/>
                  <a:pt x="15628" y="84749"/>
                </a:cubicBezTo>
                <a:cubicBezTo>
                  <a:pt x="23762" y="89641"/>
                  <a:pt x="35526" y="92161"/>
                  <a:pt x="47522" y="92161"/>
                </a:cubicBezTo>
                <a:cubicBezTo>
                  <a:pt x="66767" y="92161"/>
                  <a:pt x="86609" y="85674"/>
                  <a:pt x="93007" y="72090"/>
                </a:cubicBezTo>
                <a:cubicBezTo>
                  <a:pt x="100900" y="55341"/>
                  <a:pt x="100758" y="35389"/>
                  <a:pt x="91539" y="20693"/>
                </a:cubicBezTo>
                <a:cubicBezTo>
                  <a:pt x="83773" y="8270"/>
                  <a:pt x="71792" y="1561"/>
                  <a:pt x="58122" y="203"/>
                </a:cubicBezTo>
                <a:cubicBezTo>
                  <a:pt x="57500" y="141"/>
                  <a:pt x="55967" y="1"/>
                  <a:pt x="5386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3"/>
          <p:cNvSpPr/>
          <p:nvPr/>
        </p:nvSpPr>
        <p:spPr>
          <a:xfrm rot="-4180851">
            <a:off x="5389041" y="-5112785"/>
            <a:ext cx="8199213" cy="7831476"/>
          </a:xfrm>
          <a:custGeom>
            <a:avLst/>
            <a:gdLst/>
            <a:ahLst/>
            <a:cxnLst/>
            <a:rect l="l" t="t" r="r" b="b"/>
            <a:pathLst>
              <a:path w="93734" h="89530" extrusionOk="0">
                <a:moveTo>
                  <a:pt x="45839" y="0"/>
                </a:moveTo>
                <a:cubicBezTo>
                  <a:pt x="44022" y="0"/>
                  <a:pt x="42332" y="171"/>
                  <a:pt x="40821" y="511"/>
                </a:cubicBezTo>
                <a:cubicBezTo>
                  <a:pt x="38927" y="937"/>
                  <a:pt x="30971" y="3463"/>
                  <a:pt x="27657" y="11435"/>
                </a:cubicBezTo>
                <a:cubicBezTo>
                  <a:pt x="26646" y="13818"/>
                  <a:pt x="26757" y="19959"/>
                  <a:pt x="24105" y="24710"/>
                </a:cubicBezTo>
                <a:cubicBezTo>
                  <a:pt x="20332" y="31498"/>
                  <a:pt x="9061" y="34986"/>
                  <a:pt x="4847" y="43810"/>
                </a:cubicBezTo>
                <a:cubicBezTo>
                  <a:pt x="1" y="53976"/>
                  <a:pt x="1563" y="71656"/>
                  <a:pt x="10672" y="77449"/>
                </a:cubicBezTo>
                <a:cubicBezTo>
                  <a:pt x="13529" y="79268"/>
                  <a:pt x="16720" y="80881"/>
                  <a:pt x="20904" y="80881"/>
                </a:cubicBezTo>
                <a:cubicBezTo>
                  <a:pt x="21620" y="80881"/>
                  <a:pt x="22365" y="80834"/>
                  <a:pt x="23142" y="80732"/>
                </a:cubicBezTo>
                <a:cubicBezTo>
                  <a:pt x="24588" y="80543"/>
                  <a:pt x="27369" y="80400"/>
                  <a:pt x="30301" y="80400"/>
                </a:cubicBezTo>
                <a:cubicBezTo>
                  <a:pt x="34217" y="80400"/>
                  <a:pt x="38405" y="80655"/>
                  <a:pt x="40048" y="81395"/>
                </a:cubicBezTo>
                <a:cubicBezTo>
                  <a:pt x="46583" y="84315"/>
                  <a:pt x="51555" y="87220"/>
                  <a:pt x="58138" y="88467"/>
                </a:cubicBezTo>
                <a:cubicBezTo>
                  <a:pt x="61366" y="89084"/>
                  <a:pt x="64241" y="89529"/>
                  <a:pt x="67038" y="89529"/>
                </a:cubicBezTo>
                <a:cubicBezTo>
                  <a:pt x="72472" y="89529"/>
                  <a:pt x="77610" y="87846"/>
                  <a:pt x="84468" y="82468"/>
                </a:cubicBezTo>
                <a:cubicBezTo>
                  <a:pt x="90545" y="77701"/>
                  <a:pt x="93734" y="67709"/>
                  <a:pt x="92708" y="60211"/>
                </a:cubicBezTo>
                <a:cubicBezTo>
                  <a:pt x="92424" y="58143"/>
                  <a:pt x="91319" y="54513"/>
                  <a:pt x="88556" y="44268"/>
                </a:cubicBezTo>
                <a:cubicBezTo>
                  <a:pt x="87404" y="39990"/>
                  <a:pt x="87278" y="36644"/>
                  <a:pt x="86899" y="34307"/>
                </a:cubicBezTo>
                <a:cubicBezTo>
                  <a:pt x="83095" y="10996"/>
                  <a:pt x="60400" y="0"/>
                  <a:pt x="458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9500" y="445025"/>
            <a:ext cx="806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swald"/>
              <a:buNone/>
              <a:defRPr sz="2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"/>
              <a:buNone/>
              <a:defRPr sz="3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9500" y="1143325"/>
            <a:ext cx="8064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●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○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■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●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○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■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●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○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SemiBold"/>
              <a:buChar char="■"/>
              <a:defRPr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59" r:id="rId5"/>
    <p:sldLayoutId id="2147483662" r:id="rId6"/>
    <p:sldLayoutId id="2147483663" r:id="rId7"/>
    <p:sldLayoutId id="2147483665" r:id="rId8"/>
    <p:sldLayoutId id="2147483668" r:id="rId9"/>
    <p:sldLayoutId id="2147483678" r:id="rId10"/>
    <p:sldLayoutId id="214748367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1.png"/><Relationship Id="rId42" Type="http://schemas.openxmlformats.org/officeDocument/2006/relationships/image" Target="../media/image25.png"/><Relationship Id="rId47" Type="http://schemas.openxmlformats.org/officeDocument/2006/relationships/customXml" Target="../ink/ink23.xml"/><Relationship Id="rId50" Type="http://schemas.openxmlformats.org/officeDocument/2006/relationships/image" Target="../media/image29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37" Type="http://schemas.openxmlformats.org/officeDocument/2006/relationships/customXml" Target="../ink/ink18.xml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36" Type="http://schemas.openxmlformats.org/officeDocument/2006/relationships/image" Target="../media/image22.png"/><Relationship Id="rId49" Type="http://schemas.openxmlformats.org/officeDocument/2006/relationships/customXml" Target="../ink/ink24.xml"/><Relationship Id="rId10" Type="http://schemas.openxmlformats.org/officeDocument/2006/relationships/image" Target="../media/image9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3.xml"/><Relationship Id="rId30" Type="http://schemas.openxmlformats.org/officeDocument/2006/relationships/image" Target="../media/image19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8.png"/><Relationship Id="rId8" Type="http://schemas.openxmlformats.org/officeDocument/2006/relationships/image" Target="../media/image8.png"/><Relationship Id="rId51" Type="http://schemas.openxmlformats.org/officeDocument/2006/relationships/image" Target="../media/image30.png"/><Relationship Id="rId3" Type="http://schemas.openxmlformats.org/officeDocument/2006/relationships/customXml" Target="../ink/ink1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46" Type="http://schemas.openxmlformats.org/officeDocument/2006/relationships/image" Target="../media/image27.png"/><Relationship Id="rId20" Type="http://schemas.openxmlformats.org/officeDocument/2006/relationships/image" Target="../media/image14.png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/>
          <p:nvPr/>
        </p:nvSpPr>
        <p:spPr>
          <a:xfrm>
            <a:off x="7681448" y="334425"/>
            <a:ext cx="1022100" cy="10221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ctrTitle"/>
          </p:nvPr>
        </p:nvSpPr>
        <p:spPr>
          <a:xfrm>
            <a:off x="68700" y="1718704"/>
            <a:ext cx="4655700" cy="95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dirty="0"/>
              <a:t>Mode and median</a:t>
            </a:r>
            <a:endParaRPr b="0" dirty="0"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grpSp>
        <p:nvGrpSpPr>
          <p:cNvPr id="209" name="Google Shape;209;p36"/>
          <p:cNvGrpSpPr/>
          <p:nvPr/>
        </p:nvGrpSpPr>
        <p:grpSpPr>
          <a:xfrm>
            <a:off x="279461" y="4474455"/>
            <a:ext cx="520092" cy="669040"/>
            <a:chOff x="4938450" y="2419450"/>
            <a:chExt cx="243900" cy="313750"/>
          </a:xfrm>
        </p:grpSpPr>
        <p:sp>
          <p:nvSpPr>
            <p:cNvPr id="210" name="Google Shape;210;p36"/>
            <p:cNvSpPr/>
            <p:nvPr/>
          </p:nvSpPr>
          <p:spPr>
            <a:xfrm>
              <a:off x="4988550" y="2432675"/>
              <a:ext cx="189850" cy="242075"/>
            </a:xfrm>
            <a:custGeom>
              <a:avLst/>
              <a:gdLst/>
              <a:ahLst/>
              <a:cxnLst/>
              <a:rect l="l" t="t" r="r" b="b"/>
              <a:pathLst>
                <a:path w="7594" h="9683" extrusionOk="0">
                  <a:moveTo>
                    <a:pt x="6788" y="0"/>
                  </a:moveTo>
                  <a:cubicBezTo>
                    <a:pt x="6773" y="47"/>
                    <a:pt x="6725" y="47"/>
                    <a:pt x="6694" y="79"/>
                  </a:cubicBezTo>
                  <a:cubicBezTo>
                    <a:pt x="6710" y="95"/>
                    <a:pt x="6741" y="142"/>
                    <a:pt x="6757" y="142"/>
                  </a:cubicBezTo>
                  <a:lnTo>
                    <a:pt x="6962" y="284"/>
                  </a:lnTo>
                  <a:cubicBezTo>
                    <a:pt x="7388" y="568"/>
                    <a:pt x="7483" y="1216"/>
                    <a:pt x="7136" y="1721"/>
                  </a:cubicBezTo>
                  <a:lnTo>
                    <a:pt x="2226" y="9029"/>
                  </a:lnTo>
                  <a:cubicBezTo>
                    <a:pt x="1989" y="9374"/>
                    <a:pt x="1619" y="9572"/>
                    <a:pt x="1273" y="9572"/>
                  </a:cubicBezTo>
                  <a:cubicBezTo>
                    <a:pt x="1112" y="9572"/>
                    <a:pt x="957" y="9530"/>
                    <a:pt x="822" y="9440"/>
                  </a:cubicBezTo>
                  <a:lnTo>
                    <a:pt x="616" y="9298"/>
                  </a:lnTo>
                  <a:cubicBezTo>
                    <a:pt x="190" y="9014"/>
                    <a:pt x="127" y="8366"/>
                    <a:pt x="474" y="7845"/>
                  </a:cubicBezTo>
                  <a:lnTo>
                    <a:pt x="2526" y="4799"/>
                  </a:lnTo>
                  <a:cubicBezTo>
                    <a:pt x="2561" y="4742"/>
                    <a:pt x="2529" y="4701"/>
                    <a:pt x="2490" y="4701"/>
                  </a:cubicBezTo>
                  <a:cubicBezTo>
                    <a:pt x="2476" y="4701"/>
                    <a:pt x="2461" y="4707"/>
                    <a:pt x="2447" y="4720"/>
                  </a:cubicBezTo>
                  <a:lnTo>
                    <a:pt x="380" y="7782"/>
                  </a:lnTo>
                  <a:cubicBezTo>
                    <a:pt x="1" y="8351"/>
                    <a:pt x="80" y="9077"/>
                    <a:pt x="537" y="9392"/>
                  </a:cubicBezTo>
                  <a:lnTo>
                    <a:pt x="743" y="9534"/>
                  </a:lnTo>
                  <a:cubicBezTo>
                    <a:pt x="893" y="9635"/>
                    <a:pt x="1067" y="9683"/>
                    <a:pt x="1245" y="9683"/>
                  </a:cubicBezTo>
                  <a:cubicBezTo>
                    <a:pt x="1626" y="9683"/>
                    <a:pt x="2031" y="9464"/>
                    <a:pt x="2290" y="9077"/>
                  </a:cubicBezTo>
                  <a:lnTo>
                    <a:pt x="7199" y="1784"/>
                  </a:lnTo>
                  <a:cubicBezTo>
                    <a:pt x="7593" y="1216"/>
                    <a:pt x="7515" y="489"/>
                    <a:pt x="7041" y="174"/>
                  </a:cubicBezTo>
                  <a:lnTo>
                    <a:pt x="6852" y="32"/>
                  </a:lnTo>
                  <a:cubicBezTo>
                    <a:pt x="6820" y="32"/>
                    <a:pt x="6804" y="16"/>
                    <a:pt x="6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6"/>
            <p:cNvSpPr/>
            <p:nvPr/>
          </p:nvSpPr>
          <p:spPr>
            <a:xfrm>
              <a:off x="4986575" y="2431075"/>
              <a:ext cx="194200" cy="245425"/>
            </a:xfrm>
            <a:custGeom>
              <a:avLst/>
              <a:gdLst/>
              <a:ahLst/>
              <a:cxnLst/>
              <a:rect l="l" t="t" r="r" b="b"/>
              <a:pathLst>
                <a:path w="7768" h="9817" extrusionOk="0">
                  <a:moveTo>
                    <a:pt x="7138" y="303"/>
                  </a:moveTo>
                  <a:lnTo>
                    <a:pt x="7138" y="303"/>
                  </a:lnTo>
                  <a:cubicBezTo>
                    <a:pt x="7200" y="365"/>
                    <a:pt x="7263" y="428"/>
                    <a:pt x="7325" y="506"/>
                  </a:cubicBezTo>
                  <a:lnTo>
                    <a:pt x="7309" y="506"/>
                  </a:lnTo>
                  <a:cubicBezTo>
                    <a:pt x="7263" y="428"/>
                    <a:pt x="7200" y="365"/>
                    <a:pt x="7138" y="303"/>
                  </a:cubicBezTo>
                  <a:close/>
                  <a:moveTo>
                    <a:pt x="6867" y="1"/>
                  </a:moveTo>
                  <a:cubicBezTo>
                    <a:pt x="6836" y="17"/>
                    <a:pt x="6820" y="17"/>
                    <a:pt x="6820" y="48"/>
                  </a:cubicBezTo>
                  <a:cubicBezTo>
                    <a:pt x="6804" y="48"/>
                    <a:pt x="6804" y="48"/>
                    <a:pt x="6789" y="64"/>
                  </a:cubicBezTo>
                  <a:cubicBezTo>
                    <a:pt x="6773" y="64"/>
                    <a:pt x="6757" y="80"/>
                    <a:pt x="6741" y="80"/>
                  </a:cubicBezTo>
                  <a:cubicBezTo>
                    <a:pt x="6741" y="96"/>
                    <a:pt x="6725" y="96"/>
                    <a:pt x="6725" y="111"/>
                  </a:cubicBezTo>
                  <a:cubicBezTo>
                    <a:pt x="6694" y="143"/>
                    <a:pt x="6710" y="190"/>
                    <a:pt x="6741" y="206"/>
                  </a:cubicBezTo>
                  <a:lnTo>
                    <a:pt x="6757" y="222"/>
                  </a:lnTo>
                  <a:cubicBezTo>
                    <a:pt x="6773" y="238"/>
                    <a:pt x="6789" y="254"/>
                    <a:pt x="6804" y="269"/>
                  </a:cubicBezTo>
                  <a:lnTo>
                    <a:pt x="6994" y="396"/>
                  </a:lnTo>
                  <a:cubicBezTo>
                    <a:pt x="7404" y="664"/>
                    <a:pt x="7467" y="1280"/>
                    <a:pt x="7152" y="1753"/>
                  </a:cubicBezTo>
                  <a:lnTo>
                    <a:pt x="2242" y="9046"/>
                  </a:lnTo>
                  <a:cubicBezTo>
                    <a:pt x="2027" y="9380"/>
                    <a:pt x="1680" y="9567"/>
                    <a:pt x="1355" y="9567"/>
                  </a:cubicBezTo>
                  <a:cubicBezTo>
                    <a:pt x="1204" y="9567"/>
                    <a:pt x="1058" y="9526"/>
                    <a:pt x="932" y="9441"/>
                  </a:cubicBezTo>
                  <a:lnTo>
                    <a:pt x="743" y="9299"/>
                  </a:lnTo>
                  <a:cubicBezTo>
                    <a:pt x="348" y="9030"/>
                    <a:pt x="285" y="8430"/>
                    <a:pt x="616" y="7957"/>
                  </a:cubicBezTo>
                  <a:lnTo>
                    <a:pt x="2669" y="4894"/>
                  </a:lnTo>
                  <a:cubicBezTo>
                    <a:pt x="2684" y="4863"/>
                    <a:pt x="2700" y="4831"/>
                    <a:pt x="2684" y="4800"/>
                  </a:cubicBezTo>
                  <a:cubicBezTo>
                    <a:pt x="2684" y="4752"/>
                    <a:pt x="2669" y="4737"/>
                    <a:pt x="2637" y="4721"/>
                  </a:cubicBezTo>
                  <a:cubicBezTo>
                    <a:pt x="2618" y="4702"/>
                    <a:pt x="2595" y="4693"/>
                    <a:pt x="2571" y="4693"/>
                  </a:cubicBezTo>
                  <a:cubicBezTo>
                    <a:pt x="2535" y="4693"/>
                    <a:pt x="2498" y="4714"/>
                    <a:pt x="2479" y="4752"/>
                  </a:cubicBezTo>
                  <a:lnTo>
                    <a:pt x="411" y="7815"/>
                  </a:lnTo>
                  <a:cubicBezTo>
                    <a:pt x="1" y="8415"/>
                    <a:pt x="96" y="9188"/>
                    <a:pt x="585" y="9520"/>
                  </a:cubicBezTo>
                  <a:lnTo>
                    <a:pt x="790" y="9662"/>
                  </a:lnTo>
                  <a:cubicBezTo>
                    <a:pt x="950" y="9767"/>
                    <a:pt x="1134" y="9816"/>
                    <a:pt x="1324" y="9816"/>
                  </a:cubicBezTo>
                  <a:cubicBezTo>
                    <a:pt x="1731" y="9816"/>
                    <a:pt x="2162" y="9587"/>
                    <a:pt x="2432" y="9188"/>
                  </a:cubicBezTo>
                  <a:lnTo>
                    <a:pt x="7357" y="1879"/>
                  </a:lnTo>
                  <a:cubicBezTo>
                    <a:pt x="7767" y="1280"/>
                    <a:pt x="7672" y="522"/>
                    <a:pt x="7167" y="175"/>
                  </a:cubicBezTo>
                  <a:lnTo>
                    <a:pt x="6978" y="48"/>
                  </a:lnTo>
                  <a:lnTo>
                    <a:pt x="6931" y="17"/>
                  </a:lnTo>
                  <a:cubicBezTo>
                    <a:pt x="6899" y="1"/>
                    <a:pt x="6883" y="1"/>
                    <a:pt x="6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6"/>
            <p:cNvSpPr/>
            <p:nvPr/>
          </p:nvSpPr>
          <p:spPr>
            <a:xfrm>
              <a:off x="4986975" y="2428325"/>
              <a:ext cx="193800" cy="248175"/>
            </a:xfrm>
            <a:custGeom>
              <a:avLst/>
              <a:gdLst/>
              <a:ahLst/>
              <a:cxnLst/>
              <a:rect l="l" t="t" r="r" b="b"/>
              <a:pathLst>
                <a:path w="7752" h="9927" extrusionOk="0">
                  <a:moveTo>
                    <a:pt x="6662" y="0"/>
                  </a:moveTo>
                  <a:cubicBezTo>
                    <a:pt x="6630" y="64"/>
                    <a:pt x="6567" y="127"/>
                    <a:pt x="6504" y="158"/>
                  </a:cubicBezTo>
                  <a:lnTo>
                    <a:pt x="6946" y="458"/>
                  </a:lnTo>
                  <a:cubicBezTo>
                    <a:pt x="7357" y="806"/>
                    <a:pt x="7451" y="1405"/>
                    <a:pt x="7136" y="1863"/>
                  </a:cubicBezTo>
                  <a:lnTo>
                    <a:pt x="2226" y="9156"/>
                  </a:lnTo>
                  <a:cubicBezTo>
                    <a:pt x="2011" y="9490"/>
                    <a:pt x="1664" y="9677"/>
                    <a:pt x="1339" y="9677"/>
                  </a:cubicBezTo>
                  <a:cubicBezTo>
                    <a:pt x="1188" y="9677"/>
                    <a:pt x="1042" y="9636"/>
                    <a:pt x="916" y="9551"/>
                  </a:cubicBezTo>
                  <a:lnTo>
                    <a:pt x="727" y="9409"/>
                  </a:lnTo>
                  <a:cubicBezTo>
                    <a:pt x="332" y="9140"/>
                    <a:pt x="269" y="8540"/>
                    <a:pt x="600" y="8067"/>
                  </a:cubicBezTo>
                  <a:lnTo>
                    <a:pt x="2653" y="5004"/>
                  </a:lnTo>
                  <a:cubicBezTo>
                    <a:pt x="2668" y="4973"/>
                    <a:pt x="2684" y="4941"/>
                    <a:pt x="2668" y="4910"/>
                  </a:cubicBezTo>
                  <a:cubicBezTo>
                    <a:pt x="2668" y="4862"/>
                    <a:pt x="2653" y="4847"/>
                    <a:pt x="2621" y="4831"/>
                  </a:cubicBezTo>
                  <a:cubicBezTo>
                    <a:pt x="2601" y="4818"/>
                    <a:pt x="2579" y="4810"/>
                    <a:pt x="2556" y="4810"/>
                  </a:cubicBezTo>
                  <a:cubicBezTo>
                    <a:pt x="2524" y="4810"/>
                    <a:pt x="2491" y="4825"/>
                    <a:pt x="2463" y="4862"/>
                  </a:cubicBezTo>
                  <a:lnTo>
                    <a:pt x="411" y="7925"/>
                  </a:lnTo>
                  <a:cubicBezTo>
                    <a:pt x="1" y="8525"/>
                    <a:pt x="80" y="9282"/>
                    <a:pt x="585" y="9630"/>
                  </a:cubicBezTo>
                  <a:lnTo>
                    <a:pt x="790" y="9772"/>
                  </a:lnTo>
                  <a:cubicBezTo>
                    <a:pt x="950" y="9877"/>
                    <a:pt x="1134" y="9926"/>
                    <a:pt x="1323" y="9926"/>
                  </a:cubicBezTo>
                  <a:cubicBezTo>
                    <a:pt x="1731" y="9926"/>
                    <a:pt x="2162" y="9697"/>
                    <a:pt x="2432" y="9298"/>
                  </a:cubicBezTo>
                  <a:lnTo>
                    <a:pt x="7341" y="1989"/>
                  </a:lnTo>
                  <a:cubicBezTo>
                    <a:pt x="7751" y="1390"/>
                    <a:pt x="7656" y="663"/>
                    <a:pt x="7167" y="332"/>
                  </a:cubicBezTo>
                  <a:lnTo>
                    <a:pt x="66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6"/>
            <p:cNvSpPr/>
            <p:nvPr/>
          </p:nvSpPr>
          <p:spPr>
            <a:xfrm>
              <a:off x="4984600" y="2426325"/>
              <a:ext cx="197750" cy="251975"/>
            </a:xfrm>
            <a:custGeom>
              <a:avLst/>
              <a:gdLst/>
              <a:ahLst/>
              <a:cxnLst/>
              <a:rect l="l" t="t" r="r" b="b"/>
              <a:pathLst>
                <a:path w="7910" h="10079" extrusionOk="0">
                  <a:moveTo>
                    <a:pt x="6773" y="191"/>
                  </a:moveTo>
                  <a:lnTo>
                    <a:pt x="7199" y="475"/>
                  </a:lnTo>
                  <a:cubicBezTo>
                    <a:pt x="7673" y="791"/>
                    <a:pt x="7751" y="1470"/>
                    <a:pt x="7373" y="2038"/>
                  </a:cubicBezTo>
                  <a:lnTo>
                    <a:pt x="2463" y="9331"/>
                  </a:lnTo>
                  <a:cubicBezTo>
                    <a:pt x="2194" y="9718"/>
                    <a:pt x="1786" y="9937"/>
                    <a:pt x="1408" y="9937"/>
                  </a:cubicBezTo>
                  <a:cubicBezTo>
                    <a:pt x="1232" y="9937"/>
                    <a:pt x="1062" y="9889"/>
                    <a:pt x="916" y="9788"/>
                  </a:cubicBezTo>
                  <a:lnTo>
                    <a:pt x="711" y="9646"/>
                  </a:lnTo>
                  <a:cubicBezTo>
                    <a:pt x="238" y="9331"/>
                    <a:pt x="175" y="8620"/>
                    <a:pt x="553" y="8052"/>
                  </a:cubicBezTo>
                  <a:lnTo>
                    <a:pt x="2621" y="4990"/>
                  </a:lnTo>
                  <a:cubicBezTo>
                    <a:pt x="2628" y="4970"/>
                    <a:pt x="2643" y="4961"/>
                    <a:pt x="2658" y="4961"/>
                  </a:cubicBezTo>
                  <a:cubicBezTo>
                    <a:pt x="2679" y="4961"/>
                    <a:pt x="2700" y="4978"/>
                    <a:pt x="2700" y="5005"/>
                  </a:cubicBezTo>
                  <a:cubicBezTo>
                    <a:pt x="2716" y="5021"/>
                    <a:pt x="2700" y="5037"/>
                    <a:pt x="2684" y="5053"/>
                  </a:cubicBezTo>
                  <a:lnTo>
                    <a:pt x="632" y="8099"/>
                  </a:lnTo>
                  <a:cubicBezTo>
                    <a:pt x="285" y="8620"/>
                    <a:pt x="364" y="9268"/>
                    <a:pt x="790" y="9567"/>
                  </a:cubicBezTo>
                  <a:lnTo>
                    <a:pt x="980" y="9694"/>
                  </a:lnTo>
                  <a:cubicBezTo>
                    <a:pt x="1117" y="9785"/>
                    <a:pt x="1276" y="9830"/>
                    <a:pt x="1440" y="9830"/>
                  </a:cubicBezTo>
                  <a:cubicBezTo>
                    <a:pt x="1784" y="9830"/>
                    <a:pt x="2149" y="9636"/>
                    <a:pt x="2384" y="9283"/>
                  </a:cubicBezTo>
                  <a:lnTo>
                    <a:pt x="7294" y="1991"/>
                  </a:lnTo>
                  <a:cubicBezTo>
                    <a:pt x="7625" y="1485"/>
                    <a:pt x="7530" y="791"/>
                    <a:pt x="7073" y="491"/>
                  </a:cubicBezTo>
                  <a:lnTo>
                    <a:pt x="6725" y="254"/>
                  </a:lnTo>
                  <a:cubicBezTo>
                    <a:pt x="6741" y="238"/>
                    <a:pt x="6757" y="207"/>
                    <a:pt x="6773" y="191"/>
                  </a:cubicBezTo>
                  <a:close/>
                  <a:moveTo>
                    <a:pt x="6735" y="1"/>
                  </a:moveTo>
                  <a:cubicBezTo>
                    <a:pt x="6712" y="1"/>
                    <a:pt x="6688" y="18"/>
                    <a:pt x="6678" y="49"/>
                  </a:cubicBezTo>
                  <a:cubicBezTo>
                    <a:pt x="6647" y="112"/>
                    <a:pt x="6631" y="128"/>
                    <a:pt x="6568" y="175"/>
                  </a:cubicBezTo>
                  <a:cubicBezTo>
                    <a:pt x="6552" y="175"/>
                    <a:pt x="6536" y="207"/>
                    <a:pt x="6520" y="238"/>
                  </a:cubicBezTo>
                  <a:cubicBezTo>
                    <a:pt x="6520" y="254"/>
                    <a:pt x="6536" y="270"/>
                    <a:pt x="6552" y="286"/>
                  </a:cubicBezTo>
                  <a:lnTo>
                    <a:pt x="6994" y="601"/>
                  </a:lnTo>
                  <a:cubicBezTo>
                    <a:pt x="7373" y="854"/>
                    <a:pt x="7452" y="1470"/>
                    <a:pt x="7167" y="1896"/>
                  </a:cubicBezTo>
                  <a:lnTo>
                    <a:pt x="2258" y="9189"/>
                  </a:lnTo>
                  <a:cubicBezTo>
                    <a:pt x="2052" y="9504"/>
                    <a:pt x="1733" y="9677"/>
                    <a:pt x="1436" y="9677"/>
                  </a:cubicBezTo>
                  <a:cubicBezTo>
                    <a:pt x="1302" y="9677"/>
                    <a:pt x="1172" y="9641"/>
                    <a:pt x="1059" y="9567"/>
                  </a:cubicBezTo>
                  <a:lnTo>
                    <a:pt x="853" y="9425"/>
                  </a:lnTo>
                  <a:cubicBezTo>
                    <a:pt x="490" y="9189"/>
                    <a:pt x="443" y="8620"/>
                    <a:pt x="743" y="8178"/>
                  </a:cubicBezTo>
                  <a:lnTo>
                    <a:pt x="2795" y="5132"/>
                  </a:lnTo>
                  <a:cubicBezTo>
                    <a:pt x="2842" y="5084"/>
                    <a:pt x="2842" y="5037"/>
                    <a:pt x="2842" y="4974"/>
                  </a:cubicBezTo>
                  <a:cubicBezTo>
                    <a:pt x="2826" y="4927"/>
                    <a:pt x="2795" y="4879"/>
                    <a:pt x="2763" y="4848"/>
                  </a:cubicBezTo>
                  <a:cubicBezTo>
                    <a:pt x="2729" y="4831"/>
                    <a:pt x="2693" y="4822"/>
                    <a:pt x="2658" y="4822"/>
                  </a:cubicBezTo>
                  <a:cubicBezTo>
                    <a:pt x="2595" y="4822"/>
                    <a:pt x="2535" y="4850"/>
                    <a:pt x="2495" y="4911"/>
                  </a:cubicBezTo>
                  <a:lnTo>
                    <a:pt x="427" y="7973"/>
                  </a:lnTo>
                  <a:cubicBezTo>
                    <a:pt x="1" y="8605"/>
                    <a:pt x="96" y="9410"/>
                    <a:pt x="632" y="9773"/>
                  </a:cubicBezTo>
                  <a:lnTo>
                    <a:pt x="838" y="9915"/>
                  </a:lnTo>
                  <a:cubicBezTo>
                    <a:pt x="1009" y="10026"/>
                    <a:pt x="1207" y="10079"/>
                    <a:pt x="1410" y="10079"/>
                  </a:cubicBezTo>
                  <a:cubicBezTo>
                    <a:pt x="1842" y="10079"/>
                    <a:pt x="2300" y="9839"/>
                    <a:pt x="2590" y="9410"/>
                  </a:cubicBezTo>
                  <a:lnTo>
                    <a:pt x="7483" y="2101"/>
                  </a:lnTo>
                  <a:cubicBezTo>
                    <a:pt x="7909" y="1485"/>
                    <a:pt x="7815" y="696"/>
                    <a:pt x="7278" y="349"/>
                  </a:cubicBezTo>
                  <a:lnTo>
                    <a:pt x="6773" y="17"/>
                  </a:lnTo>
                  <a:cubicBezTo>
                    <a:pt x="6762" y="6"/>
                    <a:pt x="6748" y="1"/>
                    <a:pt x="6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6"/>
            <p:cNvSpPr/>
            <p:nvPr/>
          </p:nvSpPr>
          <p:spPr>
            <a:xfrm>
              <a:off x="4940800" y="2421300"/>
              <a:ext cx="224575" cy="310075"/>
            </a:xfrm>
            <a:custGeom>
              <a:avLst/>
              <a:gdLst/>
              <a:ahLst/>
              <a:cxnLst/>
              <a:rect l="l" t="t" r="r" b="b"/>
              <a:pathLst>
                <a:path w="8983" h="12403" extrusionOk="0">
                  <a:moveTo>
                    <a:pt x="7543" y="1"/>
                  </a:moveTo>
                  <a:cubicBezTo>
                    <a:pt x="7160" y="1"/>
                    <a:pt x="6836" y="166"/>
                    <a:pt x="6615" y="502"/>
                  </a:cubicBezTo>
                  <a:lnTo>
                    <a:pt x="459" y="9642"/>
                  </a:lnTo>
                  <a:cubicBezTo>
                    <a:pt x="1" y="10353"/>
                    <a:pt x="238" y="11347"/>
                    <a:pt x="1027" y="11868"/>
                  </a:cubicBezTo>
                  <a:lnTo>
                    <a:pt x="1358" y="12089"/>
                  </a:lnTo>
                  <a:cubicBezTo>
                    <a:pt x="1673" y="12301"/>
                    <a:pt x="2029" y="12403"/>
                    <a:pt x="2372" y="12403"/>
                  </a:cubicBezTo>
                  <a:cubicBezTo>
                    <a:pt x="2872" y="12403"/>
                    <a:pt x="3344" y="12185"/>
                    <a:pt x="3616" y="11773"/>
                  </a:cubicBezTo>
                  <a:lnTo>
                    <a:pt x="7278" y="6343"/>
                  </a:lnTo>
                  <a:cubicBezTo>
                    <a:pt x="7309" y="6296"/>
                    <a:pt x="7294" y="6217"/>
                    <a:pt x="7246" y="6185"/>
                  </a:cubicBezTo>
                  <a:cubicBezTo>
                    <a:pt x="7225" y="6171"/>
                    <a:pt x="7200" y="6163"/>
                    <a:pt x="7177" y="6163"/>
                  </a:cubicBezTo>
                  <a:cubicBezTo>
                    <a:pt x="7148" y="6163"/>
                    <a:pt x="7121" y="6175"/>
                    <a:pt x="7104" y="6201"/>
                  </a:cubicBezTo>
                  <a:lnTo>
                    <a:pt x="3426" y="11647"/>
                  </a:lnTo>
                  <a:cubicBezTo>
                    <a:pt x="3192" y="12002"/>
                    <a:pt x="2787" y="12191"/>
                    <a:pt x="2354" y="12191"/>
                  </a:cubicBezTo>
                  <a:cubicBezTo>
                    <a:pt x="2056" y="12191"/>
                    <a:pt x="1745" y="12102"/>
                    <a:pt x="1469" y="11915"/>
                  </a:cubicBezTo>
                  <a:lnTo>
                    <a:pt x="1153" y="11694"/>
                  </a:lnTo>
                  <a:cubicBezTo>
                    <a:pt x="474" y="11236"/>
                    <a:pt x="269" y="10368"/>
                    <a:pt x="664" y="9784"/>
                  </a:cubicBezTo>
                  <a:lnTo>
                    <a:pt x="6820" y="629"/>
                  </a:lnTo>
                  <a:cubicBezTo>
                    <a:pt x="6998" y="354"/>
                    <a:pt x="7262" y="216"/>
                    <a:pt x="7581" y="216"/>
                  </a:cubicBezTo>
                  <a:cubicBezTo>
                    <a:pt x="7886" y="216"/>
                    <a:pt x="8241" y="343"/>
                    <a:pt x="8620" y="597"/>
                  </a:cubicBezTo>
                  <a:lnTo>
                    <a:pt x="8856" y="771"/>
                  </a:lnTo>
                  <a:lnTo>
                    <a:pt x="8888" y="771"/>
                  </a:lnTo>
                  <a:cubicBezTo>
                    <a:pt x="8904" y="755"/>
                    <a:pt x="8904" y="755"/>
                    <a:pt x="8919" y="739"/>
                  </a:cubicBezTo>
                  <a:cubicBezTo>
                    <a:pt x="8919" y="708"/>
                    <a:pt x="8951" y="660"/>
                    <a:pt x="8983" y="629"/>
                  </a:cubicBezTo>
                  <a:cubicBezTo>
                    <a:pt x="8983" y="629"/>
                    <a:pt x="8983" y="613"/>
                    <a:pt x="8983" y="597"/>
                  </a:cubicBezTo>
                  <a:cubicBezTo>
                    <a:pt x="8983" y="597"/>
                    <a:pt x="8967" y="581"/>
                    <a:pt x="8967" y="581"/>
                  </a:cubicBezTo>
                  <a:lnTo>
                    <a:pt x="8730" y="424"/>
                  </a:lnTo>
                  <a:cubicBezTo>
                    <a:pt x="8305" y="143"/>
                    <a:pt x="7898" y="1"/>
                    <a:pt x="7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6"/>
            <p:cNvSpPr/>
            <p:nvPr/>
          </p:nvSpPr>
          <p:spPr>
            <a:xfrm>
              <a:off x="4938450" y="2419450"/>
              <a:ext cx="228500" cy="313750"/>
            </a:xfrm>
            <a:custGeom>
              <a:avLst/>
              <a:gdLst/>
              <a:ahLst/>
              <a:cxnLst/>
              <a:rect l="l" t="t" r="r" b="b"/>
              <a:pathLst>
                <a:path w="9140" h="12550" extrusionOk="0">
                  <a:moveTo>
                    <a:pt x="7635" y="146"/>
                  </a:moveTo>
                  <a:cubicBezTo>
                    <a:pt x="7978" y="146"/>
                    <a:pt x="8370" y="284"/>
                    <a:pt x="8777" y="561"/>
                  </a:cubicBezTo>
                  <a:lnTo>
                    <a:pt x="8982" y="687"/>
                  </a:lnTo>
                  <a:cubicBezTo>
                    <a:pt x="8966" y="703"/>
                    <a:pt x="8966" y="734"/>
                    <a:pt x="8950" y="750"/>
                  </a:cubicBezTo>
                  <a:lnTo>
                    <a:pt x="8745" y="608"/>
                  </a:lnTo>
                  <a:cubicBezTo>
                    <a:pt x="8354" y="347"/>
                    <a:pt x="7985" y="217"/>
                    <a:pt x="7664" y="217"/>
                  </a:cubicBezTo>
                  <a:cubicBezTo>
                    <a:pt x="7324" y="217"/>
                    <a:pt x="7038" y="363"/>
                    <a:pt x="6835" y="655"/>
                  </a:cubicBezTo>
                  <a:lnTo>
                    <a:pt x="679" y="9811"/>
                  </a:lnTo>
                  <a:cubicBezTo>
                    <a:pt x="253" y="10442"/>
                    <a:pt x="489" y="11342"/>
                    <a:pt x="1200" y="11816"/>
                  </a:cubicBezTo>
                  <a:lnTo>
                    <a:pt x="1515" y="12037"/>
                  </a:lnTo>
                  <a:cubicBezTo>
                    <a:pt x="1804" y="12235"/>
                    <a:pt x="2129" y="12330"/>
                    <a:pt x="2441" y="12330"/>
                  </a:cubicBezTo>
                  <a:cubicBezTo>
                    <a:pt x="2899" y="12330"/>
                    <a:pt x="3330" y="12128"/>
                    <a:pt x="3583" y="11752"/>
                  </a:cubicBezTo>
                  <a:lnTo>
                    <a:pt x="7245" y="6307"/>
                  </a:lnTo>
                  <a:cubicBezTo>
                    <a:pt x="7245" y="6307"/>
                    <a:pt x="7261" y="6307"/>
                    <a:pt x="7277" y="6322"/>
                  </a:cubicBezTo>
                  <a:cubicBezTo>
                    <a:pt x="7293" y="6322"/>
                    <a:pt x="7324" y="6354"/>
                    <a:pt x="7293" y="6385"/>
                  </a:cubicBezTo>
                  <a:lnTo>
                    <a:pt x="3646" y="11800"/>
                  </a:lnTo>
                  <a:cubicBezTo>
                    <a:pt x="3377" y="12200"/>
                    <a:pt x="2931" y="12408"/>
                    <a:pt x="2456" y="12408"/>
                  </a:cubicBezTo>
                  <a:cubicBezTo>
                    <a:pt x="2125" y="12408"/>
                    <a:pt x="1779" y="12307"/>
                    <a:pt x="1468" y="12100"/>
                  </a:cubicBezTo>
                  <a:lnTo>
                    <a:pt x="1152" y="11879"/>
                  </a:lnTo>
                  <a:cubicBezTo>
                    <a:pt x="410" y="11374"/>
                    <a:pt x="158" y="10427"/>
                    <a:pt x="600" y="9764"/>
                  </a:cubicBezTo>
                  <a:lnTo>
                    <a:pt x="6756" y="608"/>
                  </a:lnTo>
                  <a:cubicBezTo>
                    <a:pt x="6967" y="300"/>
                    <a:pt x="7273" y="146"/>
                    <a:pt x="7635" y="146"/>
                  </a:cubicBezTo>
                  <a:close/>
                  <a:moveTo>
                    <a:pt x="7649" y="1"/>
                  </a:moveTo>
                  <a:cubicBezTo>
                    <a:pt x="7239" y="1"/>
                    <a:pt x="6887" y="179"/>
                    <a:pt x="6646" y="529"/>
                  </a:cubicBezTo>
                  <a:lnTo>
                    <a:pt x="489" y="9685"/>
                  </a:lnTo>
                  <a:cubicBezTo>
                    <a:pt x="0" y="10427"/>
                    <a:pt x="268" y="11453"/>
                    <a:pt x="1073" y="12005"/>
                  </a:cubicBezTo>
                  <a:lnTo>
                    <a:pt x="1405" y="12226"/>
                  </a:lnTo>
                  <a:cubicBezTo>
                    <a:pt x="1731" y="12443"/>
                    <a:pt x="2098" y="12549"/>
                    <a:pt x="2454" y="12549"/>
                  </a:cubicBezTo>
                  <a:cubicBezTo>
                    <a:pt x="2976" y="12549"/>
                    <a:pt x="3472" y="12320"/>
                    <a:pt x="3773" y="11879"/>
                  </a:cubicBezTo>
                  <a:lnTo>
                    <a:pt x="7419" y="6449"/>
                  </a:lnTo>
                  <a:cubicBezTo>
                    <a:pt x="7466" y="6370"/>
                    <a:pt x="7451" y="6259"/>
                    <a:pt x="7356" y="6196"/>
                  </a:cubicBezTo>
                  <a:cubicBezTo>
                    <a:pt x="7331" y="6177"/>
                    <a:pt x="7299" y="6169"/>
                    <a:pt x="7266" y="6169"/>
                  </a:cubicBezTo>
                  <a:cubicBezTo>
                    <a:pt x="7215" y="6169"/>
                    <a:pt x="7164" y="6189"/>
                    <a:pt x="7135" y="6228"/>
                  </a:cubicBezTo>
                  <a:lnTo>
                    <a:pt x="3457" y="11674"/>
                  </a:lnTo>
                  <a:cubicBezTo>
                    <a:pt x="3233" y="12009"/>
                    <a:pt x="2850" y="12185"/>
                    <a:pt x="2440" y="12185"/>
                  </a:cubicBezTo>
                  <a:cubicBezTo>
                    <a:pt x="2156" y="12185"/>
                    <a:pt x="1859" y="12101"/>
                    <a:pt x="1594" y="11926"/>
                  </a:cubicBezTo>
                  <a:lnTo>
                    <a:pt x="1279" y="11705"/>
                  </a:lnTo>
                  <a:cubicBezTo>
                    <a:pt x="631" y="11279"/>
                    <a:pt x="426" y="10458"/>
                    <a:pt x="805" y="9890"/>
                  </a:cubicBezTo>
                  <a:lnTo>
                    <a:pt x="6961" y="734"/>
                  </a:lnTo>
                  <a:cubicBezTo>
                    <a:pt x="7128" y="488"/>
                    <a:pt x="7372" y="361"/>
                    <a:pt x="7667" y="361"/>
                  </a:cubicBezTo>
                  <a:cubicBezTo>
                    <a:pt x="7957" y="361"/>
                    <a:pt x="8298" y="484"/>
                    <a:pt x="8666" y="734"/>
                  </a:cubicBezTo>
                  <a:lnTo>
                    <a:pt x="8903" y="892"/>
                  </a:lnTo>
                  <a:cubicBezTo>
                    <a:pt x="8934" y="908"/>
                    <a:pt x="8966" y="908"/>
                    <a:pt x="8998" y="908"/>
                  </a:cubicBezTo>
                  <a:cubicBezTo>
                    <a:pt x="9029" y="892"/>
                    <a:pt x="9061" y="876"/>
                    <a:pt x="9061" y="845"/>
                  </a:cubicBezTo>
                  <a:cubicBezTo>
                    <a:pt x="9077" y="813"/>
                    <a:pt x="9092" y="782"/>
                    <a:pt x="9124" y="750"/>
                  </a:cubicBezTo>
                  <a:cubicBezTo>
                    <a:pt x="9140" y="734"/>
                    <a:pt x="9140" y="703"/>
                    <a:pt x="9140" y="671"/>
                  </a:cubicBezTo>
                  <a:cubicBezTo>
                    <a:pt x="9140" y="640"/>
                    <a:pt x="9124" y="608"/>
                    <a:pt x="9092" y="592"/>
                  </a:cubicBezTo>
                  <a:lnTo>
                    <a:pt x="8856" y="434"/>
                  </a:lnTo>
                  <a:cubicBezTo>
                    <a:pt x="8431" y="144"/>
                    <a:pt x="8016" y="1"/>
                    <a:pt x="7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36"/>
          <p:cNvGrpSpPr/>
          <p:nvPr/>
        </p:nvGrpSpPr>
        <p:grpSpPr>
          <a:xfrm rot="-1464382">
            <a:off x="4988209" y="890539"/>
            <a:ext cx="825540" cy="309244"/>
            <a:chOff x="5553275" y="2092625"/>
            <a:chExt cx="387150" cy="145025"/>
          </a:xfrm>
        </p:grpSpPr>
        <p:sp>
          <p:nvSpPr>
            <p:cNvPr id="217" name="Google Shape;217;p36"/>
            <p:cNvSpPr/>
            <p:nvPr/>
          </p:nvSpPr>
          <p:spPr>
            <a:xfrm>
              <a:off x="5556825" y="2122250"/>
              <a:ext cx="312975" cy="75675"/>
            </a:xfrm>
            <a:custGeom>
              <a:avLst/>
              <a:gdLst/>
              <a:ahLst/>
              <a:cxnLst/>
              <a:rect l="l" t="t" r="r" b="b"/>
              <a:pathLst>
                <a:path w="12519" h="3027" extrusionOk="0">
                  <a:moveTo>
                    <a:pt x="11085" y="0"/>
                  </a:moveTo>
                  <a:cubicBezTo>
                    <a:pt x="11027" y="0"/>
                    <a:pt x="10968" y="4"/>
                    <a:pt x="10908" y="10"/>
                  </a:cubicBezTo>
                  <a:lnTo>
                    <a:pt x="1295" y="1194"/>
                  </a:lnTo>
                  <a:cubicBezTo>
                    <a:pt x="553" y="1288"/>
                    <a:pt x="1" y="1873"/>
                    <a:pt x="79" y="2488"/>
                  </a:cubicBezTo>
                  <a:lnTo>
                    <a:pt x="111" y="2757"/>
                  </a:lnTo>
                  <a:cubicBezTo>
                    <a:pt x="127" y="2788"/>
                    <a:pt x="127" y="2804"/>
                    <a:pt x="127" y="2820"/>
                  </a:cubicBezTo>
                  <a:cubicBezTo>
                    <a:pt x="134" y="2817"/>
                    <a:pt x="140" y="2816"/>
                    <a:pt x="146" y="2816"/>
                  </a:cubicBezTo>
                  <a:cubicBezTo>
                    <a:pt x="184" y="2816"/>
                    <a:pt x="215" y="2851"/>
                    <a:pt x="269" y="2851"/>
                  </a:cubicBezTo>
                  <a:lnTo>
                    <a:pt x="269" y="2757"/>
                  </a:lnTo>
                  <a:lnTo>
                    <a:pt x="237" y="2504"/>
                  </a:lnTo>
                  <a:cubicBezTo>
                    <a:pt x="158" y="1936"/>
                    <a:pt x="632" y="1383"/>
                    <a:pt x="1311" y="1304"/>
                  </a:cubicBezTo>
                  <a:lnTo>
                    <a:pt x="10908" y="120"/>
                  </a:lnTo>
                  <a:cubicBezTo>
                    <a:pt x="10968" y="113"/>
                    <a:pt x="11028" y="110"/>
                    <a:pt x="11087" y="110"/>
                  </a:cubicBezTo>
                  <a:cubicBezTo>
                    <a:pt x="11692" y="110"/>
                    <a:pt x="12208" y="471"/>
                    <a:pt x="12266" y="989"/>
                  </a:cubicBezTo>
                  <a:lnTo>
                    <a:pt x="12297" y="1257"/>
                  </a:lnTo>
                  <a:cubicBezTo>
                    <a:pt x="12376" y="1825"/>
                    <a:pt x="11871" y="2346"/>
                    <a:pt x="11192" y="2425"/>
                  </a:cubicBezTo>
                  <a:lnTo>
                    <a:pt x="7183" y="2914"/>
                  </a:lnTo>
                  <a:cubicBezTo>
                    <a:pt x="7094" y="2929"/>
                    <a:pt x="7102" y="3026"/>
                    <a:pt x="7168" y="3026"/>
                  </a:cubicBezTo>
                  <a:cubicBezTo>
                    <a:pt x="7173" y="3026"/>
                    <a:pt x="7178" y="3026"/>
                    <a:pt x="7183" y="3025"/>
                  </a:cubicBezTo>
                  <a:lnTo>
                    <a:pt x="11224" y="2536"/>
                  </a:lnTo>
                  <a:cubicBezTo>
                    <a:pt x="11966" y="2441"/>
                    <a:pt x="12518" y="1857"/>
                    <a:pt x="12439" y="1241"/>
                  </a:cubicBezTo>
                  <a:lnTo>
                    <a:pt x="12408" y="973"/>
                  </a:lnTo>
                  <a:cubicBezTo>
                    <a:pt x="12335" y="406"/>
                    <a:pt x="11755" y="0"/>
                    <a:pt x="110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6"/>
            <p:cNvSpPr/>
            <p:nvPr/>
          </p:nvSpPr>
          <p:spPr>
            <a:xfrm>
              <a:off x="5554850" y="2120500"/>
              <a:ext cx="316525" cy="79425"/>
            </a:xfrm>
            <a:custGeom>
              <a:avLst/>
              <a:gdLst/>
              <a:ahLst/>
              <a:cxnLst/>
              <a:rect l="l" t="t" r="r" b="b"/>
              <a:pathLst>
                <a:path w="12661" h="3177" extrusionOk="0">
                  <a:moveTo>
                    <a:pt x="11200" y="1"/>
                  </a:moveTo>
                  <a:cubicBezTo>
                    <a:pt x="11125" y="1"/>
                    <a:pt x="11049" y="6"/>
                    <a:pt x="10971" y="17"/>
                  </a:cubicBezTo>
                  <a:lnTo>
                    <a:pt x="1374" y="1201"/>
                  </a:lnTo>
                  <a:cubicBezTo>
                    <a:pt x="569" y="1295"/>
                    <a:pt x="1" y="1911"/>
                    <a:pt x="80" y="2574"/>
                  </a:cubicBezTo>
                  <a:lnTo>
                    <a:pt x="111" y="2842"/>
                  </a:lnTo>
                  <a:cubicBezTo>
                    <a:pt x="111" y="2858"/>
                    <a:pt x="127" y="2890"/>
                    <a:pt x="127" y="2905"/>
                  </a:cubicBezTo>
                  <a:cubicBezTo>
                    <a:pt x="127" y="2921"/>
                    <a:pt x="143" y="2937"/>
                    <a:pt x="158" y="2953"/>
                  </a:cubicBezTo>
                  <a:cubicBezTo>
                    <a:pt x="174" y="2969"/>
                    <a:pt x="206" y="2969"/>
                    <a:pt x="222" y="2969"/>
                  </a:cubicBezTo>
                  <a:lnTo>
                    <a:pt x="253" y="2969"/>
                  </a:lnTo>
                  <a:cubicBezTo>
                    <a:pt x="269" y="2984"/>
                    <a:pt x="285" y="2984"/>
                    <a:pt x="316" y="2984"/>
                  </a:cubicBezTo>
                  <a:cubicBezTo>
                    <a:pt x="316" y="2992"/>
                    <a:pt x="320" y="2996"/>
                    <a:pt x="326" y="2996"/>
                  </a:cubicBezTo>
                  <a:cubicBezTo>
                    <a:pt x="332" y="2996"/>
                    <a:pt x="340" y="2992"/>
                    <a:pt x="348" y="2984"/>
                  </a:cubicBezTo>
                  <a:cubicBezTo>
                    <a:pt x="395" y="2984"/>
                    <a:pt x="427" y="2937"/>
                    <a:pt x="411" y="2905"/>
                  </a:cubicBezTo>
                  <a:lnTo>
                    <a:pt x="411" y="2874"/>
                  </a:lnTo>
                  <a:cubicBezTo>
                    <a:pt x="411" y="2858"/>
                    <a:pt x="411" y="2827"/>
                    <a:pt x="411" y="2811"/>
                  </a:cubicBezTo>
                  <a:lnTo>
                    <a:pt x="379" y="2558"/>
                  </a:lnTo>
                  <a:cubicBezTo>
                    <a:pt x="316" y="2021"/>
                    <a:pt x="774" y="1532"/>
                    <a:pt x="1390" y="1453"/>
                  </a:cubicBezTo>
                  <a:lnTo>
                    <a:pt x="11003" y="269"/>
                  </a:lnTo>
                  <a:cubicBezTo>
                    <a:pt x="11061" y="262"/>
                    <a:pt x="11119" y="259"/>
                    <a:pt x="11175" y="259"/>
                  </a:cubicBezTo>
                  <a:cubicBezTo>
                    <a:pt x="11735" y="259"/>
                    <a:pt x="12208" y="601"/>
                    <a:pt x="12266" y="1074"/>
                  </a:cubicBezTo>
                  <a:lnTo>
                    <a:pt x="12297" y="1343"/>
                  </a:lnTo>
                  <a:cubicBezTo>
                    <a:pt x="12361" y="1864"/>
                    <a:pt x="11903" y="2337"/>
                    <a:pt x="11271" y="2416"/>
                  </a:cubicBezTo>
                  <a:lnTo>
                    <a:pt x="7246" y="2921"/>
                  </a:lnTo>
                  <a:cubicBezTo>
                    <a:pt x="7215" y="2921"/>
                    <a:pt x="7167" y="2937"/>
                    <a:pt x="7136" y="2969"/>
                  </a:cubicBezTo>
                  <a:cubicBezTo>
                    <a:pt x="7120" y="3000"/>
                    <a:pt x="7104" y="3032"/>
                    <a:pt x="7120" y="3063"/>
                  </a:cubicBezTo>
                  <a:cubicBezTo>
                    <a:pt x="7120" y="3132"/>
                    <a:pt x="7180" y="3177"/>
                    <a:pt x="7237" y="3177"/>
                  </a:cubicBezTo>
                  <a:cubicBezTo>
                    <a:pt x="7245" y="3177"/>
                    <a:pt x="7254" y="3176"/>
                    <a:pt x="7262" y="3174"/>
                  </a:cubicBezTo>
                  <a:lnTo>
                    <a:pt x="11303" y="2684"/>
                  </a:lnTo>
                  <a:cubicBezTo>
                    <a:pt x="12092" y="2590"/>
                    <a:pt x="12660" y="1974"/>
                    <a:pt x="12582" y="1311"/>
                  </a:cubicBezTo>
                  <a:lnTo>
                    <a:pt x="12550" y="1043"/>
                  </a:lnTo>
                  <a:cubicBezTo>
                    <a:pt x="12479" y="445"/>
                    <a:pt x="11894" y="1"/>
                    <a:pt x="11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6"/>
            <p:cNvSpPr/>
            <p:nvPr/>
          </p:nvSpPr>
          <p:spPr>
            <a:xfrm>
              <a:off x="5555650" y="2120600"/>
              <a:ext cx="315725" cy="80050"/>
            </a:xfrm>
            <a:custGeom>
              <a:avLst/>
              <a:gdLst/>
              <a:ahLst/>
              <a:cxnLst/>
              <a:rect l="l" t="t" r="r" b="b"/>
              <a:pathLst>
                <a:path w="12629" h="3202" extrusionOk="0">
                  <a:moveTo>
                    <a:pt x="11146" y="0"/>
                  </a:moveTo>
                  <a:cubicBezTo>
                    <a:pt x="11078" y="0"/>
                    <a:pt x="11009" y="4"/>
                    <a:pt x="10939" y="13"/>
                  </a:cubicBezTo>
                  <a:lnTo>
                    <a:pt x="1326" y="1197"/>
                  </a:lnTo>
                  <a:cubicBezTo>
                    <a:pt x="537" y="1291"/>
                    <a:pt x="0" y="1891"/>
                    <a:pt x="79" y="2554"/>
                  </a:cubicBezTo>
                  <a:lnTo>
                    <a:pt x="174" y="3201"/>
                  </a:lnTo>
                  <a:cubicBezTo>
                    <a:pt x="213" y="3186"/>
                    <a:pt x="253" y="3178"/>
                    <a:pt x="292" y="3178"/>
                  </a:cubicBezTo>
                  <a:cubicBezTo>
                    <a:pt x="332" y="3178"/>
                    <a:pt x="371" y="3186"/>
                    <a:pt x="411" y="3201"/>
                  </a:cubicBezTo>
                  <a:lnTo>
                    <a:pt x="347" y="2633"/>
                  </a:lnTo>
                  <a:cubicBezTo>
                    <a:pt x="284" y="2096"/>
                    <a:pt x="742" y="1528"/>
                    <a:pt x="1358" y="1449"/>
                  </a:cubicBezTo>
                  <a:lnTo>
                    <a:pt x="10971" y="265"/>
                  </a:lnTo>
                  <a:cubicBezTo>
                    <a:pt x="11029" y="258"/>
                    <a:pt x="11087" y="255"/>
                    <a:pt x="11143" y="255"/>
                  </a:cubicBezTo>
                  <a:cubicBezTo>
                    <a:pt x="11703" y="255"/>
                    <a:pt x="12176" y="597"/>
                    <a:pt x="12234" y="1070"/>
                  </a:cubicBezTo>
                  <a:lnTo>
                    <a:pt x="12265" y="1339"/>
                  </a:lnTo>
                  <a:cubicBezTo>
                    <a:pt x="12329" y="1860"/>
                    <a:pt x="11871" y="2333"/>
                    <a:pt x="11239" y="2412"/>
                  </a:cubicBezTo>
                  <a:lnTo>
                    <a:pt x="7214" y="2917"/>
                  </a:lnTo>
                  <a:cubicBezTo>
                    <a:pt x="7183" y="2917"/>
                    <a:pt x="7135" y="2933"/>
                    <a:pt x="7119" y="2965"/>
                  </a:cubicBezTo>
                  <a:cubicBezTo>
                    <a:pt x="7088" y="2996"/>
                    <a:pt x="7072" y="3028"/>
                    <a:pt x="7088" y="3059"/>
                  </a:cubicBezTo>
                  <a:cubicBezTo>
                    <a:pt x="7088" y="3130"/>
                    <a:pt x="7138" y="3188"/>
                    <a:pt x="7206" y="3188"/>
                  </a:cubicBezTo>
                  <a:cubicBezTo>
                    <a:pt x="7214" y="3188"/>
                    <a:pt x="7222" y="3187"/>
                    <a:pt x="7230" y="3186"/>
                  </a:cubicBezTo>
                  <a:lnTo>
                    <a:pt x="11271" y="2696"/>
                  </a:lnTo>
                  <a:cubicBezTo>
                    <a:pt x="12060" y="2602"/>
                    <a:pt x="12628" y="1970"/>
                    <a:pt x="12550" y="1307"/>
                  </a:cubicBezTo>
                  <a:lnTo>
                    <a:pt x="12518" y="1039"/>
                  </a:lnTo>
                  <a:cubicBezTo>
                    <a:pt x="12446" y="434"/>
                    <a:pt x="11849" y="0"/>
                    <a:pt x="1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6"/>
            <p:cNvSpPr/>
            <p:nvPr/>
          </p:nvSpPr>
          <p:spPr>
            <a:xfrm>
              <a:off x="5553275" y="2118650"/>
              <a:ext cx="320475" cy="83975"/>
            </a:xfrm>
            <a:custGeom>
              <a:avLst/>
              <a:gdLst/>
              <a:ahLst/>
              <a:cxnLst/>
              <a:rect l="l" t="t" r="r" b="b"/>
              <a:pathLst>
                <a:path w="12819" h="3359" extrusionOk="0">
                  <a:moveTo>
                    <a:pt x="11241" y="141"/>
                  </a:moveTo>
                  <a:cubicBezTo>
                    <a:pt x="11898" y="141"/>
                    <a:pt x="12462" y="544"/>
                    <a:pt x="12534" y="1117"/>
                  </a:cubicBezTo>
                  <a:lnTo>
                    <a:pt x="12566" y="1385"/>
                  </a:lnTo>
                  <a:cubicBezTo>
                    <a:pt x="12645" y="2001"/>
                    <a:pt x="12092" y="2585"/>
                    <a:pt x="11350" y="2680"/>
                  </a:cubicBezTo>
                  <a:lnTo>
                    <a:pt x="7309" y="3169"/>
                  </a:lnTo>
                  <a:cubicBezTo>
                    <a:pt x="7262" y="3169"/>
                    <a:pt x="7230" y="3122"/>
                    <a:pt x="7262" y="3090"/>
                  </a:cubicBezTo>
                  <a:cubicBezTo>
                    <a:pt x="7278" y="3074"/>
                    <a:pt x="7293" y="3058"/>
                    <a:pt x="7309" y="3058"/>
                  </a:cubicBezTo>
                  <a:lnTo>
                    <a:pt x="11334" y="2569"/>
                  </a:lnTo>
                  <a:cubicBezTo>
                    <a:pt x="12013" y="2474"/>
                    <a:pt x="12502" y="1953"/>
                    <a:pt x="12439" y="1401"/>
                  </a:cubicBezTo>
                  <a:lnTo>
                    <a:pt x="12408" y="1133"/>
                  </a:lnTo>
                  <a:cubicBezTo>
                    <a:pt x="12336" y="613"/>
                    <a:pt x="11828" y="239"/>
                    <a:pt x="11223" y="239"/>
                  </a:cubicBezTo>
                  <a:cubicBezTo>
                    <a:pt x="11166" y="239"/>
                    <a:pt x="11108" y="242"/>
                    <a:pt x="11050" y="249"/>
                  </a:cubicBezTo>
                  <a:lnTo>
                    <a:pt x="1437" y="1432"/>
                  </a:lnTo>
                  <a:cubicBezTo>
                    <a:pt x="790" y="1527"/>
                    <a:pt x="285" y="2111"/>
                    <a:pt x="364" y="2711"/>
                  </a:cubicBezTo>
                  <a:lnTo>
                    <a:pt x="411" y="3169"/>
                  </a:lnTo>
                  <a:lnTo>
                    <a:pt x="316" y="3169"/>
                  </a:lnTo>
                  <a:lnTo>
                    <a:pt x="237" y="2601"/>
                  </a:lnTo>
                  <a:cubicBezTo>
                    <a:pt x="174" y="1985"/>
                    <a:pt x="679" y="1417"/>
                    <a:pt x="1421" y="1338"/>
                  </a:cubicBezTo>
                  <a:lnTo>
                    <a:pt x="11034" y="154"/>
                  </a:lnTo>
                  <a:cubicBezTo>
                    <a:pt x="11104" y="145"/>
                    <a:pt x="11173" y="141"/>
                    <a:pt x="11241" y="141"/>
                  </a:cubicBezTo>
                  <a:close/>
                  <a:moveTo>
                    <a:pt x="11225" y="0"/>
                  </a:moveTo>
                  <a:cubicBezTo>
                    <a:pt x="11157" y="0"/>
                    <a:pt x="11088" y="4"/>
                    <a:pt x="11019" y="12"/>
                  </a:cubicBezTo>
                  <a:lnTo>
                    <a:pt x="1405" y="1196"/>
                  </a:lnTo>
                  <a:cubicBezTo>
                    <a:pt x="585" y="1306"/>
                    <a:pt x="1" y="1938"/>
                    <a:pt x="95" y="2648"/>
                  </a:cubicBezTo>
                  <a:lnTo>
                    <a:pt x="190" y="3295"/>
                  </a:lnTo>
                  <a:cubicBezTo>
                    <a:pt x="190" y="3327"/>
                    <a:pt x="206" y="3342"/>
                    <a:pt x="221" y="3358"/>
                  </a:cubicBezTo>
                  <a:lnTo>
                    <a:pt x="285" y="3358"/>
                  </a:lnTo>
                  <a:cubicBezTo>
                    <a:pt x="316" y="3342"/>
                    <a:pt x="348" y="3335"/>
                    <a:pt x="377" y="3335"/>
                  </a:cubicBezTo>
                  <a:cubicBezTo>
                    <a:pt x="407" y="3335"/>
                    <a:pt x="435" y="3342"/>
                    <a:pt x="458" y="3358"/>
                  </a:cubicBezTo>
                  <a:cubicBezTo>
                    <a:pt x="490" y="3358"/>
                    <a:pt x="521" y="3358"/>
                    <a:pt x="537" y="3342"/>
                  </a:cubicBezTo>
                  <a:cubicBezTo>
                    <a:pt x="569" y="3327"/>
                    <a:pt x="585" y="3295"/>
                    <a:pt x="569" y="3264"/>
                  </a:cubicBezTo>
                  <a:lnTo>
                    <a:pt x="521" y="2695"/>
                  </a:lnTo>
                  <a:cubicBezTo>
                    <a:pt x="458" y="2190"/>
                    <a:pt x="900" y="1669"/>
                    <a:pt x="1453" y="1606"/>
                  </a:cubicBezTo>
                  <a:lnTo>
                    <a:pt x="11066" y="422"/>
                  </a:lnTo>
                  <a:cubicBezTo>
                    <a:pt x="11126" y="414"/>
                    <a:pt x="11185" y="411"/>
                    <a:pt x="11243" y="411"/>
                  </a:cubicBezTo>
                  <a:cubicBezTo>
                    <a:pt x="11768" y="411"/>
                    <a:pt x="12207" y="722"/>
                    <a:pt x="12250" y="1148"/>
                  </a:cubicBezTo>
                  <a:lnTo>
                    <a:pt x="12281" y="1417"/>
                  </a:lnTo>
                  <a:cubicBezTo>
                    <a:pt x="12345" y="1890"/>
                    <a:pt x="11918" y="2348"/>
                    <a:pt x="11319" y="2411"/>
                  </a:cubicBezTo>
                  <a:lnTo>
                    <a:pt x="7309" y="2916"/>
                  </a:lnTo>
                  <a:cubicBezTo>
                    <a:pt x="7246" y="2916"/>
                    <a:pt x="7183" y="2948"/>
                    <a:pt x="7151" y="2995"/>
                  </a:cubicBezTo>
                  <a:cubicBezTo>
                    <a:pt x="7104" y="3043"/>
                    <a:pt x="7088" y="3090"/>
                    <a:pt x="7104" y="3153"/>
                  </a:cubicBezTo>
                  <a:cubicBezTo>
                    <a:pt x="7118" y="3254"/>
                    <a:pt x="7199" y="3329"/>
                    <a:pt x="7309" y="3329"/>
                  </a:cubicBezTo>
                  <a:cubicBezTo>
                    <a:pt x="7319" y="3329"/>
                    <a:pt x="7330" y="3328"/>
                    <a:pt x="7341" y="3327"/>
                  </a:cubicBezTo>
                  <a:lnTo>
                    <a:pt x="11366" y="2837"/>
                  </a:lnTo>
                  <a:cubicBezTo>
                    <a:pt x="12203" y="2727"/>
                    <a:pt x="12818" y="2080"/>
                    <a:pt x="12723" y="1385"/>
                  </a:cubicBezTo>
                  <a:lnTo>
                    <a:pt x="12692" y="1117"/>
                  </a:lnTo>
                  <a:cubicBezTo>
                    <a:pt x="12605" y="466"/>
                    <a:pt x="11974" y="0"/>
                    <a:pt x="1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6"/>
            <p:cNvSpPr/>
            <p:nvPr/>
          </p:nvSpPr>
          <p:spPr>
            <a:xfrm>
              <a:off x="5558000" y="2094575"/>
              <a:ext cx="380450" cy="141425"/>
            </a:xfrm>
            <a:custGeom>
              <a:avLst/>
              <a:gdLst/>
              <a:ahLst/>
              <a:cxnLst/>
              <a:rect l="l" t="t" r="r" b="b"/>
              <a:pathLst>
                <a:path w="15218" h="5657" extrusionOk="0">
                  <a:moveTo>
                    <a:pt x="13318" y="1"/>
                  </a:moveTo>
                  <a:cubicBezTo>
                    <a:pt x="13257" y="1"/>
                    <a:pt x="13196" y="5"/>
                    <a:pt x="13134" y="12"/>
                  </a:cubicBezTo>
                  <a:lnTo>
                    <a:pt x="5999" y="880"/>
                  </a:lnTo>
                  <a:cubicBezTo>
                    <a:pt x="5920" y="896"/>
                    <a:pt x="5889" y="959"/>
                    <a:pt x="5889" y="1038"/>
                  </a:cubicBezTo>
                  <a:cubicBezTo>
                    <a:pt x="5905" y="1085"/>
                    <a:pt x="5952" y="1133"/>
                    <a:pt x="6015" y="1133"/>
                  </a:cubicBezTo>
                  <a:lnTo>
                    <a:pt x="13166" y="264"/>
                  </a:lnTo>
                  <a:cubicBezTo>
                    <a:pt x="13220" y="258"/>
                    <a:pt x="13273" y="255"/>
                    <a:pt x="13326" y="255"/>
                  </a:cubicBezTo>
                  <a:cubicBezTo>
                    <a:pt x="14065" y="255"/>
                    <a:pt x="14704" y="860"/>
                    <a:pt x="14808" y="1685"/>
                  </a:cubicBezTo>
                  <a:lnTo>
                    <a:pt x="14855" y="2127"/>
                  </a:lnTo>
                  <a:cubicBezTo>
                    <a:pt x="14965" y="3011"/>
                    <a:pt x="14413" y="3816"/>
                    <a:pt x="13624" y="3911"/>
                  </a:cubicBezTo>
                  <a:lnTo>
                    <a:pt x="1579" y="5395"/>
                  </a:lnTo>
                  <a:cubicBezTo>
                    <a:pt x="1536" y="5400"/>
                    <a:pt x="1493" y="5402"/>
                    <a:pt x="1450" y="5402"/>
                  </a:cubicBezTo>
                  <a:cubicBezTo>
                    <a:pt x="823" y="5402"/>
                    <a:pt x="373" y="4857"/>
                    <a:pt x="269" y="3911"/>
                  </a:cubicBezTo>
                  <a:lnTo>
                    <a:pt x="222" y="3595"/>
                  </a:lnTo>
                  <a:cubicBezTo>
                    <a:pt x="222" y="3579"/>
                    <a:pt x="206" y="3564"/>
                    <a:pt x="206" y="3564"/>
                  </a:cubicBezTo>
                  <a:lnTo>
                    <a:pt x="175" y="3564"/>
                  </a:lnTo>
                  <a:cubicBezTo>
                    <a:pt x="127" y="3579"/>
                    <a:pt x="80" y="3595"/>
                    <a:pt x="32" y="3595"/>
                  </a:cubicBezTo>
                  <a:cubicBezTo>
                    <a:pt x="27" y="3590"/>
                    <a:pt x="22" y="3588"/>
                    <a:pt x="17" y="3588"/>
                  </a:cubicBezTo>
                  <a:cubicBezTo>
                    <a:pt x="8" y="3588"/>
                    <a:pt x="1" y="3595"/>
                    <a:pt x="1" y="3595"/>
                  </a:cubicBezTo>
                  <a:cubicBezTo>
                    <a:pt x="1" y="3611"/>
                    <a:pt x="1" y="3627"/>
                    <a:pt x="1" y="3627"/>
                  </a:cubicBezTo>
                  <a:lnTo>
                    <a:pt x="48" y="3942"/>
                  </a:lnTo>
                  <a:cubicBezTo>
                    <a:pt x="166" y="5020"/>
                    <a:pt x="713" y="5656"/>
                    <a:pt x="1468" y="5656"/>
                  </a:cubicBezTo>
                  <a:cubicBezTo>
                    <a:pt x="1520" y="5656"/>
                    <a:pt x="1573" y="5653"/>
                    <a:pt x="1627" y="5647"/>
                  </a:cubicBezTo>
                  <a:lnTo>
                    <a:pt x="13655" y="4163"/>
                  </a:lnTo>
                  <a:cubicBezTo>
                    <a:pt x="14571" y="4053"/>
                    <a:pt x="15218" y="3122"/>
                    <a:pt x="15092" y="2096"/>
                  </a:cubicBezTo>
                  <a:lnTo>
                    <a:pt x="15044" y="1669"/>
                  </a:lnTo>
                  <a:cubicBezTo>
                    <a:pt x="14926" y="711"/>
                    <a:pt x="14175" y="1"/>
                    <a:pt x="1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6"/>
            <p:cNvSpPr/>
            <p:nvPr/>
          </p:nvSpPr>
          <p:spPr>
            <a:xfrm>
              <a:off x="5555650" y="2092625"/>
              <a:ext cx="384775" cy="145025"/>
            </a:xfrm>
            <a:custGeom>
              <a:avLst/>
              <a:gdLst/>
              <a:ahLst/>
              <a:cxnLst/>
              <a:rect l="l" t="t" r="r" b="b"/>
              <a:pathLst>
                <a:path w="15391" h="5801" extrusionOk="0">
                  <a:moveTo>
                    <a:pt x="13464" y="170"/>
                  </a:moveTo>
                  <a:cubicBezTo>
                    <a:pt x="14264" y="170"/>
                    <a:pt x="14959" y="846"/>
                    <a:pt x="15075" y="1763"/>
                  </a:cubicBezTo>
                  <a:lnTo>
                    <a:pt x="15123" y="2189"/>
                  </a:lnTo>
                  <a:cubicBezTo>
                    <a:pt x="15233" y="3184"/>
                    <a:pt x="14617" y="4052"/>
                    <a:pt x="13733" y="4163"/>
                  </a:cubicBezTo>
                  <a:lnTo>
                    <a:pt x="1705" y="5646"/>
                  </a:lnTo>
                  <a:cubicBezTo>
                    <a:pt x="1653" y="5653"/>
                    <a:pt x="1602" y="5656"/>
                    <a:pt x="1551" y="5656"/>
                  </a:cubicBezTo>
                  <a:cubicBezTo>
                    <a:pt x="841" y="5656"/>
                    <a:pt x="323" y="5038"/>
                    <a:pt x="205" y="4020"/>
                  </a:cubicBezTo>
                  <a:lnTo>
                    <a:pt x="174" y="3736"/>
                  </a:lnTo>
                  <a:lnTo>
                    <a:pt x="253" y="3736"/>
                  </a:lnTo>
                  <a:lnTo>
                    <a:pt x="284" y="4005"/>
                  </a:lnTo>
                  <a:cubicBezTo>
                    <a:pt x="403" y="4997"/>
                    <a:pt x="869" y="5559"/>
                    <a:pt x="1552" y="5559"/>
                  </a:cubicBezTo>
                  <a:cubicBezTo>
                    <a:pt x="1597" y="5559"/>
                    <a:pt x="1643" y="5556"/>
                    <a:pt x="1689" y="5552"/>
                  </a:cubicBezTo>
                  <a:lnTo>
                    <a:pt x="13733" y="4068"/>
                  </a:lnTo>
                  <a:cubicBezTo>
                    <a:pt x="14554" y="3973"/>
                    <a:pt x="15154" y="3121"/>
                    <a:pt x="15028" y="2205"/>
                  </a:cubicBezTo>
                  <a:lnTo>
                    <a:pt x="14980" y="1763"/>
                  </a:lnTo>
                  <a:cubicBezTo>
                    <a:pt x="14877" y="891"/>
                    <a:pt x="14192" y="255"/>
                    <a:pt x="13419" y="255"/>
                  </a:cubicBezTo>
                  <a:cubicBezTo>
                    <a:pt x="13366" y="255"/>
                    <a:pt x="13313" y="257"/>
                    <a:pt x="13260" y="264"/>
                  </a:cubicBezTo>
                  <a:lnTo>
                    <a:pt x="6093" y="1148"/>
                  </a:lnTo>
                  <a:cubicBezTo>
                    <a:pt x="6093" y="1132"/>
                    <a:pt x="6078" y="1116"/>
                    <a:pt x="6078" y="1116"/>
                  </a:cubicBezTo>
                  <a:cubicBezTo>
                    <a:pt x="6078" y="1100"/>
                    <a:pt x="6078" y="1053"/>
                    <a:pt x="6125" y="1053"/>
                  </a:cubicBezTo>
                  <a:lnTo>
                    <a:pt x="13260" y="185"/>
                  </a:lnTo>
                  <a:cubicBezTo>
                    <a:pt x="13328" y="175"/>
                    <a:pt x="13396" y="170"/>
                    <a:pt x="13464" y="170"/>
                  </a:cubicBezTo>
                  <a:close/>
                  <a:moveTo>
                    <a:pt x="13412" y="0"/>
                  </a:moveTo>
                  <a:cubicBezTo>
                    <a:pt x="13351" y="0"/>
                    <a:pt x="13290" y="4"/>
                    <a:pt x="13228" y="11"/>
                  </a:cubicBezTo>
                  <a:lnTo>
                    <a:pt x="6078" y="895"/>
                  </a:lnTo>
                  <a:cubicBezTo>
                    <a:pt x="5967" y="895"/>
                    <a:pt x="5888" y="1005"/>
                    <a:pt x="5904" y="1116"/>
                  </a:cubicBezTo>
                  <a:cubicBezTo>
                    <a:pt x="5918" y="1217"/>
                    <a:pt x="5986" y="1292"/>
                    <a:pt x="6081" y="1292"/>
                  </a:cubicBezTo>
                  <a:cubicBezTo>
                    <a:pt x="6090" y="1292"/>
                    <a:pt x="6100" y="1291"/>
                    <a:pt x="6109" y="1290"/>
                  </a:cubicBezTo>
                  <a:lnTo>
                    <a:pt x="13276" y="421"/>
                  </a:lnTo>
                  <a:cubicBezTo>
                    <a:pt x="13327" y="415"/>
                    <a:pt x="13379" y="412"/>
                    <a:pt x="13430" y="412"/>
                  </a:cubicBezTo>
                  <a:cubicBezTo>
                    <a:pt x="14125" y="412"/>
                    <a:pt x="14734" y="999"/>
                    <a:pt x="14823" y="1779"/>
                  </a:cubicBezTo>
                  <a:lnTo>
                    <a:pt x="14870" y="2221"/>
                  </a:lnTo>
                  <a:cubicBezTo>
                    <a:pt x="14980" y="3058"/>
                    <a:pt x="14460" y="3815"/>
                    <a:pt x="13702" y="3910"/>
                  </a:cubicBezTo>
                  <a:lnTo>
                    <a:pt x="1673" y="5394"/>
                  </a:lnTo>
                  <a:cubicBezTo>
                    <a:pt x="1629" y="5399"/>
                    <a:pt x="1586" y="5402"/>
                    <a:pt x="1544" y="5402"/>
                  </a:cubicBezTo>
                  <a:cubicBezTo>
                    <a:pt x="951" y="5402"/>
                    <a:pt x="545" y="4888"/>
                    <a:pt x="442" y="3989"/>
                  </a:cubicBezTo>
                  <a:lnTo>
                    <a:pt x="395" y="3657"/>
                  </a:lnTo>
                  <a:cubicBezTo>
                    <a:pt x="381" y="3603"/>
                    <a:pt x="332" y="3560"/>
                    <a:pt x="267" y="3560"/>
                  </a:cubicBezTo>
                  <a:cubicBezTo>
                    <a:pt x="257" y="3560"/>
                    <a:pt x="247" y="3561"/>
                    <a:pt x="237" y="3563"/>
                  </a:cubicBezTo>
                  <a:cubicBezTo>
                    <a:pt x="205" y="3578"/>
                    <a:pt x="158" y="3594"/>
                    <a:pt x="126" y="3594"/>
                  </a:cubicBezTo>
                  <a:cubicBezTo>
                    <a:pt x="95" y="3594"/>
                    <a:pt x="63" y="3594"/>
                    <a:pt x="32" y="3626"/>
                  </a:cubicBezTo>
                  <a:cubicBezTo>
                    <a:pt x="16" y="3657"/>
                    <a:pt x="0" y="3689"/>
                    <a:pt x="16" y="3721"/>
                  </a:cubicBezTo>
                  <a:lnTo>
                    <a:pt x="48" y="4036"/>
                  </a:lnTo>
                  <a:cubicBezTo>
                    <a:pt x="194" y="5149"/>
                    <a:pt x="748" y="5800"/>
                    <a:pt x="1533" y="5800"/>
                  </a:cubicBezTo>
                  <a:cubicBezTo>
                    <a:pt x="1594" y="5800"/>
                    <a:pt x="1657" y="5796"/>
                    <a:pt x="1721" y="5788"/>
                  </a:cubicBezTo>
                  <a:lnTo>
                    <a:pt x="13765" y="4320"/>
                  </a:lnTo>
                  <a:cubicBezTo>
                    <a:pt x="14728" y="4194"/>
                    <a:pt x="15391" y="3231"/>
                    <a:pt x="15249" y="2174"/>
                  </a:cubicBezTo>
                  <a:lnTo>
                    <a:pt x="15201" y="1732"/>
                  </a:lnTo>
                  <a:cubicBezTo>
                    <a:pt x="15083" y="742"/>
                    <a:pt x="14301" y="0"/>
                    <a:pt x="13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36"/>
          <p:cNvSpPr/>
          <p:nvPr/>
        </p:nvSpPr>
        <p:spPr>
          <a:xfrm>
            <a:off x="8360025" y="4270400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6"/>
          <p:cNvSpPr/>
          <p:nvPr/>
        </p:nvSpPr>
        <p:spPr>
          <a:xfrm>
            <a:off x="15725" y="193442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36"/>
          <p:cNvGrpSpPr/>
          <p:nvPr/>
        </p:nvGrpSpPr>
        <p:grpSpPr>
          <a:xfrm>
            <a:off x="6784933" y="251342"/>
            <a:ext cx="384632" cy="574469"/>
            <a:chOff x="5896600" y="1746775"/>
            <a:chExt cx="180375" cy="269400"/>
          </a:xfrm>
        </p:grpSpPr>
        <p:sp>
          <p:nvSpPr>
            <p:cNvPr id="226" name="Google Shape;226;p36"/>
            <p:cNvSpPr/>
            <p:nvPr/>
          </p:nvSpPr>
          <p:spPr>
            <a:xfrm>
              <a:off x="5900150" y="1796400"/>
              <a:ext cx="139325" cy="211275"/>
            </a:xfrm>
            <a:custGeom>
              <a:avLst/>
              <a:gdLst/>
              <a:ahLst/>
              <a:cxnLst/>
              <a:rect l="l" t="t" r="r" b="b"/>
              <a:pathLst>
                <a:path w="5573" h="8451" extrusionOk="0">
                  <a:moveTo>
                    <a:pt x="4511" y="1"/>
                  </a:moveTo>
                  <a:cubicBezTo>
                    <a:pt x="4172" y="1"/>
                    <a:pt x="3815" y="225"/>
                    <a:pt x="3616" y="589"/>
                  </a:cubicBezTo>
                  <a:lnTo>
                    <a:pt x="253" y="7030"/>
                  </a:lnTo>
                  <a:cubicBezTo>
                    <a:pt x="1" y="7535"/>
                    <a:pt x="111" y="8119"/>
                    <a:pt x="537" y="8324"/>
                  </a:cubicBezTo>
                  <a:lnTo>
                    <a:pt x="711" y="8419"/>
                  </a:lnTo>
                  <a:lnTo>
                    <a:pt x="758" y="8450"/>
                  </a:lnTo>
                  <a:cubicBezTo>
                    <a:pt x="774" y="8403"/>
                    <a:pt x="806" y="8403"/>
                    <a:pt x="837" y="8371"/>
                  </a:cubicBezTo>
                  <a:cubicBezTo>
                    <a:pt x="822" y="8371"/>
                    <a:pt x="790" y="8324"/>
                    <a:pt x="774" y="8324"/>
                  </a:cubicBezTo>
                  <a:lnTo>
                    <a:pt x="601" y="8245"/>
                  </a:lnTo>
                  <a:cubicBezTo>
                    <a:pt x="206" y="7993"/>
                    <a:pt x="80" y="7472"/>
                    <a:pt x="332" y="7061"/>
                  </a:cubicBezTo>
                  <a:lnTo>
                    <a:pt x="3679" y="637"/>
                  </a:lnTo>
                  <a:cubicBezTo>
                    <a:pt x="3856" y="294"/>
                    <a:pt x="4184" y="93"/>
                    <a:pt x="4496" y="93"/>
                  </a:cubicBezTo>
                  <a:cubicBezTo>
                    <a:pt x="4601" y="93"/>
                    <a:pt x="4704" y="115"/>
                    <a:pt x="4799" y="163"/>
                  </a:cubicBezTo>
                  <a:lnTo>
                    <a:pt x="4973" y="258"/>
                  </a:lnTo>
                  <a:cubicBezTo>
                    <a:pt x="5352" y="463"/>
                    <a:pt x="5462" y="984"/>
                    <a:pt x="5226" y="1442"/>
                  </a:cubicBezTo>
                  <a:lnTo>
                    <a:pt x="3821" y="4141"/>
                  </a:lnTo>
                  <a:cubicBezTo>
                    <a:pt x="3800" y="4183"/>
                    <a:pt x="3821" y="4211"/>
                    <a:pt x="3847" y="4211"/>
                  </a:cubicBezTo>
                  <a:cubicBezTo>
                    <a:pt x="3859" y="4211"/>
                    <a:pt x="3873" y="4204"/>
                    <a:pt x="3884" y="4188"/>
                  </a:cubicBezTo>
                  <a:lnTo>
                    <a:pt x="5305" y="1473"/>
                  </a:lnTo>
                  <a:cubicBezTo>
                    <a:pt x="5573" y="968"/>
                    <a:pt x="5447" y="384"/>
                    <a:pt x="5036" y="179"/>
                  </a:cubicBezTo>
                  <a:lnTo>
                    <a:pt x="4847" y="84"/>
                  </a:lnTo>
                  <a:cubicBezTo>
                    <a:pt x="4742" y="28"/>
                    <a:pt x="4627" y="1"/>
                    <a:pt x="4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6"/>
            <p:cNvSpPr/>
            <p:nvPr/>
          </p:nvSpPr>
          <p:spPr>
            <a:xfrm>
              <a:off x="5898175" y="1795025"/>
              <a:ext cx="142500" cy="213825"/>
            </a:xfrm>
            <a:custGeom>
              <a:avLst/>
              <a:gdLst/>
              <a:ahLst/>
              <a:cxnLst/>
              <a:rect l="l" t="t" r="r" b="b"/>
              <a:pathLst>
                <a:path w="5700" h="8553" extrusionOk="0">
                  <a:moveTo>
                    <a:pt x="4579" y="0"/>
                  </a:moveTo>
                  <a:cubicBezTo>
                    <a:pt x="4215" y="0"/>
                    <a:pt x="3845" y="233"/>
                    <a:pt x="3647" y="628"/>
                  </a:cubicBezTo>
                  <a:lnTo>
                    <a:pt x="285" y="7069"/>
                  </a:lnTo>
                  <a:cubicBezTo>
                    <a:pt x="1" y="7590"/>
                    <a:pt x="143" y="8205"/>
                    <a:pt x="585" y="8442"/>
                  </a:cubicBezTo>
                  <a:lnTo>
                    <a:pt x="759" y="8537"/>
                  </a:lnTo>
                  <a:lnTo>
                    <a:pt x="806" y="8553"/>
                  </a:lnTo>
                  <a:lnTo>
                    <a:pt x="853" y="8553"/>
                  </a:lnTo>
                  <a:cubicBezTo>
                    <a:pt x="869" y="8553"/>
                    <a:pt x="885" y="8537"/>
                    <a:pt x="885" y="8521"/>
                  </a:cubicBezTo>
                  <a:lnTo>
                    <a:pt x="901" y="8505"/>
                  </a:lnTo>
                  <a:cubicBezTo>
                    <a:pt x="916" y="8505"/>
                    <a:pt x="932" y="8490"/>
                    <a:pt x="948" y="8474"/>
                  </a:cubicBezTo>
                  <a:cubicBezTo>
                    <a:pt x="948" y="8474"/>
                    <a:pt x="948" y="8474"/>
                    <a:pt x="964" y="8458"/>
                  </a:cubicBezTo>
                  <a:cubicBezTo>
                    <a:pt x="980" y="8426"/>
                    <a:pt x="964" y="8395"/>
                    <a:pt x="932" y="8379"/>
                  </a:cubicBezTo>
                  <a:lnTo>
                    <a:pt x="916" y="8363"/>
                  </a:lnTo>
                  <a:cubicBezTo>
                    <a:pt x="901" y="8347"/>
                    <a:pt x="901" y="8347"/>
                    <a:pt x="885" y="8332"/>
                  </a:cubicBezTo>
                  <a:lnTo>
                    <a:pt x="711" y="8253"/>
                  </a:lnTo>
                  <a:cubicBezTo>
                    <a:pt x="348" y="8063"/>
                    <a:pt x="238" y="7574"/>
                    <a:pt x="459" y="7164"/>
                  </a:cubicBezTo>
                  <a:lnTo>
                    <a:pt x="3805" y="723"/>
                  </a:lnTo>
                  <a:cubicBezTo>
                    <a:pt x="3982" y="405"/>
                    <a:pt x="4281" y="210"/>
                    <a:pt x="4566" y="210"/>
                  </a:cubicBezTo>
                  <a:cubicBezTo>
                    <a:pt x="4663" y="210"/>
                    <a:pt x="4759" y="233"/>
                    <a:pt x="4847" y="281"/>
                  </a:cubicBezTo>
                  <a:lnTo>
                    <a:pt x="5021" y="376"/>
                  </a:lnTo>
                  <a:cubicBezTo>
                    <a:pt x="5368" y="550"/>
                    <a:pt x="5478" y="1055"/>
                    <a:pt x="5257" y="1481"/>
                  </a:cubicBezTo>
                  <a:lnTo>
                    <a:pt x="3852" y="4164"/>
                  </a:lnTo>
                  <a:cubicBezTo>
                    <a:pt x="3837" y="4196"/>
                    <a:pt x="3821" y="4228"/>
                    <a:pt x="3837" y="4259"/>
                  </a:cubicBezTo>
                  <a:cubicBezTo>
                    <a:pt x="3837" y="4275"/>
                    <a:pt x="3852" y="4306"/>
                    <a:pt x="3884" y="4306"/>
                  </a:cubicBezTo>
                  <a:cubicBezTo>
                    <a:pt x="3901" y="4318"/>
                    <a:pt x="3920" y="4323"/>
                    <a:pt x="3937" y="4323"/>
                  </a:cubicBezTo>
                  <a:cubicBezTo>
                    <a:pt x="3970" y="4323"/>
                    <a:pt x="4000" y="4305"/>
                    <a:pt x="4010" y="4275"/>
                  </a:cubicBezTo>
                  <a:lnTo>
                    <a:pt x="5431" y="1560"/>
                  </a:lnTo>
                  <a:cubicBezTo>
                    <a:pt x="5699" y="1039"/>
                    <a:pt x="5573" y="423"/>
                    <a:pt x="5131" y="186"/>
                  </a:cubicBezTo>
                  <a:lnTo>
                    <a:pt x="4957" y="92"/>
                  </a:lnTo>
                  <a:cubicBezTo>
                    <a:pt x="4837" y="30"/>
                    <a:pt x="4708" y="0"/>
                    <a:pt x="4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6"/>
            <p:cNvSpPr/>
            <p:nvPr/>
          </p:nvSpPr>
          <p:spPr>
            <a:xfrm>
              <a:off x="5897800" y="1795075"/>
              <a:ext cx="142875" cy="215750"/>
            </a:xfrm>
            <a:custGeom>
              <a:avLst/>
              <a:gdLst/>
              <a:ahLst/>
              <a:cxnLst/>
              <a:rect l="l" t="t" r="r" b="b"/>
              <a:pathLst>
                <a:path w="5715" h="8630" extrusionOk="0">
                  <a:moveTo>
                    <a:pt x="4595" y="0"/>
                  </a:moveTo>
                  <a:cubicBezTo>
                    <a:pt x="4234" y="0"/>
                    <a:pt x="3858" y="239"/>
                    <a:pt x="3646" y="626"/>
                  </a:cubicBezTo>
                  <a:lnTo>
                    <a:pt x="284" y="7067"/>
                  </a:lnTo>
                  <a:cubicBezTo>
                    <a:pt x="0" y="7588"/>
                    <a:pt x="142" y="8172"/>
                    <a:pt x="584" y="8409"/>
                  </a:cubicBezTo>
                  <a:lnTo>
                    <a:pt x="1042" y="8630"/>
                  </a:lnTo>
                  <a:cubicBezTo>
                    <a:pt x="1058" y="8566"/>
                    <a:pt x="1089" y="8519"/>
                    <a:pt x="1152" y="8488"/>
                  </a:cubicBezTo>
                  <a:lnTo>
                    <a:pt x="774" y="8282"/>
                  </a:lnTo>
                  <a:cubicBezTo>
                    <a:pt x="395" y="8046"/>
                    <a:pt x="253" y="7540"/>
                    <a:pt x="474" y="7162"/>
                  </a:cubicBezTo>
                  <a:lnTo>
                    <a:pt x="3820" y="721"/>
                  </a:lnTo>
                  <a:cubicBezTo>
                    <a:pt x="3997" y="403"/>
                    <a:pt x="4296" y="208"/>
                    <a:pt x="4581" y="208"/>
                  </a:cubicBezTo>
                  <a:cubicBezTo>
                    <a:pt x="4678" y="208"/>
                    <a:pt x="4774" y="231"/>
                    <a:pt x="4862" y="279"/>
                  </a:cubicBezTo>
                  <a:lnTo>
                    <a:pt x="5036" y="374"/>
                  </a:lnTo>
                  <a:cubicBezTo>
                    <a:pt x="5383" y="548"/>
                    <a:pt x="5493" y="1053"/>
                    <a:pt x="5272" y="1479"/>
                  </a:cubicBezTo>
                  <a:lnTo>
                    <a:pt x="3867" y="4162"/>
                  </a:lnTo>
                  <a:cubicBezTo>
                    <a:pt x="3852" y="4194"/>
                    <a:pt x="3836" y="4226"/>
                    <a:pt x="3852" y="4257"/>
                  </a:cubicBezTo>
                  <a:cubicBezTo>
                    <a:pt x="3852" y="4273"/>
                    <a:pt x="3867" y="4304"/>
                    <a:pt x="3899" y="4304"/>
                  </a:cubicBezTo>
                  <a:cubicBezTo>
                    <a:pt x="3916" y="4316"/>
                    <a:pt x="3933" y="4321"/>
                    <a:pt x="3949" y="4321"/>
                  </a:cubicBezTo>
                  <a:cubicBezTo>
                    <a:pt x="3978" y="4321"/>
                    <a:pt x="4005" y="4303"/>
                    <a:pt x="4025" y="4273"/>
                  </a:cubicBezTo>
                  <a:lnTo>
                    <a:pt x="5430" y="1558"/>
                  </a:lnTo>
                  <a:cubicBezTo>
                    <a:pt x="5714" y="1037"/>
                    <a:pt x="5572" y="421"/>
                    <a:pt x="5130" y="184"/>
                  </a:cubicBezTo>
                  <a:lnTo>
                    <a:pt x="4957" y="90"/>
                  </a:lnTo>
                  <a:cubicBezTo>
                    <a:pt x="4843" y="29"/>
                    <a:pt x="4720" y="0"/>
                    <a:pt x="4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6"/>
            <p:cNvSpPr/>
            <p:nvPr/>
          </p:nvSpPr>
          <p:spPr>
            <a:xfrm>
              <a:off x="5896600" y="1793500"/>
              <a:ext cx="146050" cy="218675"/>
            </a:xfrm>
            <a:custGeom>
              <a:avLst/>
              <a:gdLst/>
              <a:ahLst/>
              <a:cxnLst/>
              <a:rect l="l" t="t" r="r" b="b"/>
              <a:pathLst>
                <a:path w="5842" h="8747" extrusionOk="0">
                  <a:moveTo>
                    <a:pt x="4637" y="133"/>
                  </a:moveTo>
                  <a:cubicBezTo>
                    <a:pt x="4754" y="133"/>
                    <a:pt x="4868" y="159"/>
                    <a:pt x="4973" y="216"/>
                  </a:cubicBezTo>
                  <a:lnTo>
                    <a:pt x="5162" y="311"/>
                  </a:lnTo>
                  <a:cubicBezTo>
                    <a:pt x="5573" y="532"/>
                    <a:pt x="5699" y="1116"/>
                    <a:pt x="5431" y="1605"/>
                  </a:cubicBezTo>
                  <a:lnTo>
                    <a:pt x="4026" y="4320"/>
                  </a:lnTo>
                  <a:cubicBezTo>
                    <a:pt x="4018" y="4336"/>
                    <a:pt x="4002" y="4344"/>
                    <a:pt x="3986" y="4344"/>
                  </a:cubicBezTo>
                  <a:cubicBezTo>
                    <a:pt x="3971" y="4344"/>
                    <a:pt x="3955" y="4336"/>
                    <a:pt x="3947" y="4320"/>
                  </a:cubicBezTo>
                  <a:cubicBezTo>
                    <a:pt x="3947" y="4304"/>
                    <a:pt x="3947" y="4289"/>
                    <a:pt x="3947" y="4273"/>
                  </a:cubicBezTo>
                  <a:lnTo>
                    <a:pt x="5352" y="1573"/>
                  </a:lnTo>
                  <a:cubicBezTo>
                    <a:pt x="5589" y="1116"/>
                    <a:pt x="5478" y="595"/>
                    <a:pt x="5099" y="390"/>
                  </a:cubicBezTo>
                  <a:lnTo>
                    <a:pt x="4926" y="295"/>
                  </a:lnTo>
                  <a:cubicBezTo>
                    <a:pt x="4830" y="247"/>
                    <a:pt x="4728" y="225"/>
                    <a:pt x="4625" y="225"/>
                  </a:cubicBezTo>
                  <a:cubicBezTo>
                    <a:pt x="4317" y="225"/>
                    <a:pt x="3998" y="426"/>
                    <a:pt x="3821" y="768"/>
                  </a:cubicBezTo>
                  <a:lnTo>
                    <a:pt x="458" y="7193"/>
                  </a:lnTo>
                  <a:cubicBezTo>
                    <a:pt x="222" y="7619"/>
                    <a:pt x="364" y="8156"/>
                    <a:pt x="774" y="8408"/>
                  </a:cubicBezTo>
                  <a:lnTo>
                    <a:pt x="1090" y="8566"/>
                  </a:lnTo>
                  <a:cubicBezTo>
                    <a:pt x="1074" y="8582"/>
                    <a:pt x="1058" y="8598"/>
                    <a:pt x="1043" y="8629"/>
                  </a:cubicBezTo>
                  <a:lnTo>
                    <a:pt x="664" y="8440"/>
                  </a:lnTo>
                  <a:cubicBezTo>
                    <a:pt x="253" y="8219"/>
                    <a:pt x="127" y="7651"/>
                    <a:pt x="380" y="7161"/>
                  </a:cubicBezTo>
                  <a:lnTo>
                    <a:pt x="3758" y="721"/>
                  </a:lnTo>
                  <a:cubicBezTo>
                    <a:pt x="3945" y="357"/>
                    <a:pt x="4299" y="133"/>
                    <a:pt x="4637" y="133"/>
                  </a:cubicBezTo>
                  <a:close/>
                  <a:moveTo>
                    <a:pt x="4655" y="1"/>
                  </a:moveTo>
                  <a:cubicBezTo>
                    <a:pt x="4270" y="1"/>
                    <a:pt x="3871" y="246"/>
                    <a:pt x="3647" y="658"/>
                  </a:cubicBezTo>
                  <a:lnTo>
                    <a:pt x="285" y="7098"/>
                  </a:lnTo>
                  <a:cubicBezTo>
                    <a:pt x="1" y="7651"/>
                    <a:pt x="143" y="8282"/>
                    <a:pt x="616" y="8519"/>
                  </a:cubicBezTo>
                  <a:lnTo>
                    <a:pt x="1058" y="8740"/>
                  </a:lnTo>
                  <a:cubicBezTo>
                    <a:pt x="1067" y="8744"/>
                    <a:pt x="1075" y="8746"/>
                    <a:pt x="1083" y="8746"/>
                  </a:cubicBezTo>
                  <a:cubicBezTo>
                    <a:pt x="1106" y="8746"/>
                    <a:pt x="1126" y="8732"/>
                    <a:pt x="1137" y="8708"/>
                  </a:cubicBezTo>
                  <a:cubicBezTo>
                    <a:pt x="1153" y="8661"/>
                    <a:pt x="1169" y="8629"/>
                    <a:pt x="1216" y="8598"/>
                  </a:cubicBezTo>
                  <a:cubicBezTo>
                    <a:pt x="1232" y="8582"/>
                    <a:pt x="1248" y="8566"/>
                    <a:pt x="1248" y="8551"/>
                  </a:cubicBezTo>
                  <a:cubicBezTo>
                    <a:pt x="1248" y="8519"/>
                    <a:pt x="1232" y="8503"/>
                    <a:pt x="1216" y="8503"/>
                  </a:cubicBezTo>
                  <a:lnTo>
                    <a:pt x="837" y="8282"/>
                  </a:lnTo>
                  <a:cubicBezTo>
                    <a:pt x="474" y="8061"/>
                    <a:pt x="364" y="7603"/>
                    <a:pt x="569" y="7240"/>
                  </a:cubicBezTo>
                  <a:lnTo>
                    <a:pt x="3931" y="800"/>
                  </a:lnTo>
                  <a:cubicBezTo>
                    <a:pt x="4085" y="503"/>
                    <a:pt x="4365" y="332"/>
                    <a:pt x="4634" y="332"/>
                  </a:cubicBezTo>
                  <a:cubicBezTo>
                    <a:pt x="4724" y="332"/>
                    <a:pt x="4812" y="350"/>
                    <a:pt x="4894" y="390"/>
                  </a:cubicBezTo>
                  <a:lnTo>
                    <a:pt x="5068" y="484"/>
                  </a:lnTo>
                  <a:cubicBezTo>
                    <a:pt x="5383" y="658"/>
                    <a:pt x="5462" y="1116"/>
                    <a:pt x="5257" y="1510"/>
                  </a:cubicBezTo>
                  <a:lnTo>
                    <a:pt x="3852" y="4194"/>
                  </a:lnTo>
                  <a:cubicBezTo>
                    <a:pt x="3837" y="4241"/>
                    <a:pt x="3821" y="4289"/>
                    <a:pt x="3837" y="4336"/>
                  </a:cubicBezTo>
                  <a:cubicBezTo>
                    <a:pt x="3862" y="4403"/>
                    <a:pt x="3927" y="4439"/>
                    <a:pt x="3992" y="4439"/>
                  </a:cubicBezTo>
                  <a:cubicBezTo>
                    <a:pt x="4049" y="4439"/>
                    <a:pt x="4107" y="4411"/>
                    <a:pt x="4136" y="4352"/>
                  </a:cubicBezTo>
                  <a:lnTo>
                    <a:pt x="5541" y="1652"/>
                  </a:lnTo>
                  <a:cubicBezTo>
                    <a:pt x="5841" y="1100"/>
                    <a:pt x="5683" y="437"/>
                    <a:pt x="5210" y="184"/>
                  </a:cubicBezTo>
                  <a:lnTo>
                    <a:pt x="5036" y="90"/>
                  </a:lnTo>
                  <a:cubicBezTo>
                    <a:pt x="4916" y="29"/>
                    <a:pt x="4786" y="1"/>
                    <a:pt x="4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6"/>
            <p:cNvSpPr/>
            <p:nvPr/>
          </p:nvSpPr>
          <p:spPr>
            <a:xfrm>
              <a:off x="5913175" y="1747925"/>
              <a:ext cx="162225" cy="266725"/>
            </a:xfrm>
            <a:custGeom>
              <a:avLst/>
              <a:gdLst/>
              <a:ahLst/>
              <a:cxnLst/>
              <a:rect l="l" t="t" r="r" b="b"/>
              <a:pathLst>
                <a:path w="6489" h="10669" extrusionOk="0">
                  <a:moveTo>
                    <a:pt x="4503" y="1"/>
                  </a:moveTo>
                  <a:cubicBezTo>
                    <a:pt x="4031" y="1"/>
                    <a:pt x="3591" y="236"/>
                    <a:pt x="3379" y="650"/>
                  </a:cubicBezTo>
                  <a:lnTo>
                    <a:pt x="869" y="5433"/>
                  </a:lnTo>
                  <a:cubicBezTo>
                    <a:pt x="853" y="5480"/>
                    <a:pt x="869" y="5527"/>
                    <a:pt x="916" y="5559"/>
                  </a:cubicBezTo>
                  <a:cubicBezTo>
                    <a:pt x="929" y="5563"/>
                    <a:pt x="942" y="5565"/>
                    <a:pt x="954" y="5565"/>
                  </a:cubicBezTo>
                  <a:cubicBezTo>
                    <a:pt x="987" y="5565"/>
                    <a:pt x="1015" y="5551"/>
                    <a:pt x="1027" y="5527"/>
                  </a:cubicBezTo>
                  <a:lnTo>
                    <a:pt x="3537" y="729"/>
                  </a:lnTo>
                  <a:cubicBezTo>
                    <a:pt x="3727" y="380"/>
                    <a:pt x="4107" y="180"/>
                    <a:pt x="4513" y="180"/>
                  </a:cubicBezTo>
                  <a:cubicBezTo>
                    <a:pt x="4714" y="180"/>
                    <a:pt x="4922" y="229"/>
                    <a:pt x="5115" y="334"/>
                  </a:cubicBezTo>
                  <a:lnTo>
                    <a:pt x="5415" y="492"/>
                  </a:lnTo>
                  <a:cubicBezTo>
                    <a:pt x="5999" y="792"/>
                    <a:pt x="6267" y="1486"/>
                    <a:pt x="5983" y="2007"/>
                  </a:cubicBezTo>
                  <a:lnTo>
                    <a:pt x="1769" y="10074"/>
                  </a:lnTo>
                  <a:cubicBezTo>
                    <a:pt x="1622" y="10348"/>
                    <a:pt x="1380" y="10490"/>
                    <a:pt x="1070" y="10490"/>
                  </a:cubicBezTo>
                  <a:cubicBezTo>
                    <a:pt x="846" y="10490"/>
                    <a:pt x="586" y="10416"/>
                    <a:pt x="301" y="10263"/>
                  </a:cubicBezTo>
                  <a:lnTo>
                    <a:pt x="80" y="10153"/>
                  </a:lnTo>
                  <a:lnTo>
                    <a:pt x="64" y="10153"/>
                  </a:lnTo>
                  <a:cubicBezTo>
                    <a:pt x="48" y="10153"/>
                    <a:pt x="48" y="10168"/>
                    <a:pt x="32" y="10168"/>
                  </a:cubicBezTo>
                  <a:cubicBezTo>
                    <a:pt x="32" y="10216"/>
                    <a:pt x="16" y="10247"/>
                    <a:pt x="1" y="10263"/>
                  </a:cubicBezTo>
                  <a:cubicBezTo>
                    <a:pt x="1" y="10279"/>
                    <a:pt x="1" y="10295"/>
                    <a:pt x="1" y="10295"/>
                  </a:cubicBezTo>
                  <a:cubicBezTo>
                    <a:pt x="1" y="10310"/>
                    <a:pt x="1" y="10310"/>
                    <a:pt x="16" y="10310"/>
                  </a:cubicBezTo>
                  <a:lnTo>
                    <a:pt x="222" y="10421"/>
                  </a:lnTo>
                  <a:cubicBezTo>
                    <a:pt x="536" y="10588"/>
                    <a:pt x="832" y="10668"/>
                    <a:pt x="1092" y="10668"/>
                  </a:cubicBezTo>
                  <a:cubicBezTo>
                    <a:pt x="1472" y="10668"/>
                    <a:pt x="1774" y="10496"/>
                    <a:pt x="1942" y="10168"/>
                  </a:cubicBezTo>
                  <a:lnTo>
                    <a:pt x="6157" y="2102"/>
                  </a:lnTo>
                  <a:cubicBezTo>
                    <a:pt x="6488" y="1486"/>
                    <a:pt x="6189" y="697"/>
                    <a:pt x="5494" y="334"/>
                  </a:cubicBezTo>
                  <a:lnTo>
                    <a:pt x="5194" y="176"/>
                  </a:lnTo>
                  <a:cubicBezTo>
                    <a:pt x="4971" y="57"/>
                    <a:pt x="4733" y="1"/>
                    <a:pt x="4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6"/>
            <p:cNvSpPr/>
            <p:nvPr/>
          </p:nvSpPr>
          <p:spPr>
            <a:xfrm>
              <a:off x="5911600" y="1746775"/>
              <a:ext cx="165375" cy="269400"/>
            </a:xfrm>
            <a:custGeom>
              <a:avLst/>
              <a:gdLst/>
              <a:ahLst/>
              <a:cxnLst/>
              <a:rect l="l" t="t" r="r" b="b"/>
              <a:pathLst>
                <a:path w="6615" h="10776" extrusionOk="0">
                  <a:moveTo>
                    <a:pt x="4563" y="116"/>
                  </a:moveTo>
                  <a:cubicBezTo>
                    <a:pt x="4788" y="116"/>
                    <a:pt x="5021" y="170"/>
                    <a:pt x="5241" y="285"/>
                  </a:cubicBezTo>
                  <a:lnTo>
                    <a:pt x="5525" y="443"/>
                  </a:lnTo>
                  <a:cubicBezTo>
                    <a:pt x="6188" y="791"/>
                    <a:pt x="6473" y="1532"/>
                    <a:pt x="6157" y="2132"/>
                  </a:cubicBezTo>
                  <a:lnTo>
                    <a:pt x="1942" y="10183"/>
                  </a:lnTo>
                  <a:cubicBezTo>
                    <a:pt x="1784" y="10499"/>
                    <a:pt x="1500" y="10661"/>
                    <a:pt x="1142" y="10661"/>
                  </a:cubicBezTo>
                  <a:cubicBezTo>
                    <a:pt x="892" y="10661"/>
                    <a:pt x="606" y="10582"/>
                    <a:pt x="300" y="10420"/>
                  </a:cubicBezTo>
                  <a:lnTo>
                    <a:pt x="127" y="10325"/>
                  </a:lnTo>
                  <a:cubicBezTo>
                    <a:pt x="127" y="10309"/>
                    <a:pt x="143" y="10293"/>
                    <a:pt x="143" y="10277"/>
                  </a:cubicBezTo>
                  <a:lnTo>
                    <a:pt x="332" y="10372"/>
                  </a:lnTo>
                  <a:cubicBezTo>
                    <a:pt x="624" y="10528"/>
                    <a:pt x="895" y="10604"/>
                    <a:pt x="1130" y="10604"/>
                  </a:cubicBezTo>
                  <a:cubicBezTo>
                    <a:pt x="1467" y="10604"/>
                    <a:pt x="1730" y="10449"/>
                    <a:pt x="1879" y="10151"/>
                  </a:cubicBezTo>
                  <a:lnTo>
                    <a:pt x="6094" y="2101"/>
                  </a:lnTo>
                  <a:cubicBezTo>
                    <a:pt x="6394" y="1532"/>
                    <a:pt x="6125" y="822"/>
                    <a:pt x="5510" y="491"/>
                  </a:cubicBezTo>
                  <a:lnTo>
                    <a:pt x="5225" y="333"/>
                  </a:lnTo>
                  <a:cubicBezTo>
                    <a:pt x="5019" y="229"/>
                    <a:pt x="4800" y="180"/>
                    <a:pt x="4589" y="180"/>
                  </a:cubicBezTo>
                  <a:cubicBezTo>
                    <a:pt x="4155" y="180"/>
                    <a:pt x="3754" y="387"/>
                    <a:pt x="3552" y="759"/>
                  </a:cubicBezTo>
                  <a:lnTo>
                    <a:pt x="1058" y="5558"/>
                  </a:lnTo>
                  <a:lnTo>
                    <a:pt x="1011" y="5558"/>
                  </a:lnTo>
                  <a:cubicBezTo>
                    <a:pt x="995" y="5558"/>
                    <a:pt x="979" y="5526"/>
                    <a:pt x="979" y="5510"/>
                  </a:cubicBezTo>
                  <a:lnTo>
                    <a:pt x="3489" y="727"/>
                  </a:lnTo>
                  <a:cubicBezTo>
                    <a:pt x="3690" y="337"/>
                    <a:pt x="4109" y="116"/>
                    <a:pt x="4563" y="116"/>
                  </a:cubicBezTo>
                  <a:close/>
                  <a:moveTo>
                    <a:pt x="4570" y="0"/>
                  </a:moveTo>
                  <a:cubicBezTo>
                    <a:pt x="4077" y="0"/>
                    <a:pt x="3618" y="239"/>
                    <a:pt x="3394" y="664"/>
                  </a:cubicBezTo>
                  <a:lnTo>
                    <a:pt x="885" y="5463"/>
                  </a:lnTo>
                  <a:cubicBezTo>
                    <a:pt x="853" y="5542"/>
                    <a:pt x="885" y="5621"/>
                    <a:pt x="948" y="5668"/>
                  </a:cubicBezTo>
                  <a:cubicBezTo>
                    <a:pt x="974" y="5679"/>
                    <a:pt x="1000" y="5684"/>
                    <a:pt x="1025" y="5684"/>
                  </a:cubicBezTo>
                  <a:cubicBezTo>
                    <a:pt x="1076" y="5684"/>
                    <a:pt x="1121" y="5663"/>
                    <a:pt x="1153" y="5621"/>
                  </a:cubicBezTo>
                  <a:lnTo>
                    <a:pt x="3647" y="806"/>
                  </a:lnTo>
                  <a:cubicBezTo>
                    <a:pt x="3825" y="481"/>
                    <a:pt x="4185" y="295"/>
                    <a:pt x="4568" y="295"/>
                  </a:cubicBezTo>
                  <a:cubicBezTo>
                    <a:pt x="4762" y="295"/>
                    <a:pt x="4961" y="343"/>
                    <a:pt x="5147" y="443"/>
                  </a:cubicBezTo>
                  <a:lnTo>
                    <a:pt x="5446" y="585"/>
                  </a:lnTo>
                  <a:cubicBezTo>
                    <a:pt x="6015" y="885"/>
                    <a:pt x="6252" y="1532"/>
                    <a:pt x="5999" y="2038"/>
                  </a:cubicBezTo>
                  <a:lnTo>
                    <a:pt x="1768" y="10104"/>
                  </a:lnTo>
                  <a:cubicBezTo>
                    <a:pt x="1652" y="10354"/>
                    <a:pt x="1435" y="10478"/>
                    <a:pt x="1150" y="10478"/>
                  </a:cubicBezTo>
                  <a:cubicBezTo>
                    <a:pt x="933" y="10478"/>
                    <a:pt x="676" y="10405"/>
                    <a:pt x="395" y="10262"/>
                  </a:cubicBezTo>
                  <a:lnTo>
                    <a:pt x="174" y="10151"/>
                  </a:lnTo>
                  <a:cubicBezTo>
                    <a:pt x="161" y="10143"/>
                    <a:pt x="148" y="10139"/>
                    <a:pt x="134" y="10139"/>
                  </a:cubicBezTo>
                  <a:cubicBezTo>
                    <a:pt x="96" y="10139"/>
                    <a:pt x="59" y="10168"/>
                    <a:pt x="48" y="10214"/>
                  </a:cubicBezTo>
                  <a:cubicBezTo>
                    <a:pt x="48" y="10230"/>
                    <a:pt x="32" y="10262"/>
                    <a:pt x="16" y="10277"/>
                  </a:cubicBezTo>
                  <a:cubicBezTo>
                    <a:pt x="1" y="10309"/>
                    <a:pt x="1" y="10325"/>
                    <a:pt x="1" y="10356"/>
                  </a:cubicBezTo>
                  <a:cubicBezTo>
                    <a:pt x="16" y="10388"/>
                    <a:pt x="32" y="10404"/>
                    <a:pt x="48" y="10420"/>
                  </a:cubicBezTo>
                  <a:lnTo>
                    <a:pt x="253" y="10530"/>
                  </a:lnTo>
                  <a:cubicBezTo>
                    <a:pt x="576" y="10695"/>
                    <a:pt x="881" y="10776"/>
                    <a:pt x="1150" y="10776"/>
                  </a:cubicBezTo>
                  <a:cubicBezTo>
                    <a:pt x="1552" y="10776"/>
                    <a:pt x="1873" y="10596"/>
                    <a:pt x="2053" y="10246"/>
                  </a:cubicBezTo>
                  <a:lnTo>
                    <a:pt x="6267" y="2180"/>
                  </a:lnTo>
                  <a:cubicBezTo>
                    <a:pt x="6615" y="1532"/>
                    <a:pt x="6299" y="712"/>
                    <a:pt x="5589" y="333"/>
                  </a:cubicBezTo>
                  <a:lnTo>
                    <a:pt x="5289" y="175"/>
                  </a:lnTo>
                  <a:cubicBezTo>
                    <a:pt x="5057" y="56"/>
                    <a:pt x="4809" y="0"/>
                    <a:pt x="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36"/>
          <p:cNvGrpSpPr/>
          <p:nvPr/>
        </p:nvGrpSpPr>
        <p:grpSpPr>
          <a:xfrm>
            <a:off x="2694198" y="4397203"/>
            <a:ext cx="490612" cy="415445"/>
            <a:chOff x="5278225" y="2418025"/>
            <a:chExt cx="230075" cy="194825"/>
          </a:xfrm>
        </p:grpSpPr>
        <p:sp>
          <p:nvSpPr>
            <p:cNvPr id="233" name="Google Shape;233;p36"/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6"/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36"/>
          <p:cNvSpPr/>
          <p:nvPr/>
        </p:nvSpPr>
        <p:spPr>
          <a:xfrm>
            <a:off x="6898542" y="1711257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6"/>
          <p:cNvSpPr/>
          <p:nvPr/>
        </p:nvSpPr>
        <p:spPr>
          <a:xfrm>
            <a:off x="4376742" y="4057457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" name="Google Shape;241;p36"/>
          <p:cNvGrpSpPr/>
          <p:nvPr/>
        </p:nvGrpSpPr>
        <p:grpSpPr>
          <a:xfrm rot="344688">
            <a:off x="7459606" y="2251954"/>
            <a:ext cx="536237" cy="1497784"/>
            <a:chOff x="820750" y="-8069487"/>
            <a:chExt cx="536225" cy="1497750"/>
          </a:xfrm>
        </p:grpSpPr>
        <p:sp>
          <p:nvSpPr>
            <p:cNvPr id="242" name="Google Shape;242;p36"/>
            <p:cNvSpPr/>
            <p:nvPr/>
          </p:nvSpPr>
          <p:spPr>
            <a:xfrm>
              <a:off x="871600" y="-8057862"/>
              <a:ext cx="485375" cy="1486125"/>
            </a:xfrm>
            <a:custGeom>
              <a:avLst/>
              <a:gdLst/>
              <a:ahLst/>
              <a:cxnLst/>
              <a:rect l="l" t="t" r="r" b="b"/>
              <a:pathLst>
                <a:path w="19415" h="59445" extrusionOk="0">
                  <a:moveTo>
                    <a:pt x="8565" y="1"/>
                  </a:moveTo>
                  <a:cubicBezTo>
                    <a:pt x="7598" y="1"/>
                    <a:pt x="6799" y="626"/>
                    <a:pt x="6539" y="1537"/>
                  </a:cubicBezTo>
                  <a:lnTo>
                    <a:pt x="6539" y="1570"/>
                  </a:lnTo>
                  <a:cubicBezTo>
                    <a:pt x="6139" y="3104"/>
                    <a:pt x="434" y="40865"/>
                    <a:pt x="434" y="40865"/>
                  </a:cubicBezTo>
                  <a:cubicBezTo>
                    <a:pt x="434" y="40865"/>
                    <a:pt x="401" y="41699"/>
                    <a:pt x="334" y="43000"/>
                  </a:cubicBezTo>
                  <a:cubicBezTo>
                    <a:pt x="301" y="43567"/>
                    <a:pt x="268" y="44234"/>
                    <a:pt x="234" y="44934"/>
                  </a:cubicBezTo>
                  <a:lnTo>
                    <a:pt x="234" y="45468"/>
                  </a:lnTo>
                  <a:cubicBezTo>
                    <a:pt x="234" y="45835"/>
                    <a:pt x="201" y="46235"/>
                    <a:pt x="201" y="46602"/>
                  </a:cubicBezTo>
                  <a:cubicBezTo>
                    <a:pt x="134" y="47936"/>
                    <a:pt x="101" y="49337"/>
                    <a:pt x="68" y="50638"/>
                  </a:cubicBezTo>
                  <a:cubicBezTo>
                    <a:pt x="34" y="51539"/>
                    <a:pt x="1" y="52406"/>
                    <a:pt x="1" y="53140"/>
                  </a:cubicBezTo>
                  <a:lnTo>
                    <a:pt x="1" y="54574"/>
                  </a:lnTo>
                  <a:cubicBezTo>
                    <a:pt x="1" y="55475"/>
                    <a:pt x="34" y="56342"/>
                    <a:pt x="134" y="57210"/>
                  </a:cubicBezTo>
                  <a:cubicBezTo>
                    <a:pt x="301" y="58277"/>
                    <a:pt x="668" y="58778"/>
                    <a:pt x="1602" y="58944"/>
                  </a:cubicBezTo>
                  <a:cubicBezTo>
                    <a:pt x="1835" y="58978"/>
                    <a:pt x="2169" y="59044"/>
                    <a:pt x="2569" y="59078"/>
                  </a:cubicBezTo>
                  <a:lnTo>
                    <a:pt x="2803" y="59111"/>
                  </a:lnTo>
                  <a:lnTo>
                    <a:pt x="3970" y="59245"/>
                  </a:lnTo>
                  <a:lnTo>
                    <a:pt x="4271" y="59278"/>
                  </a:lnTo>
                  <a:lnTo>
                    <a:pt x="5271" y="59345"/>
                  </a:lnTo>
                  <a:lnTo>
                    <a:pt x="5938" y="59378"/>
                  </a:lnTo>
                  <a:lnTo>
                    <a:pt x="6606" y="59411"/>
                  </a:lnTo>
                  <a:cubicBezTo>
                    <a:pt x="7073" y="59445"/>
                    <a:pt x="7506" y="59445"/>
                    <a:pt x="7940" y="59445"/>
                  </a:cubicBezTo>
                  <a:cubicBezTo>
                    <a:pt x="8540" y="59445"/>
                    <a:pt x="9141" y="59411"/>
                    <a:pt x="9774" y="59345"/>
                  </a:cubicBezTo>
                  <a:lnTo>
                    <a:pt x="9808" y="59345"/>
                  </a:lnTo>
                  <a:lnTo>
                    <a:pt x="9975" y="59311"/>
                  </a:lnTo>
                  <a:lnTo>
                    <a:pt x="10141" y="59278"/>
                  </a:lnTo>
                  <a:lnTo>
                    <a:pt x="10175" y="59278"/>
                  </a:lnTo>
                  <a:lnTo>
                    <a:pt x="10342" y="59211"/>
                  </a:lnTo>
                  <a:lnTo>
                    <a:pt x="10642" y="59111"/>
                  </a:lnTo>
                  <a:lnTo>
                    <a:pt x="10909" y="59011"/>
                  </a:lnTo>
                  <a:cubicBezTo>
                    <a:pt x="11242" y="58844"/>
                    <a:pt x="11576" y="58677"/>
                    <a:pt x="11909" y="58444"/>
                  </a:cubicBezTo>
                  <a:cubicBezTo>
                    <a:pt x="12009" y="58377"/>
                    <a:pt x="12109" y="58311"/>
                    <a:pt x="12176" y="58210"/>
                  </a:cubicBezTo>
                  <a:cubicBezTo>
                    <a:pt x="12276" y="58144"/>
                    <a:pt x="12376" y="58077"/>
                    <a:pt x="12443" y="57977"/>
                  </a:cubicBezTo>
                  <a:lnTo>
                    <a:pt x="12543" y="57844"/>
                  </a:lnTo>
                  <a:cubicBezTo>
                    <a:pt x="12710" y="57643"/>
                    <a:pt x="12843" y="57443"/>
                    <a:pt x="12977" y="57243"/>
                  </a:cubicBezTo>
                  <a:cubicBezTo>
                    <a:pt x="12977" y="57210"/>
                    <a:pt x="13010" y="57176"/>
                    <a:pt x="13010" y="57143"/>
                  </a:cubicBezTo>
                  <a:lnTo>
                    <a:pt x="13043" y="57076"/>
                  </a:lnTo>
                  <a:lnTo>
                    <a:pt x="13077" y="56976"/>
                  </a:lnTo>
                  <a:cubicBezTo>
                    <a:pt x="13110" y="56943"/>
                    <a:pt x="13110" y="56910"/>
                    <a:pt x="13110" y="56876"/>
                  </a:cubicBezTo>
                  <a:cubicBezTo>
                    <a:pt x="13110" y="56843"/>
                    <a:pt x="13144" y="56776"/>
                    <a:pt x="13144" y="56743"/>
                  </a:cubicBezTo>
                  <a:lnTo>
                    <a:pt x="13210" y="56609"/>
                  </a:lnTo>
                  <a:cubicBezTo>
                    <a:pt x="13210" y="56576"/>
                    <a:pt x="13210" y="56509"/>
                    <a:pt x="13244" y="56476"/>
                  </a:cubicBezTo>
                  <a:cubicBezTo>
                    <a:pt x="13244" y="56409"/>
                    <a:pt x="13277" y="56376"/>
                    <a:pt x="13277" y="56342"/>
                  </a:cubicBezTo>
                  <a:cubicBezTo>
                    <a:pt x="13310" y="56276"/>
                    <a:pt x="13310" y="56209"/>
                    <a:pt x="13344" y="56142"/>
                  </a:cubicBezTo>
                  <a:cubicBezTo>
                    <a:pt x="13344" y="56076"/>
                    <a:pt x="13377" y="56009"/>
                    <a:pt x="13377" y="55975"/>
                  </a:cubicBezTo>
                  <a:cubicBezTo>
                    <a:pt x="13410" y="55909"/>
                    <a:pt x="13410" y="55842"/>
                    <a:pt x="13444" y="55775"/>
                  </a:cubicBezTo>
                  <a:cubicBezTo>
                    <a:pt x="13444" y="55675"/>
                    <a:pt x="13477" y="55642"/>
                    <a:pt x="13477" y="55575"/>
                  </a:cubicBezTo>
                  <a:cubicBezTo>
                    <a:pt x="13510" y="55508"/>
                    <a:pt x="13510" y="55408"/>
                    <a:pt x="13544" y="55342"/>
                  </a:cubicBezTo>
                  <a:lnTo>
                    <a:pt x="13611" y="55142"/>
                  </a:lnTo>
                  <a:lnTo>
                    <a:pt x="13644" y="54875"/>
                  </a:lnTo>
                  <a:cubicBezTo>
                    <a:pt x="13644" y="54808"/>
                    <a:pt x="13711" y="54741"/>
                    <a:pt x="13711" y="54675"/>
                  </a:cubicBezTo>
                  <a:lnTo>
                    <a:pt x="13777" y="54408"/>
                  </a:lnTo>
                  <a:cubicBezTo>
                    <a:pt x="13811" y="54308"/>
                    <a:pt x="13811" y="54241"/>
                    <a:pt x="13844" y="54174"/>
                  </a:cubicBezTo>
                  <a:cubicBezTo>
                    <a:pt x="13844" y="54074"/>
                    <a:pt x="13877" y="53974"/>
                    <a:pt x="13911" y="53874"/>
                  </a:cubicBezTo>
                  <a:lnTo>
                    <a:pt x="13977" y="53607"/>
                  </a:lnTo>
                  <a:cubicBezTo>
                    <a:pt x="13977" y="53540"/>
                    <a:pt x="14011" y="53440"/>
                    <a:pt x="14044" y="53340"/>
                  </a:cubicBezTo>
                  <a:cubicBezTo>
                    <a:pt x="14044" y="53240"/>
                    <a:pt x="14078" y="53140"/>
                    <a:pt x="14111" y="53040"/>
                  </a:cubicBezTo>
                  <a:cubicBezTo>
                    <a:pt x="14111" y="52973"/>
                    <a:pt x="14144" y="52840"/>
                    <a:pt x="14178" y="52740"/>
                  </a:cubicBezTo>
                  <a:cubicBezTo>
                    <a:pt x="14178" y="52706"/>
                    <a:pt x="14178" y="52673"/>
                    <a:pt x="14178" y="52673"/>
                  </a:cubicBezTo>
                  <a:cubicBezTo>
                    <a:pt x="14178" y="52606"/>
                    <a:pt x="14211" y="52540"/>
                    <a:pt x="14211" y="52473"/>
                  </a:cubicBezTo>
                  <a:cubicBezTo>
                    <a:pt x="14211" y="52440"/>
                    <a:pt x="14244" y="52273"/>
                    <a:pt x="14278" y="52139"/>
                  </a:cubicBezTo>
                  <a:cubicBezTo>
                    <a:pt x="14311" y="52039"/>
                    <a:pt x="14311" y="51973"/>
                    <a:pt x="14344" y="51873"/>
                  </a:cubicBezTo>
                  <a:cubicBezTo>
                    <a:pt x="14378" y="51772"/>
                    <a:pt x="14411" y="51639"/>
                    <a:pt x="14411" y="51539"/>
                  </a:cubicBezTo>
                  <a:lnTo>
                    <a:pt x="14478" y="51272"/>
                  </a:lnTo>
                  <a:lnTo>
                    <a:pt x="14578" y="50905"/>
                  </a:lnTo>
                  <a:cubicBezTo>
                    <a:pt x="14578" y="50805"/>
                    <a:pt x="14611" y="50705"/>
                    <a:pt x="14645" y="50605"/>
                  </a:cubicBezTo>
                  <a:lnTo>
                    <a:pt x="14711" y="50271"/>
                  </a:lnTo>
                  <a:cubicBezTo>
                    <a:pt x="14711" y="50171"/>
                    <a:pt x="14745" y="50071"/>
                    <a:pt x="14778" y="49971"/>
                  </a:cubicBezTo>
                  <a:lnTo>
                    <a:pt x="14845" y="49638"/>
                  </a:lnTo>
                  <a:cubicBezTo>
                    <a:pt x="14845" y="49571"/>
                    <a:pt x="14845" y="49538"/>
                    <a:pt x="14878" y="49471"/>
                  </a:cubicBezTo>
                  <a:cubicBezTo>
                    <a:pt x="14911" y="49437"/>
                    <a:pt x="14911" y="49371"/>
                    <a:pt x="14911" y="49304"/>
                  </a:cubicBezTo>
                  <a:cubicBezTo>
                    <a:pt x="14945" y="49237"/>
                    <a:pt x="14978" y="49071"/>
                    <a:pt x="14978" y="48970"/>
                  </a:cubicBezTo>
                  <a:cubicBezTo>
                    <a:pt x="15012" y="48870"/>
                    <a:pt x="15045" y="48770"/>
                    <a:pt x="15045" y="48670"/>
                  </a:cubicBezTo>
                  <a:cubicBezTo>
                    <a:pt x="15078" y="48537"/>
                    <a:pt x="15112" y="48437"/>
                    <a:pt x="15112" y="48337"/>
                  </a:cubicBezTo>
                  <a:cubicBezTo>
                    <a:pt x="15145" y="48203"/>
                    <a:pt x="15178" y="48103"/>
                    <a:pt x="15212" y="48003"/>
                  </a:cubicBezTo>
                  <a:cubicBezTo>
                    <a:pt x="15212" y="47903"/>
                    <a:pt x="15245" y="47803"/>
                    <a:pt x="15278" y="47703"/>
                  </a:cubicBezTo>
                  <a:cubicBezTo>
                    <a:pt x="15278" y="47569"/>
                    <a:pt x="15312" y="47469"/>
                    <a:pt x="15345" y="47336"/>
                  </a:cubicBezTo>
                  <a:lnTo>
                    <a:pt x="15412" y="47036"/>
                  </a:lnTo>
                  <a:cubicBezTo>
                    <a:pt x="15412" y="46936"/>
                    <a:pt x="15445" y="46836"/>
                    <a:pt x="15479" y="46736"/>
                  </a:cubicBezTo>
                  <a:cubicBezTo>
                    <a:pt x="15479" y="46602"/>
                    <a:pt x="15512" y="46502"/>
                    <a:pt x="15545" y="46402"/>
                  </a:cubicBezTo>
                  <a:lnTo>
                    <a:pt x="15612" y="46068"/>
                  </a:lnTo>
                  <a:cubicBezTo>
                    <a:pt x="15612" y="45968"/>
                    <a:pt x="15645" y="45902"/>
                    <a:pt x="15645" y="45802"/>
                  </a:cubicBezTo>
                  <a:cubicBezTo>
                    <a:pt x="15679" y="45701"/>
                    <a:pt x="15679" y="45668"/>
                    <a:pt x="15712" y="45568"/>
                  </a:cubicBezTo>
                  <a:lnTo>
                    <a:pt x="15712" y="45468"/>
                  </a:lnTo>
                  <a:cubicBezTo>
                    <a:pt x="15712" y="45368"/>
                    <a:pt x="15779" y="45268"/>
                    <a:pt x="15779" y="45168"/>
                  </a:cubicBezTo>
                  <a:cubicBezTo>
                    <a:pt x="15812" y="45101"/>
                    <a:pt x="15812" y="44968"/>
                    <a:pt x="15845" y="44868"/>
                  </a:cubicBezTo>
                  <a:cubicBezTo>
                    <a:pt x="15879" y="44767"/>
                    <a:pt x="15879" y="44701"/>
                    <a:pt x="15912" y="44601"/>
                  </a:cubicBezTo>
                  <a:lnTo>
                    <a:pt x="15979" y="44267"/>
                  </a:lnTo>
                  <a:cubicBezTo>
                    <a:pt x="15979" y="44200"/>
                    <a:pt x="15979" y="44134"/>
                    <a:pt x="16012" y="44067"/>
                  </a:cubicBezTo>
                  <a:lnTo>
                    <a:pt x="16046" y="43833"/>
                  </a:lnTo>
                  <a:lnTo>
                    <a:pt x="16046" y="43733"/>
                  </a:lnTo>
                  <a:cubicBezTo>
                    <a:pt x="16046" y="43700"/>
                    <a:pt x="16079" y="43600"/>
                    <a:pt x="16112" y="43533"/>
                  </a:cubicBezTo>
                  <a:lnTo>
                    <a:pt x="16146" y="43233"/>
                  </a:lnTo>
                  <a:lnTo>
                    <a:pt x="16212" y="43000"/>
                  </a:lnTo>
                  <a:cubicBezTo>
                    <a:pt x="16212" y="42899"/>
                    <a:pt x="16246" y="42833"/>
                    <a:pt x="16246" y="42733"/>
                  </a:cubicBezTo>
                  <a:lnTo>
                    <a:pt x="16279" y="42533"/>
                  </a:lnTo>
                  <a:lnTo>
                    <a:pt x="16346" y="42266"/>
                  </a:lnTo>
                  <a:cubicBezTo>
                    <a:pt x="16346" y="42232"/>
                    <a:pt x="16346" y="42166"/>
                    <a:pt x="16379" y="42132"/>
                  </a:cubicBezTo>
                  <a:lnTo>
                    <a:pt x="16413" y="41865"/>
                  </a:lnTo>
                  <a:lnTo>
                    <a:pt x="16446" y="41732"/>
                  </a:lnTo>
                  <a:cubicBezTo>
                    <a:pt x="16446" y="41632"/>
                    <a:pt x="16479" y="41565"/>
                    <a:pt x="16479" y="41498"/>
                  </a:cubicBezTo>
                  <a:cubicBezTo>
                    <a:pt x="16479" y="41398"/>
                    <a:pt x="16513" y="41298"/>
                    <a:pt x="16546" y="41198"/>
                  </a:cubicBezTo>
                  <a:cubicBezTo>
                    <a:pt x="16613" y="40765"/>
                    <a:pt x="16713" y="39864"/>
                    <a:pt x="16813" y="38563"/>
                  </a:cubicBezTo>
                  <a:cubicBezTo>
                    <a:pt x="16880" y="38096"/>
                    <a:pt x="16913" y="37562"/>
                    <a:pt x="16946" y="36962"/>
                  </a:cubicBezTo>
                  <a:cubicBezTo>
                    <a:pt x="17146" y="34827"/>
                    <a:pt x="17347" y="32092"/>
                    <a:pt x="17580" y="29090"/>
                  </a:cubicBezTo>
                  <a:cubicBezTo>
                    <a:pt x="17580" y="28823"/>
                    <a:pt x="17613" y="28556"/>
                    <a:pt x="17613" y="28256"/>
                  </a:cubicBezTo>
                  <a:cubicBezTo>
                    <a:pt x="18447" y="16914"/>
                    <a:pt x="19381" y="2370"/>
                    <a:pt x="19381" y="2370"/>
                  </a:cubicBezTo>
                  <a:cubicBezTo>
                    <a:pt x="19415" y="2104"/>
                    <a:pt x="19315" y="1837"/>
                    <a:pt x="19114" y="1637"/>
                  </a:cubicBezTo>
                  <a:cubicBezTo>
                    <a:pt x="19048" y="1570"/>
                    <a:pt x="18948" y="1470"/>
                    <a:pt x="18848" y="1403"/>
                  </a:cubicBezTo>
                  <a:cubicBezTo>
                    <a:pt x="18581" y="1203"/>
                    <a:pt x="18314" y="1036"/>
                    <a:pt x="18014" y="903"/>
                  </a:cubicBezTo>
                  <a:lnTo>
                    <a:pt x="17814" y="836"/>
                  </a:lnTo>
                  <a:lnTo>
                    <a:pt x="17780" y="836"/>
                  </a:lnTo>
                  <a:cubicBezTo>
                    <a:pt x="16112" y="336"/>
                    <a:pt x="10508" y="69"/>
                    <a:pt x="8640" y="2"/>
                  </a:cubicBezTo>
                  <a:cubicBezTo>
                    <a:pt x="8615" y="1"/>
                    <a:pt x="8590" y="1"/>
                    <a:pt x="8565" y="1"/>
                  </a:cubicBezTo>
                  <a:close/>
                </a:path>
              </a:pathLst>
            </a:custGeom>
            <a:solidFill>
              <a:srgbClr val="E3E9ED">
                <a:alpha val="33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820750" y="-8068687"/>
              <a:ext cx="489525" cy="1486350"/>
            </a:xfrm>
            <a:custGeom>
              <a:avLst/>
              <a:gdLst/>
              <a:ahLst/>
              <a:cxnLst/>
              <a:rect l="l" t="t" r="r" b="b"/>
              <a:pathLst>
                <a:path w="19581" h="59454" extrusionOk="0">
                  <a:moveTo>
                    <a:pt x="8633" y="0"/>
                  </a:moveTo>
                  <a:cubicBezTo>
                    <a:pt x="7694" y="0"/>
                    <a:pt x="6832" y="625"/>
                    <a:pt x="6605" y="1536"/>
                  </a:cubicBezTo>
                  <a:lnTo>
                    <a:pt x="6605" y="1603"/>
                  </a:lnTo>
                  <a:cubicBezTo>
                    <a:pt x="6204" y="3137"/>
                    <a:pt x="500" y="40864"/>
                    <a:pt x="500" y="40864"/>
                  </a:cubicBezTo>
                  <a:cubicBezTo>
                    <a:pt x="500" y="40864"/>
                    <a:pt x="0" y="51605"/>
                    <a:pt x="67" y="54607"/>
                  </a:cubicBezTo>
                  <a:cubicBezTo>
                    <a:pt x="100" y="57576"/>
                    <a:pt x="200" y="58677"/>
                    <a:pt x="1668" y="58944"/>
                  </a:cubicBezTo>
                  <a:cubicBezTo>
                    <a:pt x="2679" y="59127"/>
                    <a:pt x="5699" y="59454"/>
                    <a:pt x="7994" y="59454"/>
                  </a:cubicBezTo>
                  <a:cubicBezTo>
                    <a:pt x="9031" y="59454"/>
                    <a:pt x="9919" y="59387"/>
                    <a:pt x="10407" y="59211"/>
                  </a:cubicBezTo>
                  <a:cubicBezTo>
                    <a:pt x="12009" y="58643"/>
                    <a:pt x="12509" y="58110"/>
                    <a:pt x="13043" y="57242"/>
                  </a:cubicBezTo>
                  <a:cubicBezTo>
                    <a:pt x="13576" y="56375"/>
                    <a:pt x="16078" y="44500"/>
                    <a:pt x="16645" y="41164"/>
                  </a:cubicBezTo>
                  <a:cubicBezTo>
                    <a:pt x="17212" y="37829"/>
                    <a:pt x="19514" y="2336"/>
                    <a:pt x="19514" y="2336"/>
                  </a:cubicBezTo>
                  <a:cubicBezTo>
                    <a:pt x="19514" y="2336"/>
                    <a:pt x="19581" y="1569"/>
                    <a:pt x="18080" y="902"/>
                  </a:cubicBezTo>
                  <a:cubicBezTo>
                    <a:pt x="16812" y="335"/>
                    <a:pt x="10674" y="68"/>
                    <a:pt x="8706" y="1"/>
                  </a:cubicBezTo>
                  <a:cubicBezTo>
                    <a:pt x="8682" y="1"/>
                    <a:pt x="8658" y="0"/>
                    <a:pt x="86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1060075" y="-8049487"/>
              <a:ext cx="250200" cy="1465250"/>
            </a:xfrm>
            <a:custGeom>
              <a:avLst/>
              <a:gdLst/>
              <a:ahLst/>
              <a:cxnLst/>
              <a:rect l="l" t="t" r="r" b="b"/>
              <a:pathLst>
                <a:path w="10008" h="58610" extrusionOk="0">
                  <a:moveTo>
                    <a:pt x="8040" y="1"/>
                  </a:moveTo>
                  <a:cubicBezTo>
                    <a:pt x="7706" y="8240"/>
                    <a:pt x="6605" y="18014"/>
                    <a:pt x="4637" y="29622"/>
                  </a:cubicBezTo>
                  <a:cubicBezTo>
                    <a:pt x="2803" y="40630"/>
                    <a:pt x="734" y="53906"/>
                    <a:pt x="1" y="58609"/>
                  </a:cubicBezTo>
                  <a:cubicBezTo>
                    <a:pt x="301" y="58576"/>
                    <a:pt x="568" y="58543"/>
                    <a:pt x="834" y="58443"/>
                  </a:cubicBezTo>
                  <a:cubicBezTo>
                    <a:pt x="2436" y="57875"/>
                    <a:pt x="2936" y="57342"/>
                    <a:pt x="3470" y="56474"/>
                  </a:cubicBezTo>
                  <a:cubicBezTo>
                    <a:pt x="4003" y="55607"/>
                    <a:pt x="6505" y="43732"/>
                    <a:pt x="7072" y="40396"/>
                  </a:cubicBezTo>
                  <a:cubicBezTo>
                    <a:pt x="7639" y="37061"/>
                    <a:pt x="9941" y="1568"/>
                    <a:pt x="9941" y="1568"/>
                  </a:cubicBezTo>
                  <a:cubicBezTo>
                    <a:pt x="9941" y="1568"/>
                    <a:pt x="10008" y="801"/>
                    <a:pt x="8507" y="134"/>
                  </a:cubicBezTo>
                  <a:cubicBezTo>
                    <a:pt x="8340" y="67"/>
                    <a:pt x="8206" y="34"/>
                    <a:pt x="80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6"/>
            <p:cNvSpPr/>
            <p:nvPr/>
          </p:nvSpPr>
          <p:spPr>
            <a:xfrm>
              <a:off x="820750" y="-8069487"/>
              <a:ext cx="489525" cy="1495250"/>
            </a:xfrm>
            <a:custGeom>
              <a:avLst/>
              <a:gdLst/>
              <a:ahLst/>
              <a:cxnLst/>
              <a:rect l="l" t="t" r="r" b="b"/>
              <a:pathLst>
                <a:path w="19581" h="59810" fill="none" extrusionOk="0">
                  <a:moveTo>
                    <a:pt x="500" y="40896"/>
                  </a:moveTo>
                  <a:cubicBezTo>
                    <a:pt x="500" y="40896"/>
                    <a:pt x="0" y="51637"/>
                    <a:pt x="67" y="54639"/>
                  </a:cubicBezTo>
                  <a:cubicBezTo>
                    <a:pt x="100" y="57608"/>
                    <a:pt x="200" y="58709"/>
                    <a:pt x="1668" y="58976"/>
                  </a:cubicBezTo>
                  <a:cubicBezTo>
                    <a:pt x="3136" y="59243"/>
                    <a:pt x="8840" y="59810"/>
                    <a:pt x="10407" y="59243"/>
                  </a:cubicBezTo>
                  <a:cubicBezTo>
                    <a:pt x="12009" y="58675"/>
                    <a:pt x="12509" y="58142"/>
                    <a:pt x="13043" y="57274"/>
                  </a:cubicBezTo>
                  <a:cubicBezTo>
                    <a:pt x="13576" y="56407"/>
                    <a:pt x="16078" y="44532"/>
                    <a:pt x="16645" y="41196"/>
                  </a:cubicBezTo>
                  <a:cubicBezTo>
                    <a:pt x="17212" y="37861"/>
                    <a:pt x="19514" y="2368"/>
                    <a:pt x="19514" y="2368"/>
                  </a:cubicBezTo>
                  <a:cubicBezTo>
                    <a:pt x="19514" y="2368"/>
                    <a:pt x="19581" y="1601"/>
                    <a:pt x="18080" y="934"/>
                  </a:cubicBezTo>
                  <a:cubicBezTo>
                    <a:pt x="16812" y="367"/>
                    <a:pt x="10674" y="100"/>
                    <a:pt x="8706" y="33"/>
                  </a:cubicBezTo>
                  <a:cubicBezTo>
                    <a:pt x="7739" y="0"/>
                    <a:pt x="6838" y="634"/>
                    <a:pt x="6605" y="1568"/>
                  </a:cubicBezTo>
                  <a:lnTo>
                    <a:pt x="6605" y="1635"/>
                  </a:lnTo>
                  <a:cubicBezTo>
                    <a:pt x="6204" y="3169"/>
                    <a:pt x="500" y="40896"/>
                    <a:pt x="500" y="40896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6"/>
            <p:cNvSpPr/>
            <p:nvPr/>
          </p:nvSpPr>
          <p:spPr>
            <a:xfrm>
              <a:off x="820750" y="-7048762"/>
              <a:ext cx="415300" cy="466425"/>
            </a:xfrm>
            <a:custGeom>
              <a:avLst/>
              <a:gdLst/>
              <a:ahLst/>
              <a:cxnLst/>
              <a:rect l="l" t="t" r="r" b="b"/>
              <a:pathLst>
                <a:path w="16612" h="18657" extrusionOk="0">
                  <a:moveTo>
                    <a:pt x="534" y="0"/>
                  </a:moveTo>
                  <a:lnTo>
                    <a:pt x="534" y="67"/>
                  </a:lnTo>
                  <a:cubicBezTo>
                    <a:pt x="534" y="67"/>
                    <a:pt x="0" y="10808"/>
                    <a:pt x="67" y="13810"/>
                  </a:cubicBezTo>
                  <a:cubicBezTo>
                    <a:pt x="133" y="16779"/>
                    <a:pt x="200" y="17880"/>
                    <a:pt x="1668" y="18147"/>
                  </a:cubicBezTo>
                  <a:cubicBezTo>
                    <a:pt x="2679" y="18330"/>
                    <a:pt x="5699" y="18657"/>
                    <a:pt x="8005" y="18657"/>
                  </a:cubicBezTo>
                  <a:cubicBezTo>
                    <a:pt x="9047" y="18657"/>
                    <a:pt x="9942" y="18590"/>
                    <a:pt x="10441" y="18414"/>
                  </a:cubicBezTo>
                  <a:cubicBezTo>
                    <a:pt x="12009" y="17846"/>
                    <a:pt x="12509" y="17313"/>
                    <a:pt x="13043" y="16445"/>
                  </a:cubicBezTo>
                  <a:cubicBezTo>
                    <a:pt x="13576" y="15578"/>
                    <a:pt x="15978" y="4337"/>
                    <a:pt x="16612" y="667"/>
                  </a:cubicBezTo>
                  <a:lnTo>
                    <a:pt x="16612" y="667"/>
                  </a:lnTo>
                  <a:cubicBezTo>
                    <a:pt x="15111" y="1435"/>
                    <a:pt x="13643" y="1301"/>
                    <a:pt x="12175" y="1335"/>
                  </a:cubicBezTo>
                  <a:cubicBezTo>
                    <a:pt x="10374" y="1335"/>
                    <a:pt x="2702" y="534"/>
                    <a:pt x="1534" y="267"/>
                  </a:cubicBezTo>
                  <a:cubicBezTo>
                    <a:pt x="1201" y="200"/>
                    <a:pt x="867" y="100"/>
                    <a:pt x="5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1060075" y="-8049487"/>
              <a:ext cx="250200" cy="1465250"/>
            </a:xfrm>
            <a:custGeom>
              <a:avLst/>
              <a:gdLst/>
              <a:ahLst/>
              <a:cxnLst/>
              <a:rect l="l" t="t" r="r" b="b"/>
              <a:pathLst>
                <a:path w="10008" h="58610" extrusionOk="0">
                  <a:moveTo>
                    <a:pt x="8040" y="1"/>
                  </a:moveTo>
                  <a:cubicBezTo>
                    <a:pt x="7706" y="8240"/>
                    <a:pt x="6605" y="18014"/>
                    <a:pt x="4637" y="29622"/>
                  </a:cubicBezTo>
                  <a:cubicBezTo>
                    <a:pt x="2803" y="40630"/>
                    <a:pt x="734" y="53906"/>
                    <a:pt x="1" y="58609"/>
                  </a:cubicBezTo>
                  <a:cubicBezTo>
                    <a:pt x="301" y="58576"/>
                    <a:pt x="568" y="58543"/>
                    <a:pt x="834" y="58443"/>
                  </a:cubicBezTo>
                  <a:cubicBezTo>
                    <a:pt x="2436" y="57875"/>
                    <a:pt x="2936" y="57342"/>
                    <a:pt x="3470" y="56474"/>
                  </a:cubicBezTo>
                  <a:cubicBezTo>
                    <a:pt x="4003" y="55607"/>
                    <a:pt x="6505" y="43732"/>
                    <a:pt x="7072" y="40396"/>
                  </a:cubicBezTo>
                  <a:cubicBezTo>
                    <a:pt x="7639" y="37061"/>
                    <a:pt x="9941" y="1568"/>
                    <a:pt x="9941" y="1568"/>
                  </a:cubicBezTo>
                  <a:cubicBezTo>
                    <a:pt x="9941" y="1568"/>
                    <a:pt x="10008" y="801"/>
                    <a:pt x="8507" y="134"/>
                  </a:cubicBezTo>
                  <a:cubicBezTo>
                    <a:pt x="8340" y="67"/>
                    <a:pt x="8206" y="34"/>
                    <a:pt x="8040" y="1"/>
                  </a:cubicBezTo>
                  <a:close/>
                </a:path>
              </a:pathLst>
            </a:custGeom>
            <a:solidFill>
              <a:srgbClr val="E3E9ED">
                <a:alpha val="33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1125125" y="-7003737"/>
              <a:ext cx="86750" cy="13375"/>
            </a:xfrm>
            <a:custGeom>
              <a:avLst/>
              <a:gdLst/>
              <a:ahLst/>
              <a:cxnLst/>
              <a:rect l="l" t="t" r="r" b="b"/>
              <a:pathLst>
                <a:path w="3470" h="535" fill="none" extrusionOk="0">
                  <a:moveTo>
                    <a:pt x="0" y="534"/>
                  </a:moveTo>
                  <a:cubicBezTo>
                    <a:pt x="1168" y="468"/>
                    <a:pt x="2335" y="301"/>
                    <a:pt x="3470" y="1"/>
                  </a:cubicBez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849100" y="-7021237"/>
              <a:ext cx="276050" cy="31700"/>
            </a:xfrm>
            <a:custGeom>
              <a:avLst/>
              <a:gdLst/>
              <a:ahLst/>
              <a:cxnLst/>
              <a:rect l="l" t="t" r="r" b="b"/>
              <a:pathLst>
                <a:path w="11042" h="1268" fill="none" extrusionOk="0">
                  <a:moveTo>
                    <a:pt x="0" y="0"/>
                  </a:moveTo>
                  <a:cubicBezTo>
                    <a:pt x="0" y="0"/>
                    <a:pt x="9407" y="1268"/>
                    <a:pt x="11041" y="1234"/>
                  </a:cubicBez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820750" y="-7048762"/>
              <a:ext cx="415300" cy="474525"/>
            </a:xfrm>
            <a:custGeom>
              <a:avLst/>
              <a:gdLst/>
              <a:ahLst/>
              <a:cxnLst/>
              <a:rect l="l" t="t" r="r" b="b"/>
              <a:pathLst>
                <a:path w="16612" h="18981" fill="none" extrusionOk="0">
                  <a:moveTo>
                    <a:pt x="12175" y="1335"/>
                  </a:moveTo>
                  <a:cubicBezTo>
                    <a:pt x="10374" y="1335"/>
                    <a:pt x="2702" y="534"/>
                    <a:pt x="1534" y="267"/>
                  </a:cubicBezTo>
                  <a:cubicBezTo>
                    <a:pt x="1201" y="200"/>
                    <a:pt x="867" y="100"/>
                    <a:pt x="534" y="0"/>
                  </a:cubicBezTo>
                  <a:lnTo>
                    <a:pt x="534" y="67"/>
                  </a:lnTo>
                  <a:cubicBezTo>
                    <a:pt x="534" y="67"/>
                    <a:pt x="0" y="10808"/>
                    <a:pt x="67" y="13810"/>
                  </a:cubicBezTo>
                  <a:cubicBezTo>
                    <a:pt x="133" y="16779"/>
                    <a:pt x="200" y="17880"/>
                    <a:pt x="1668" y="18147"/>
                  </a:cubicBezTo>
                  <a:cubicBezTo>
                    <a:pt x="3136" y="18414"/>
                    <a:pt x="8840" y="18981"/>
                    <a:pt x="10441" y="18414"/>
                  </a:cubicBezTo>
                  <a:cubicBezTo>
                    <a:pt x="12009" y="17846"/>
                    <a:pt x="12509" y="17313"/>
                    <a:pt x="13043" y="16445"/>
                  </a:cubicBezTo>
                  <a:cubicBezTo>
                    <a:pt x="13576" y="15578"/>
                    <a:pt x="15978" y="4337"/>
                    <a:pt x="16612" y="667"/>
                  </a:cubicBezTo>
                  <a:cubicBezTo>
                    <a:pt x="15111" y="1435"/>
                    <a:pt x="13643" y="1301"/>
                    <a:pt x="12175" y="1335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" name="Google Shape;251;p36"/>
          <p:cNvGrpSpPr/>
          <p:nvPr/>
        </p:nvGrpSpPr>
        <p:grpSpPr>
          <a:xfrm rot="-1837666">
            <a:off x="5388278" y="2388125"/>
            <a:ext cx="1425411" cy="2215993"/>
            <a:chOff x="4984438" y="-4790075"/>
            <a:chExt cx="2235800" cy="3475850"/>
          </a:xfrm>
        </p:grpSpPr>
        <p:sp>
          <p:nvSpPr>
            <p:cNvPr id="252" name="Google Shape;252;p36"/>
            <p:cNvSpPr/>
            <p:nvPr/>
          </p:nvSpPr>
          <p:spPr>
            <a:xfrm>
              <a:off x="6824088" y="-4378950"/>
              <a:ext cx="269400" cy="196875"/>
            </a:xfrm>
            <a:custGeom>
              <a:avLst/>
              <a:gdLst/>
              <a:ahLst/>
              <a:cxnLst/>
              <a:rect l="l" t="t" r="r" b="b"/>
              <a:pathLst>
                <a:path w="10776" h="7875" extrusionOk="0">
                  <a:moveTo>
                    <a:pt x="8974" y="1"/>
                  </a:moveTo>
                  <a:lnTo>
                    <a:pt x="1" y="3403"/>
                  </a:lnTo>
                  <a:cubicBezTo>
                    <a:pt x="1" y="3403"/>
                    <a:pt x="3819" y="7875"/>
                    <a:pt x="4096" y="7875"/>
                  </a:cubicBezTo>
                  <a:cubicBezTo>
                    <a:pt x="4099" y="7875"/>
                    <a:pt x="4102" y="7874"/>
                    <a:pt x="4104" y="7873"/>
                  </a:cubicBezTo>
                  <a:cubicBezTo>
                    <a:pt x="4337" y="7806"/>
                    <a:pt x="10775" y="2803"/>
                    <a:pt x="10742" y="2269"/>
                  </a:cubicBezTo>
                  <a:cubicBezTo>
                    <a:pt x="10675" y="1735"/>
                    <a:pt x="8974" y="1"/>
                    <a:pt x="8974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4984438" y="-4790075"/>
              <a:ext cx="2235800" cy="3475850"/>
            </a:xfrm>
            <a:custGeom>
              <a:avLst/>
              <a:gdLst/>
              <a:ahLst/>
              <a:cxnLst/>
              <a:rect l="l" t="t" r="r" b="b"/>
              <a:pathLst>
                <a:path w="89432" h="139034" extrusionOk="0">
                  <a:moveTo>
                    <a:pt x="8640" y="1"/>
                  </a:moveTo>
                  <a:cubicBezTo>
                    <a:pt x="6372" y="1"/>
                    <a:pt x="4204" y="968"/>
                    <a:pt x="2669" y="2636"/>
                  </a:cubicBezTo>
                  <a:cubicBezTo>
                    <a:pt x="935" y="4237"/>
                    <a:pt x="1" y="6539"/>
                    <a:pt x="101" y="8874"/>
                  </a:cubicBezTo>
                  <a:lnTo>
                    <a:pt x="1635" y="42231"/>
                  </a:lnTo>
                  <a:lnTo>
                    <a:pt x="1635" y="131695"/>
                  </a:lnTo>
                  <a:cubicBezTo>
                    <a:pt x="1635" y="135765"/>
                    <a:pt x="4938" y="139034"/>
                    <a:pt x="8974" y="139034"/>
                  </a:cubicBezTo>
                  <a:lnTo>
                    <a:pt x="79925" y="139034"/>
                  </a:lnTo>
                  <a:cubicBezTo>
                    <a:pt x="84128" y="138867"/>
                    <a:pt x="87497" y="135498"/>
                    <a:pt x="87697" y="131261"/>
                  </a:cubicBezTo>
                  <a:lnTo>
                    <a:pt x="87697" y="41831"/>
                  </a:lnTo>
                  <a:lnTo>
                    <a:pt x="89231" y="8473"/>
                  </a:lnTo>
                  <a:cubicBezTo>
                    <a:pt x="89431" y="3870"/>
                    <a:pt x="85762" y="1"/>
                    <a:pt x="81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5059513" y="-4763375"/>
              <a:ext cx="2159050" cy="3449150"/>
            </a:xfrm>
            <a:custGeom>
              <a:avLst/>
              <a:gdLst/>
              <a:ahLst/>
              <a:cxnLst/>
              <a:rect l="l" t="t" r="r" b="b"/>
              <a:pathLst>
                <a:path w="86362" h="137966" extrusionOk="0">
                  <a:moveTo>
                    <a:pt x="82125" y="0"/>
                  </a:moveTo>
                  <a:lnTo>
                    <a:pt x="82125" y="0"/>
                  </a:lnTo>
                  <a:cubicBezTo>
                    <a:pt x="83226" y="1501"/>
                    <a:pt x="83793" y="3336"/>
                    <a:pt x="83726" y="5204"/>
                  </a:cubicBezTo>
                  <a:lnTo>
                    <a:pt x="82192" y="38561"/>
                  </a:lnTo>
                  <a:lnTo>
                    <a:pt x="82192" y="127992"/>
                  </a:lnTo>
                  <a:cubicBezTo>
                    <a:pt x="81992" y="132195"/>
                    <a:pt x="78623" y="135564"/>
                    <a:pt x="74420" y="135764"/>
                  </a:cubicBezTo>
                  <a:lnTo>
                    <a:pt x="3469" y="135764"/>
                  </a:lnTo>
                  <a:cubicBezTo>
                    <a:pt x="2268" y="135731"/>
                    <a:pt x="1067" y="135430"/>
                    <a:pt x="0" y="134863"/>
                  </a:cubicBezTo>
                  <a:lnTo>
                    <a:pt x="0" y="134863"/>
                  </a:lnTo>
                  <a:cubicBezTo>
                    <a:pt x="1368" y="136798"/>
                    <a:pt x="3603" y="137966"/>
                    <a:pt x="5971" y="137966"/>
                  </a:cubicBezTo>
                  <a:lnTo>
                    <a:pt x="76922" y="137966"/>
                  </a:lnTo>
                  <a:cubicBezTo>
                    <a:pt x="81125" y="137799"/>
                    <a:pt x="84494" y="134396"/>
                    <a:pt x="84694" y="130193"/>
                  </a:cubicBezTo>
                  <a:lnTo>
                    <a:pt x="84694" y="40763"/>
                  </a:lnTo>
                  <a:lnTo>
                    <a:pt x="86228" y="7405"/>
                  </a:lnTo>
                  <a:cubicBezTo>
                    <a:pt x="86362" y="4370"/>
                    <a:pt x="84794" y="1501"/>
                    <a:pt x="82125" y="0"/>
                  </a:cubicBezTo>
                  <a:close/>
                </a:path>
              </a:pathLst>
            </a:custGeom>
            <a:solidFill>
              <a:srgbClr val="D9D9D9">
                <a:alpha val="30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6"/>
            <p:cNvSpPr/>
            <p:nvPr/>
          </p:nvSpPr>
          <p:spPr>
            <a:xfrm>
              <a:off x="4984438" y="-4790075"/>
              <a:ext cx="2235800" cy="3475850"/>
            </a:xfrm>
            <a:custGeom>
              <a:avLst/>
              <a:gdLst/>
              <a:ahLst/>
              <a:cxnLst/>
              <a:rect l="l" t="t" r="r" b="b"/>
              <a:pathLst>
                <a:path w="89432" h="139034" fill="none" extrusionOk="0">
                  <a:moveTo>
                    <a:pt x="81125" y="1"/>
                  </a:moveTo>
                  <a:lnTo>
                    <a:pt x="8640" y="1"/>
                  </a:lnTo>
                  <a:cubicBezTo>
                    <a:pt x="6372" y="1"/>
                    <a:pt x="4204" y="968"/>
                    <a:pt x="2669" y="2636"/>
                  </a:cubicBezTo>
                  <a:cubicBezTo>
                    <a:pt x="935" y="4237"/>
                    <a:pt x="1" y="6539"/>
                    <a:pt x="101" y="8874"/>
                  </a:cubicBezTo>
                  <a:lnTo>
                    <a:pt x="1635" y="42231"/>
                  </a:lnTo>
                  <a:lnTo>
                    <a:pt x="1635" y="131695"/>
                  </a:lnTo>
                  <a:cubicBezTo>
                    <a:pt x="1635" y="135765"/>
                    <a:pt x="4938" y="139034"/>
                    <a:pt x="8974" y="139034"/>
                  </a:cubicBezTo>
                  <a:lnTo>
                    <a:pt x="79925" y="139034"/>
                  </a:lnTo>
                  <a:cubicBezTo>
                    <a:pt x="84128" y="138867"/>
                    <a:pt x="87497" y="135498"/>
                    <a:pt x="87697" y="131261"/>
                  </a:cubicBezTo>
                  <a:lnTo>
                    <a:pt x="87697" y="41831"/>
                  </a:lnTo>
                  <a:lnTo>
                    <a:pt x="89231" y="8473"/>
                  </a:lnTo>
                  <a:cubicBezTo>
                    <a:pt x="89431" y="3870"/>
                    <a:pt x="85762" y="1"/>
                    <a:pt x="81125" y="1"/>
                  </a:cubicBezTo>
                  <a:close/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6"/>
            <p:cNvSpPr/>
            <p:nvPr/>
          </p:nvSpPr>
          <p:spPr>
            <a:xfrm>
              <a:off x="5096188" y="-4677500"/>
              <a:ext cx="2020650" cy="908175"/>
            </a:xfrm>
            <a:custGeom>
              <a:avLst/>
              <a:gdLst/>
              <a:ahLst/>
              <a:cxnLst/>
              <a:rect l="l" t="t" r="r" b="b"/>
              <a:pathLst>
                <a:path w="80826" h="36327" extrusionOk="0">
                  <a:moveTo>
                    <a:pt x="5104" y="1"/>
                  </a:moveTo>
                  <a:cubicBezTo>
                    <a:pt x="2269" y="1"/>
                    <a:pt x="1" y="2369"/>
                    <a:pt x="134" y="5205"/>
                  </a:cubicBezTo>
                  <a:lnTo>
                    <a:pt x="1535" y="36327"/>
                  </a:lnTo>
                  <a:lnTo>
                    <a:pt x="79291" y="36327"/>
                  </a:lnTo>
                  <a:lnTo>
                    <a:pt x="80692" y="5205"/>
                  </a:lnTo>
                  <a:cubicBezTo>
                    <a:pt x="80825" y="2369"/>
                    <a:pt x="78557" y="1"/>
                    <a:pt x="75721" y="1"/>
                  </a:cubicBezTo>
                  <a:close/>
                </a:path>
              </a:pathLst>
            </a:custGeom>
            <a:solidFill>
              <a:srgbClr val="263238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6"/>
            <p:cNvSpPr/>
            <p:nvPr/>
          </p:nvSpPr>
          <p:spPr>
            <a:xfrm>
              <a:off x="5203763" y="-4475675"/>
              <a:ext cx="1797150" cy="607950"/>
            </a:xfrm>
            <a:custGeom>
              <a:avLst/>
              <a:gdLst/>
              <a:ahLst/>
              <a:cxnLst/>
              <a:rect l="l" t="t" r="r" b="b"/>
              <a:pathLst>
                <a:path w="71886" h="24318" extrusionOk="0">
                  <a:moveTo>
                    <a:pt x="1" y="0"/>
                  </a:moveTo>
                  <a:lnTo>
                    <a:pt x="1" y="24318"/>
                  </a:lnTo>
                  <a:lnTo>
                    <a:pt x="71885" y="24318"/>
                  </a:lnTo>
                  <a:lnTo>
                    <a:pt x="71885" y="0"/>
                  </a:ln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6"/>
            <p:cNvSpPr/>
            <p:nvPr/>
          </p:nvSpPr>
          <p:spPr>
            <a:xfrm>
              <a:off x="5292163" y="-4387275"/>
              <a:ext cx="1620350" cy="431150"/>
            </a:xfrm>
            <a:custGeom>
              <a:avLst/>
              <a:gdLst/>
              <a:ahLst/>
              <a:cxnLst/>
              <a:rect l="l" t="t" r="r" b="b"/>
              <a:pathLst>
                <a:path w="64814" h="17246" extrusionOk="0">
                  <a:moveTo>
                    <a:pt x="1" y="0"/>
                  </a:moveTo>
                  <a:lnTo>
                    <a:pt x="1" y="17246"/>
                  </a:lnTo>
                  <a:lnTo>
                    <a:pt x="64814" y="17246"/>
                  </a:lnTo>
                  <a:lnTo>
                    <a:pt x="64814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6"/>
            <p:cNvSpPr/>
            <p:nvPr/>
          </p:nvSpPr>
          <p:spPr>
            <a:xfrm>
              <a:off x="5207113" y="-3522500"/>
              <a:ext cx="906500" cy="266050"/>
            </a:xfrm>
            <a:custGeom>
              <a:avLst/>
              <a:gdLst/>
              <a:ahLst/>
              <a:cxnLst/>
              <a:rect l="l" t="t" r="r" b="b"/>
              <a:pathLst>
                <a:path w="36260" h="10642" extrusionOk="0">
                  <a:moveTo>
                    <a:pt x="2068" y="1"/>
                  </a:moveTo>
                  <a:cubicBezTo>
                    <a:pt x="934" y="1"/>
                    <a:pt x="0" y="901"/>
                    <a:pt x="0" y="2069"/>
                  </a:cubicBezTo>
                  <a:lnTo>
                    <a:pt x="0" y="8573"/>
                  </a:lnTo>
                  <a:cubicBezTo>
                    <a:pt x="0" y="9708"/>
                    <a:pt x="934" y="10642"/>
                    <a:pt x="2068" y="10642"/>
                  </a:cubicBezTo>
                  <a:lnTo>
                    <a:pt x="34191" y="10642"/>
                  </a:lnTo>
                  <a:cubicBezTo>
                    <a:pt x="35359" y="10642"/>
                    <a:pt x="36259" y="9708"/>
                    <a:pt x="36259" y="8573"/>
                  </a:cubicBezTo>
                  <a:lnTo>
                    <a:pt x="36259" y="2069"/>
                  </a:lnTo>
                  <a:cubicBezTo>
                    <a:pt x="36259" y="901"/>
                    <a:pt x="35359" y="1"/>
                    <a:pt x="34191" y="1"/>
                  </a:cubicBezTo>
                  <a:close/>
                </a:path>
              </a:pathLst>
            </a:custGeom>
            <a:solidFill>
              <a:srgbClr val="7D7D7D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6"/>
            <p:cNvSpPr/>
            <p:nvPr/>
          </p:nvSpPr>
          <p:spPr>
            <a:xfrm>
              <a:off x="5397238" y="-3519150"/>
              <a:ext cx="25" cy="262700"/>
            </a:xfrm>
            <a:custGeom>
              <a:avLst/>
              <a:gdLst/>
              <a:ahLst/>
              <a:cxnLst/>
              <a:rect l="l" t="t" r="r" b="b"/>
              <a:pathLst>
                <a:path w="1" h="10508" fill="none" extrusionOk="0">
                  <a:moveTo>
                    <a:pt x="1" y="0"/>
                  </a:moveTo>
                  <a:lnTo>
                    <a:pt x="1" y="10508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6"/>
            <p:cNvSpPr/>
            <p:nvPr/>
          </p:nvSpPr>
          <p:spPr>
            <a:xfrm>
              <a:off x="5580713" y="-3519150"/>
              <a:ext cx="25" cy="262700"/>
            </a:xfrm>
            <a:custGeom>
              <a:avLst/>
              <a:gdLst/>
              <a:ahLst/>
              <a:cxnLst/>
              <a:rect l="l" t="t" r="r" b="b"/>
              <a:pathLst>
                <a:path w="1" h="10508" fill="none" extrusionOk="0">
                  <a:moveTo>
                    <a:pt x="0" y="0"/>
                  </a:moveTo>
                  <a:lnTo>
                    <a:pt x="0" y="10508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6"/>
            <p:cNvSpPr/>
            <p:nvPr/>
          </p:nvSpPr>
          <p:spPr>
            <a:xfrm>
              <a:off x="5763338" y="-3519150"/>
              <a:ext cx="25" cy="262700"/>
            </a:xfrm>
            <a:custGeom>
              <a:avLst/>
              <a:gdLst/>
              <a:ahLst/>
              <a:cxnLst/>
              <a:rect l="l" t="t" r="r" b="b"/>
              <a:pathLst>
                <a:path w="1" h="10508" fill="none" extrusionOk="0">
                  <a:moveTo>
                    <a:pt x="0" y="0"/>
                  </a:moveTo>
                  <a:lnTo>
                    <a:pt x="0" y="10508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6"/>
            <p:cNvSpPr/>
            <p:nvPr/>
          </p:nvSpPr>
          <p:spPr>
            <a:xfrm>
              <a:off x="5945963" y="-3519150"/>
              <a:ext cx="25" cy="262700"/>
            </a:xfrm>
            <a:custGeom>
              <a:avLst/>
              <a:gdLst/>
              <a:ahLst/>
              <a:cxnLst/>
              <a:rect l="l" t="t" r="r" b="b"/>
              <a:pathLst>
                <a:path w="1" h="10508" fill="none" extrusionOk="0">
                  <a:moveTo>
                    <a:pt x="1" y="0"/>
                  </a:moveTo>
                  <a:lnTo>
                    <a:pt x="1" y="10508"/>
                  </a:lnTo>
                </a:path>
              </a:pathLst>
            </a:custGeom>
            <a:noFill/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6"/>
            <p:cNvSpPr/>
            <p:nvPr/>
          </p:nvSpPr>
          <p:spPr>
            <a:xfrm>
              <a:off x="6344588" y="-3376550"/>
              <a:ext cx="322750" cy="209325"/>
            </a:xfrm>
            <a:custGeom>
              <a:avLst/>
              <a:gdLst/>
              <a:ahLst/>
              <a:cxnLst/>
              <a:rect l="l" t="t" r="r" b="b"/>
              <a:pathLst>
                <a:path w="12910" h="8373" extrusionOk="0">
                  <a:moveTo>
                    <a:pt x="1935" y="0"/>
                  </a:moveTo>
                  <a:cubicBezTo>
                    <a:pt x="868" y="0"/>
                    <a:pt x="0" y="867"/>
                    <a:pt x="0" y="1935"/>
                  </a:cubicBezTo>
                  <a:lnTo>
                    <a:pt x="0" y="6438"/>
                  </a:lnTo>
                  <a:cubicBezTo>
                    <a:pt x="0" y="7506"/>
                    <a:pt x="868" y="8373"/>
                    <a:pt x="1935" y="8373"/>
                  </a:cubicBezTo>
                  <a:lnTo>
                    <a:pt x="10975" y="8373"/>
                  </a:lnTo>
                  <a:cubicBezTo>
                    <a:pt x="12042" y="8373"/>
                    <a:pt x="12910" y="7506"/>
                    <a:pt x="12910" y="6438"/>
                  </a:cubicBezTo>
                  <a:lnTo>
                    <a:pt x="12910" y="1935"/>
                  </a:lnTo>
                  <a:cubicBezTo>
                    <a:pt x="12910" y="867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6"/>
            <p:cNvSpPr/>
            <p:nvPr/>
          </p:nvSpPr>
          <p:spPr>
            <a:xfrm>
              <a:off x="5212113" y="-3088025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0" y="868"/>
                    <a:pt x="0" y="1936"/>
                  </a:cubicBezTo>
                  <a:lnTo>
                    <a:pt x="0" y="7906"/>
                  </a:lnTo>
                  <a:cubicBezTo>
                    <a:pt x="0" y="8974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6"/>
            <p:cNvSpPr/>
            <p:nvPr/>
          </p:nvSpPr>
          <p:spPr>
            <a:xfrm>
              <a:off x="5590713" y="-3088025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1" y="868"/>
                    <a:pt x="1" y="1936"/>
                  </a:cubicBezTo>
                  <a:lnTo>
                    <a:pt x="1" y="7906"/>
                  </a:lnTo>
                  <a:cubicBezTo>
                    <a:pt x="1" y="8974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6"/>
            <p:cNvSpPr/>
            <p:nvPr/>
          </p:nvSpPr>
          <p:spPr>
            <a:xfrm>
              <a:off x="5968488" y="-3088025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0" y="868"/>
                    <a:pt x="34" y="1936"/>
                  </a:cubicBezTo>
                  <a:lnTo>
                    <a:pt x="34" y="7906"/>
                  </a:lnTo>
                  <a:cubicBezTo>
                    <a:pt x="34" y="8974"/>
                    <a:pt x="868" y="9841"/>
                    <a:pt x="1935" y="9841"/>
                  </a:cubicBezTo>
                  <a:lnTo>
                    <a:pt x="11008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6"/>
            <p:cNvSpPr/>
            <p:nvPr/>
          </p:nvSpPr>
          <p:spPr>
            <a:xfrm>
              <a:off x="6347088" y="-3088025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0" y="868"/>
                    <a:pt x="0" y="1936"/>
                  </a:cubicBezTo>
                  <a:lnTo>
                    <a:pt x="0" y="7906"/>
                  </a:lnTo>
                  <a:cubicBezTo>
                    <a:pt x="0" y="8974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6"/>
            <p:cNvSpPr/>
            <p:nvPr/>
          </p:nvSpPr>
          <p:spPr>
            <a:xfrm>
              <a:off x="6724863" y="-3088025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0" y="868"/>
                    <a:pt x="0" y="1936"/>
                  </a:cubicBezTo>
                  <a:lnTo>
                    <a:pt x="0" y="7906"/>
                  </a:lnTo>
                  <a:cubicBezTo>
                    <a:pt x="0" y="8974"/>
                    <a:pt x="868" y="9841"/>
                    <a:pt x="1935" y="9841"/>
                  </a:cubicBezTo>
                  <a:lnTo>
                    <a:pt x="11008" y="9841"/>
                  </a:lnTo>
                  <a:cubicBezTo>
                    <a:pt x="12042" y="9841"/>
                    <a:pt x="12909" y="8974"/>
                    <a:pt x="12909" y="7906"/>
                  </a:cubicBezTo>
                  <a:lnTo>
                    <a:pt x="12909" y="1936"/>
                  </a:lnTo>
                  <a:cubicBezTo>
                    <a:pt x="12909" y="868"/>
                    <a:pt x="12042" y="1"/>
                    <a:pt x="11008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6"/>
            <p:cNvSpPr/>
            <p:nvPr/>
          </p:nvSpPr>
          <p:spPr>
            <a:xfrm>
              <a:off x="5212113" y="-27577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lnTo>
                    <a:pt x="0" y="7906"/>
                  </a:lnTo>
                  <a:cubicBezTo>
                    <a:pt x="0" y="8973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3"/>
                    <a:pt x="12910" y="7906"/>
                  </a:cubicBezTo>
                  <a:lnTo>
                    <a:pt x="12910" y="1935"/>
                  </a:lnTo>
                  <a:cubicBezTo>
                    <a:pt x="12910" y="868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6"/>
            <p:cNvSpPr/>
            <p:nvPr/>
          </p:nvSpPr>
          <p:spPr>
            <a:xfrm>
              <a:off x="5590713" y="-27577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1" y="868"/>
                    <a:pt x="1" y="1935"/>
                  </a:cubicBezTo>
                  <a:lnTo>
                    <a:pt x="1" y="7906"/>
                  </a:lnTo>
                  <a:cubicBezTo>
                    <a:pt x="1" y="8973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3"/>
                    <a:pt x="12910" y="7906"/>
                  </a:cubicBezTo>
                  <a:lnTo>
                    <a:pt x="12910" y="1935"/>
                  </a:lnTo>
                  <a:cubicBezTo>
                    <a:pt x="12910" y="868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6"/>
            <p:cNvSpPr/>
            <p:nvPr/>
          </p:nvSpPr>
          <p:spPr>
            <a:xfrm>
              <a:off x="5969313" y="-2756950"/>
              <a:ext cx="321925" cy="245200"/>
            </a:xfrm>
            <a:custGeom>
              <a:avLst/>
              <a:gdLst/>
              <a:ahLst/>
              <a:cxnLst/>
              <a:rect l="l" t="t" r="r" b="b"/>
              <a:pathLst>
                <a:path w="12877" h="9808" extrusionOk="0">
                  <a:moveTo>
                    <a:pt x="1902" y="1"/>
                  </a:moveTo>
                  <a:cubicBezTo>
                    <a:pt x="835" y="1"/>
                    <a:pt x="1" y="835"/>
                    <a:pt x="1" y="1902"/>
                  </a:cubicBezTo>
                  <a:lnTo>
                    <a:pt x="1" y="7906"/>
                  </a:lnTo>
                  <a:cubicBezTo>
                    <a:pt x="1" y="8974"/>
                    <a:pt x="835" y="9808"/>
                    <a:pt x="1902" y="9808"/>
                  </a:cubicBezTo>
                  <a:lnTo>
                    <a:pt x="10975" y="9808"/>
                  </a:lnTo>
                  <a:cubicBezTo>
                    <a:pt x="12009" y="9808"/>
                    <a:pt x="12877" y="8974"/>
                    <a:pt x="12877" y="7906"/>
                  </a:cubicBezTo>
                  <a:lnTo>
                    <a:pt x="12877" y="1902"/>
                  </a:lnTo>
                  <a:cubicBezTo>
                    <a:pt x="12877" y="835"/>
                    <a:pt x="12009" y="1"/>
                    <a:pt x="10942" y="1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6"/>
            <p:cNvSpPr/>
            <p:nvPr/>
          </p:nvSpPr>
          <p:spPr>
            <a:xfrm>
              <a:off x="6347088" y="-27577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lnTo>
                    <a:pt x="0" y="7906"/>
                  </a:lnTo>
                  <a:cubicBezTo>
                    <a:pt x="0" y="8973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3"/>
                    <a:pt x="12910" y="7906"/>
                  </a:cubicBezTo>
                  <a:lnTo>
                    <a:pt x="12910" y="1935"/>
                  </a:lnTo>
                  <a:cubicBezTo>
                    <a:pt x="12910" y="868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6"/>
            <p:cNvSpPr/>
            <p:nvPr/>
          </p:nvSpPr>
          <p:spPr>
            <a:xfrm>
              <a:off x="6724863" y="-27577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68"/>
                    <a:pt x="0" y="1935"/>
                  </a:cubicBezTo>
                  <a:lnTo>
                    <a:pt x="0" y="7906"/>
                  </a:lnTo>
                  <a:cubicBezTo>
                    <a:pt x="0" y="8973"/>
                    <a:pt x="868" y="9841"/>
                    <a:pt x="1935" y="9841"/>
                  </a:cubicBezTo>
                  <a:lnTo>
                    <a:pt x="11008" y="9841"/>
                  </a:lnTo>
                  <a:cubicBezTo>
                    <a:pt x="12042" y="9841"/>
                    <a:pt x="12909" y="8973"/>
                    <a:pt x="12909" y="7906"/>
                  </a:cubicBezTo>
                  <a:lnTo>
                    <a:pt x="12909" y="1935"/>
                  </a:lnTo>
                  <a:cubicBezTo>
                    <a:pt x="12909" y="868"/>
                    <a:pt x="12042" y="0"/>
                    <a:pt x="11008" y="0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6"/>
            <p:cNvSpPr/>
            <p:nvPr/>
          </p:nvSpPr>
          <p:spPr>
            <a:xfrm>
              <a:off x="5212113" y="-2426700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34"/>
                    <a:pt x="0" y="1901"/>
                  </a:cubicBezTo>
                  <a:lnTo>
                    <a:pt x="0" y="7906"/>
                  </a:lnTo>
                  <a:cubicBezTo>
                    <a:pt x="0" y="8973"/>
                    <a:pt x="868" y="9840"/>
                    <a:pt x="1935" y="9840"/>
                  </a:cubicBezTo>
                  <a:lnTo>
                    <a:pt x="10975" y="9840"/>
                  </a:lnTo>
                  <a:cubicBezTo>
                    <a:pt x="12042" y="9840"/>
                    <a:pt x="12910" y="8973"/>
                    <a:pt x="12910" y="7906"/>
                  </a:cubicBezTo>
                  <a:lnTo>
                    <a:pt x="12910" y="1901"/>
                  </a:lnTo>
                  <a:cubicBezTo>
                    <a:pt x="12910" y="834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6"/>
            <p:cNvSpPr/>
            <p:nvPr/>
          </p:nvSpPr>
          <p:spPr>
            <a:xfrm>
              <a:off x="5590713" y="-2426700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1" y="834"/>
                    <a:pt x="1" y="1901"/>
                  </a:cubicBezTo>
                  <a:lnTo>
                    <a:pt x="1" y="7906"/>
                  </a:lnTo>
                  <a:cubicBezTo>
                    <a:pt x="1" y="8973"/>
                    <a:pt x="868" y="9840"/>
                    <a:pt x="1935" y="9840"/>
                  </a:cubicBezTo>
                  <a:lnTo>
                    <a:pt x="10975" y="9840"/>
                  </a:lnTo>
                  <a:cubicBezTo>
                    <a:pt x="12042" y="9840"/>
                    <a:pt x="12910" y="8973"/>
                    <a:pt x="12910" y="7906"/>
                  </a:cubicBezTo>
                  <a:lnTo>
                    <a:pt x="12910" y="1901"/>
                  </a:lnTo>
                  <a:cubicBezTo>
                    <a:pt x="12910" y="834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6"/>
            <p:cNvSpPr/>
            <p:nvPr/>
          </p:nvSpPr>
          <p:spPr>
            <a:xfrm>
              <a:off x="5968488" y="-2426700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67"/>
                    <a:pt x="34" y="1935"/>
                  </a:cubicBezTo>
                  <a:lnTo>
                    <a:pt x="34" y="7906"/>
                  </a:lnTo>
                  <a:cubicBezTo>
                    <a:pt x="34" y="8973"/>
                    <a:pt x="868" y="9840"/>
                    <a:pt x="1935" y="9840"/>
                  </a:cubicBezTo>
                  <a:lnTo>
                    <a:pt x="11008" y="9840"/>
                  </a:lnTo>
                  <a:cubicBezTo>
                    <a:pt x="12042" y="9840"/>
                    <a:pt x="12910" y="8973"/>
                    <a:pt x="12910" y="7906"/>
                  </a:cubicBezTo>
                  <a:lnTo>
                    <a:pt x="12910" y="1935"/>
                  </a:lnTo>
                  <a:cubicBezTo>
                    <a:pt x="12910" y="867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6"/>
            <p:cNvSpPr/>
            <p:nvPr/>
          </p:nvSpPr>
          <p:spPr>
            <a:xfrm>
              <a:off x="6347088" y="-2426700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34"/>
                    <a:pt x="0" y="1901"/>
                  </a:cubicBezTo>
                  <a:lnTo>
                    <a:pt x="0" y="7906"/>
                  </a:lnTo>
                  <a:cubicBezTo>
                    <a:pt x="0" y="8973"/>
                    <a:pt x="868" y="9840"/>
                    <a:pt x="1935" y="9840"/>
                  </a:cubicBezTo>
                  <a:lnTo>
                    <a:pt x="10975" y="9840"/>
                  </a:lnTo>
                  <a:cubicBezTo>
                    <a:pt x="12042" y="9840"/>
                    <a:pt x="12910" y="8973"/>
                    <a:pt x="12910" y="7906"/>
                  </a:cubicBezTo>
                  <a:lnTo>
                    <a:pt x="12910" y="1901"/>
                  </a:lnTo>
                  <a:cubicBezTo>
                    <a:pt x="12910" y="834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6"/>
            <p:cNvSpPr/>
            <p:nvPr/>
          </p:nvSpPr>
          <p:spPr>
            <a:xfrm>
              <a:off x="6724863" y="-2426700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34"/>
                    <a:pt x="0" y="1901"/>
                  </a:cubicBezTo>
                  <a:lnTo>
                    <a:pt x="0" y="7906"/>
                  </a:lnTo>
                  <a:cubicBezTo>
                    <a:pt x="0" y="8973"/>
                    <a:pt x="868" y="9840"/>
                    <a:pt x="1935" y="9840"/>
                  </a:cubicBezTo>
                  <a:lnTo>
                    <a:pt x="11008" y="9840"/>
                  </a:lnTo>
                  <a:cubicBezTo>
                    <a:pt x="12042" y="9840"/>
                    <a:pt x="12909" y="8973"/>
                    <a:pt x="12909" y="7906"/>
                  </a:cubicBezTo>
                  <a:lnTo>
                    <a:pt x="12909" y="1901"/>
                  </a:lnTo>
                  <a:cubicBezTo>
                    <a:pt x="12909" y="834"/>
                    <a:pt x="12042" y="0"/>
                    <a:pt x="11008" y="0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6"/>
            <p:cNvSpPr/>
            <p:nvPr/>
          </p:nvSpPr>
          <p:spPr>
            <a:xfrm>
              <a:off x="5212113" y="-20964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1"/>
                  </a:moveTo>
                  <a:cubicBezTo>
                    <a:pt x="868" y="1"/>
                    <a:pt x="0" y="868"/>
                    <a:pt x="0" y="1935"/>
                  </a:cubicBezTo>
                  <a:lnTo>
                    <a:pt x="0" y="7906"/>
                  </a:lnTo>
                  <a:cubicBezTo>
                    <a:pt x="0" y="8974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5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chemeClr val="lt2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6"/>
            <p:cNvSpPr/>
            <p:nvPr/>
          </p:nvSpPr>
          <p:spPr>
            <a:xfrm>
              <a:off x="5590713" y="-20964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1"/>
                  </a:moveTo>
                  <a:cubicBezTo>
                    <a:pt x="868" y="1"/>
                    <a:pt x="1" y="868"/>
                    <a:pt x="1" y="1935"/>
                  </a:cubicBezTo>
                  <a:lnTo>
                    <a:pt x="1" y="7906"/>
                  </a:lnTo>
                  <a:cubicBezTo>
                    <a:pt x="1" y="8974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5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6"/>
            <p:cNvSpPr/>
            <p:nvPr/>
          </p:nvSpPr>
          <p:spPr>
            <a:xfrm>
              <a:off x="5969313" y="-2096475"/>
              <a:ext cx="321925" cy="246025"/>
            </a:xfrm>
            <a:custGeom>
              <a:avLst/>
              <a:gdLst/>
              <a:ahLst/>
              <a:cxnLst/>
              <a:rect l="l" t="t" r="r" b="b"/>
              <a:pathLst>
                <a:path w="12877" h="9841" extrusionOk="0">
                  <a:moveTo>
                    <a:pt x="1902" y="1"/>
                  </a:moveTo>
                  <a:cubicBezTo>
                    <a:pt x="835" y="1"/>
                    <a:pt x="1" y="868"/>
                    <a:pt x="1" y="1935"/>
                  </a:cubicBezTo>
                  <a:lnTo>
                    <a:pt x="1" y="7906"/>
                  </a:lnTo>
                  <a:cubicBezTo>
                    <a:pt x="1" y="8974"/>
                    <a:pt x="835" y="9841"/>
                    <a:pt x="1902" y="9841"/>
                  </a:cubicBezTo>
                  <a:lnTo>
                    <a:pt x="10975" y="9841"/>
                  </a:lnTo>
                  <a:cubicBezTo>
                    <a:pt x="12009" y="9841"/>
                    <a:pt x="12877" y="8974"/>
                    <a:pt x="12877" y="7906"/>
                  </a:cubicBezTo>
                  <a:lnTo>
                    <a:pt x="12877" y="1935"/>
                  </a:lnTo>
                  <a:cubicBezTo>
                    <a:pt x="12877" y="868"/>
                    <a:pt x="12009" y="1"/>
                    <a:pt x="10942" y="1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6"/>
            <p:cNvSpPr/>
            <p:nvPr/>
          </p:nvSpPr>
          <p:spPr>
            <a:xfrm>
              <a:off x="6347088" y="-2096475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1"/>
                  </a:moveTo>
                  <a:cubicBezTo>
                    <a:pt x="868" y="1"/>
                    <a:pt x="0" y="868"/>
                    <a:pt x="0" y="1935"/>
                  </a:cubicBezTo>
                  <a:lnTo>
                    <a:pt x="0" y="7906"/>
                  </a:lnTo>
                  <a:cubicBezTo>
                    <a:pt x="0" y="8974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8974"/>
                    <a:pt x="12910" y="7906"/>
                  </a:cubicBezTo>
                  <a:lnTo>
                    <a:pt x="12910" y="1935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6"/>
            <p:cNvSpPr/>
            <p:nvPr/>
          </p:nvSpPr>
          <p:spPr>
            <a:xfrm>
              <a:off x="5212113" y="-1766250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0" y="868"/>
                    <a:pt x="0" y="1936"/>
                  </a:cubicBezTo>
                  <a:lnTo>
                    <a:pt x="0" y="7940"/>
                  </a:lnTo>
                  <a:cubicBezTo>
                    <a:pt x="0" y="9007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9007"/>
                    <a:pt x="12910" y="7940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chemeClr val="lt2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6"/>
            <p:cNvSpPr/>
            <p:nvPr/>
          </p:nvSpPr>
          <p:spPr>
            <a:xfrm>
              <a:off x="5590713" y="-1766250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1" y="868"/>
                    <a:pt x="1" y="1936"/>
                  </a:cubicBezTo>
                  <a:lnTo>
                    <a:pt x="1" y="7940"/>
                  </a:lnTo>
                  <a:cubicBezTo>
                    <a:pt x="1" y="9007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9007"/>
                    <a:pt x="12910" y="7940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6"/>
            <p:cNvSpPr/>
            <p:nvPr/>
          </p:nvSpPr>
          <p:spPr>
            <a:xfrm>
              <a:off x="5968488" y="-1765400"/>
              <a:ext cx="322750" cy="246025"/>
            </a:xfrm>
            <a:custGeom>
              <a:avLst/>
              <a:gdLst/>
              <a:ahLst/>
              <a:cxnLst/>
              <a:rect l="l" t="t" r="r" b="b"/>
              <a:pathLst>
                <a:path w="12910" h="9841" extrusionOk="0">
                  <a:moveTo>
                    <a:pt x="1935" y="0"/>
                  </a:moveTo>
                  <a:cubicBezTo>
                    <a:pt x="868" y="0"/>
                    <a:pt x="0" y="834"/>
                    <a:pt x="34" y="1902"/>
                  </a:cubicBezTo>
                  <a:lnTo>
                    <a:pt x="34" y="7906"/>
                  </a:lnTo>
                  <a:cubicBezTo>
                    <a:pt x="34" y="8973"/>
                    <a:pt x="868" y="9841"/>
                    <a:pt x="1935" y="9841"/>
                  </a:cubicBezTo>
                  <a:lnTo>
                    <a:pt x="11008" y="9841"/>
                  </a:lnTo>
                  <a:cubicBezTo>
                    <a:pt x="12042" y="9807"/>
                    <a:pt x="12910" y="8973"/>
                    <a:pt x="12910" y="7906"/>
                  </a:cubicBezTo>
                  <a:lnTo>
                    <a:pt x="12910" y="1902"/>
                  </a:lnTo>
                  <a:cubicBezTo>
                    <a:pt x="12910" y="834"/>
                    <a:pt x="12042" y="0"/>
                    <a:pt x="10975" y="0"/>
                  </a:cubicBezTo>
                  <a:close/>
                </a:path>
              </a:pathLst>
            </a:custGeom>
            <a:solidFill>
              <a:srgbClr val="99999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6"/>
            <p:cNvSpPr/>
            <p:nvPr/>
          </p:nvSpPr>
          <p:spPr>
            <a:xfrm>
              <a:off x="6347088" y="-1766250"/>
              <a:ext cx="322750" cy="246050"/>
            </a:xfrm>
            <a:custGeom>
              <a:avLst/>
              <a:gdLst/>
              <a:ahLst/>
              <a:cxnLst/>
              <a:rect l="l" t="t" r="r" b="b"/>
              <a:pathLst>
                <a:path w="12910" h="9842" extrusionOk="0">
                  <a:moveTo>
                    <a:pt x="1935" y="1"/>
                  </a:moveTo>
                  <a:cubicBezTo>
                    <a:pt x="868" y="1"/>
                    <a:pt x="0" y="868"/>
                    <a:pt x="0" y="1936"/>
                  </a:cubicBezTo>
                  <a:lnTo>
                    <a:pt x="0" y="7940"/>
                  </a:lnTo>
                  <a:cubicBezTo>
                    <a:pt x="0" y="9007"/>
                    <a:pt x="868" y="9841"/>
                    <a:pt x="1935" y="9841"/>
                  </a:cubicBezTo>
                  <a:lnTo>
                    <a:pt x="10975" y="9841"/>
                  </a:lnTo>
                  <a:cubicBezTo>
                    <a:pt x="12042" y="9841"/>
                    <a:pt x="12910" y="9007"/>
                    <a:pt x="12910" y="7940"/>
                  </a:cubicBezTo>
                  <a:lnTo>
                    <a:pt x="12910" y="1936"/>
                  </a:lnTo>
                  <a:cubicBezTo>
                    <a:pt x="12910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6"/>
            <p:cNvSpPr/>
            <p:nvPr/>
          </p:nvSpPr>
          <p:spPr>
            <a:xfrm>
              <a:off x="6724863" y="-2096475"/>
              <a:ext cx="322750" cy="576275"/>
            </a:xfrm>
            <a:custGeom>
              <a:avLst/>
              <a:gdLst/>
              <a:ahLst/>
              <a:cxnLst/>
              <a:rect l="l" t="t" r="r" b="b"/>
              <a:pathLst>
                <a:path w="12910" h="23051" extrusionOk="0">
                  <a:moveTo>
                    <a:pt x="1968" y="1"/>
                  </a:moveTo>
                  <a:cubicBezTo>
                    <a:pt x="901" y="1"/>
                    <a:pt x="0" y="868"/>
                    <a:pt x="0" y="1969"/>
                  </a:cubicBezTo>
                  <a:lnTo>
                    <a:pt x="0" y="21116"/>
                  </a:lnTo>
                  <a:cubicBezTo>
                    <a:pt x="0" y="22183"/>
                    <a:pt x="901" y="23050"/>
                    <a:pt x="1968" y="23050"/>
                  </a:cubicBezTo>
                  <a:lnTo>
                    <a:pt x="10975" y="23050"/>
                  </a:lnTo>
                  <a:cubicBezTo>
                    <a:pt x="12042" y="23050"/>
                    <a:pt x="12909" y="22183"/>
                    <a:pt x="12909" y="21116"/>
                  </a:cubicBezTo>
                  <a:lnTo>
                    <a:pt x="12909" y="1969"/>
                  </a:lnTo>
                  <a:cubicBezTo>
                    <a:pt x="12909" y="868"/>
                    <a:pt x="12042" y="1"/>
                    <a:pt x="10975" y="1"/>
                  </a:cubicBezTo>
                  <a:close/>
                </a:path>
              </a:pathLst>
            </a:custGeom>
            <a:solidFill>
              <a:srgbClr val="D9D9D9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6"/>
            <p:cNvSpPr/>
            <p:nvPr/>
          </p:nvSpPr>
          <p:spPr>
            <a:xfrm>
              <a:off x="6724863" y="-3376550"/>
              <a:ext cx="322750" cy="209325"/>
            </a:xfrm>
            <a:custGeom>
              <a:avLst/>
              <a:gdLst/>
              <a:ahLst/>
              <a:cxnLst/>
              <a:rect l="l" t="t" r="r" b="b"/>
              <a:pathLst>
                <a:path w="12910" h="8373" extrusionOk="0">
                  <a:moveTo>
                    <a:pt x="1935" y="0"/>
                  </a:moveTo>
                  <a:cubicBezTo>
                    <a:pt x="868" y="0"/>
                    <a:pt x="0" y="867"/>
                    <a:pt x="0" y="1935"/>
                  </a:cubicBezTo>
                  <a:lnTo>
                    <a:pt x="0" y="6438"/>
                  </a:lnTo>
                  <a:cubicBezTo>
                    <a:pt x="0" y="7506"/>
                    <a:pt x="868" y="8373"/>
                    <a:pt x="1935" y="8373"/>
                  </a:cubicBezTo>
                  <a:lnTo>
                    <a:pt x="11008" y="8373"/>
                  </a:lnTo>
                  <a:cubicBezTo>
                    <a:pt x="12042" y="8373"/>
                    <a:pt x="12909" y="7506"/>
                    <a:pt x="12909" y="6438"/>
                  </a:cubicBezTo>
                  <a:lnTo>
                    <a:pt x="12909" y="1935"/>
                  </a:lnTo>
                  <a:cubicBezTo>
                    <a:pt x="12909" y="867"/>
                    <a:pt x="12042" y="0"/>
                    <a:pt x="11008" y="0"/>
                  </a:cubicBezTo>
                  <a:close/>
                </a:path>
              </a:pathLst>
            </a:custGeom>
            <a:solidFill>
              <a:schemeClr val="lt2"/>
            </a:solidFill>
            <a:ln w="10850" cap="flat" cmpd="sng">
              <a:solidFill>
                <a:srgbClr val="263238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6"/>
            <p:cNvSpPr/>
            <p:nvPr/>
          </p:nvSpPr>
          <p:spPr>
            <a:xfrm>
              <a:off x="6767388" y="-3324425"/>
              <a:ext cx="120950" cy="120100"/>
            </a:xfrm>
            <a:custGeom>
              <a:avLst/>
              <a:gdLst/>
              <a:ahLst/>
              <a:cxnLst/>
              <a:rect l="l" t="t" r="r" b="b"/>
              <a:pathLst>
                <a:path w="4838" h="4804" extrusionOk="0">
                  <a:moveTo>
                    <a:pt x="2436" y="517"/>
                  </a:moveTo>
                  <a:cubicBezTo>
                    <a:pt x="2869" y="517"/>
                    <a:pt x="3269" y="684"/>
                    <a:pt x="3536" y="1017"/>
                  </a:cubicBezTo>
                  <a:cubicBezTo>
                    <a:pt x="4070" y="1885"/>
                    <a:pt x="4070" y="2952"/>
                    <a:pt x="3536" y="3786"/>
                  </a:cubicBezTo>
                  <a:cubicBezTo>
                    <a:pt x="3289" y="4095"/>
                    <a:pt x="2927" y="4290"/>
                    <a:pt x="2529" y="4290"/>
                  </a:cubicBezTo>
                  <a:cubicBezTo>
                    <a:pt x="2498" y="4290"/>
                    <a:pt x="2467" y="4289"/>
                    <a:pt x="2436" y="4286"/>
                  </a:cubicBezTo>
                  <a:cubicBezTo>
                    <a:pt x="2404" y="4289"/>
                    <a:pt x="2373" y="4290"/>
                    <a:pt x="2341" y="4290"/>
                  </a:cubicBezTo>
                  <a:cubicBezTo>
                    <a:pt x="1940" y="4290"/>
                    <a:pt x="1549" y="4095"/>
                    <a:pt x="1301" y="3786"/>
                  </a:cubicBezTo>
                  <a:cubicBezTo>
                    <a:pt x="768" y="2952"/>
                    <a:pt x="768" y="1885"/>
                    <a:pt x="1301" y="1017"/>
                  </a:cubicBezTo>
                  <a:cubicBezTo>
                    <a:pt x="1568" y="684"/>
                    <a:pt x="2002" y="517"/>
                    <a:pt x="2436" y="517"/>
                  </a:cubicBezTo>
                  <a:close/>
                  <a:moveTo>
                    <a:pt x="2419" y="0"/>
                  </a:moveTo>
                  <a:cubicBezTo>
                    <a:pt x="1835" y="0"/>
                    <a:pt x="1251" y="217"/>
                    <a:pt x="801" y="650"/>
                  </a:cubicBezTo>
                  <a:cubicBezTo>
                    <a:pt x="0" y="1685"/>
                    <a:pt x="0" y="3119"/>
                    <a:pt x="801" y="4153"/>
                  </a:cubicBezTo>
                  <a:cubicBezTo>
                    <a:pt x="1251" y="4587"/>
                    <a:pt x="1835" y="4803"/>
                    <a:pt x="2419" y="4803"/>
                  </a:cubicBezTo>
                  <a:cubicBezTo>
                    <a:pt x="3003" y="4803"/>
                    <a:pt x="3586" y="4587"/>
                    <a:pt x="4037" y="4153"/>
                  </a:cubicBezTo>
                  <a:cubicBezTo>
                    <a:pt x="4837" y="3119"/>
                    <a:pt x="4837" y="1685"/>
                    <a:pt x="4037" y="650"/>
                  </a:cubicBezTo>
                  <a:cubicBezTo>
                    <a:pt x="3586" y="217"/>
                    <a:pt x="3003" y="0"/>
                    <a:pt x="24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6"/>
            <p:cNvSpPr/>
            <p:nvPr/>
          </p:nvSpPr>
          <p:spPr>
            <a:xfrm>
              <a:off x="6907488" y="-3322675"/>
              <a:ext cx="95925" cy="117100"/>
            </a:xfrm>
            <a:custGeom>
              <a:avLst/>
              <a:gdLst/>
              <a:ahLst/>
              <a:cxnLst/>
              <a:rect l="l" t="t" r="r" b="b"/>
              <a:pathLst>
                <a:path w="3837" h="4684" extrusionOk="0">
                  <a:moveTo>
                    <a:pt x="3449" y="0"/>
                  </a:moveTo>
                  <a:cubicBezTo>
                    <a:pt x="3401" y="0"/>
                    <a:pt x="3352" y="31"/>
                    <a:pt x="3303" y="80"/>
                  </a:cubicBezTo>
                  <a:cubicBezTo>
                    <a:pt x="3236" y="113"/>
                    <a:pt x="3203" y="214"/>
                    <a:pt x="3203" y="280"/>
                  </a:cubicBezTo>
                  <a:lnTo>
                    <a:pt x="3203" y="3716"/>
                  </a:lnTo>
                  <a:lnTo>
                    <a:pt x="834" y="247"/>
                  </a:lnTo>
                  <a:cubicBezTo>
                    <a:pt x="768" y="180"/>
                    <a:pt x="701" y="113"/>
                    <a:pt x="601" y="80"/>
                  </a:cubicBezTo>
                  <a:cubicBezTo>
                    <a:pt x="534" y="13"/>
                    <a:pt x="467" y="13"/>
                    <a:pt x="367" y="13"/>
                  </a:cubicBezTo>
                  <a:cubicBezTo>
                    <a:pt x="349" y="7"/>
                    <a:pt x="331" y="5"/>
                    <a:pt x="313" y="5"/>
                  </a:cubicBezTo>
                  <a:cubicBezTo>
                    <a:pt x="232" y="5"/>
                    <a:pt x="155" y="59"/>
                    <a:pt x="101" y="113"/>
                  </a:cubicBezTo>
                  <a:cubicBezTo>
                    <a:pt x="34" y="180"/>
                    <a:pt x="0" y="314"/>
                    <a:pt x="0" y="414"/>
                  </a:cubicBezTo>
                  <a:lnTo>
                    <a:pt x="0" y="4383"/>
                  </a:lnTo>
                  <a:cubicBezTo>
                    <a:pt x="0" y="4450"/>
                    <a:pt x="34" y="4550"/>
                    <a:pt x="101" y="4583"/>
                  </a:cubicBezTo>
                  <a:cubicBezTo>
                    <a:pt x="167" y="4650"/>
                    <a:pt x="234" y="4683"/>
                    <a:pt x="301" y="4683"/>
                  </a:cubicBezTo>
                  <a:cubicBezTo>
                    <a:pt x="401" y="4683"/>
                    <a:pt x="467" y="4650"/>
                    <a:pt x="534" y="4617"/>
                  </a:cubicBezTo>
                  <a:cubicBezTo>
                    <a:pt x="601" y="4550"/>
                    <a:pt x="634" y="4483"/>
                    <a:pt x="634" y="4417"/>
                  </a:cubicBezTo>
                  <a:lnTo>
                    <a:pt x="634" y="1014"/>
                  </a:lnTo>
                  <a:lnTo>
                    <a:pt x="3003" y="4483"/>
                  </a:lnTo>
                  <a:cubicBezTo>
                    <a:pt x="3069" y="4550"/>
                    <a:pt x="3136" y="4583"/>
                    <a:pt x="3203" y="4650"/>
                  </a:cubicBezTo>
                  <a:cubicBezTo>
                    <a:pt x="3269" y="4683"/>
                    <a:pt x="3336" y="4683"/>
                    <a:pt x="3403" y="4683"/>
                  </a:cubicBezTo>
                  <a:cubicBezTo>
                    <a:pt x="3536" y="4683"/>
                    <a:pt x="3636" y="4650"/>
                    <a:pt x="3703" y="4583"/>
                  </a:cubicBezTo>
                  <a:cubicBezTo>
                    <a:pt x="3770" y="4483"/>
                    <a:pt x="3837" y="4383"/>
                    <a:pt x="3803" y="4283"/>
                  </a:cubicBezTo>
                  <a:lnTo>
                    <a:pt x="3803" y="280"/>
                  </a:lnTo>
                  <a:cubicBezTo>
                    <a:pt x="3837" y="214"/>
                    <a:pt x="3803" y="113"/>
                    <a:pt x="3736" y="80"/>
                  </a:cubicBezTo>
                  <a:cubicBezTo>
                    <a:pt x="3688" y="31"/>
                    <a:pt x="3639" y="0"/>
                    <a:pt x="3577" y="0"/>
                  </a:cubicBezTo>
                  <a:cubicBezTo>
                    <a:pt x="3554" y="0"/>
                    <a:pt x="3530" y="4"/>
                    <a:pt x="3503" y="13"/>
                  </a:cubicBezTo>
                  <a:cubicBezTo>
                    <a:pt x="3485" y="4"/>
                    <a:pt x="3467" y="0"/>
                    <a:pt x="3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6"/>
            <p:cNvSpPr/>
            <p:nvPr/>
          </p:nvSpPr>
          <p:spPr>
            <a:xfrm>
              <a:off x="5255463" y="-3007950"/>
              <a:ext cx="125950" cy="113850"/>
            </a:xfrm>
            <a:custGeom>
              <a:avLst/>
              <a:gdLst/>
              <a:ahLst/>
              <a:cxnLst/>
              <a:rect l="l" t="t" r="r" b="b"/>
              <a:pathLst>
                <a:path w="5038" h="4554" extrusionOk="0">
                  <a:moveTo>
                    <a:pt x="501" y="0"/>
                  </a:moveTo>
                  <a:cubicBezTo>
                    <a:pt x="368" y="0"/>
                    <a:pt x="234" y="33"/>
                    <a:pt x="168" y="134"/>
                  </a:cubicBezTo>
                  <a:cubicBezTo>
                    <a:pt x="68" y="200"/>
                    <a:pt x="1" y="300"/>
                    <a:pt x="1" y="434"/>
                  </a:cubicBezTo>
                  <a:lnTo>
                    <a:pt x="1" y="4337"/>
                  </a:lnTo>
                  <a:cubicBezTo>
                    <a:pt x="1" y="4403"/>
                    <a:pt x="34" y="4470"/>
                    <a:pt x="101" y="4503"/>
                  </a:cubicBezTo>
                  <a:cubicBezTo>
                    <a:pt x="168" y="4537"/>
                    <a:pt x="234" y="4553"/>
                    <a:pt x="301" y="4553"/>
                  </a:cubicBezTo>
                  <a:cubicBezTo>
                    <a:pt x="368" y="4553"/>
                    <a:pt x="435" y="4537"/>
                    <a:pt x="501" y="4503"/>
                  </a:cubicBezTo>
                  <a:cubicBezTo>
                    <a:pt x="568" y="4470"/>
                    <a:pt x="601" y="4403"/>
                    <a:pt x="601" y="4337"/>
                  </a:cubicBezTo>
                  <a:lnTo>
                    <a:pt x="601" y="767"/>
                  </a:lnTo>
                  <a:lnTo>
                    <a:pt x="2136" y="4170"/>
                  </a:lnTo>
                  <a:cubicBezTo>
                    <a:pt x="2169" y="4270"/>
                    <a:pt x="2236" y="4337"/>
                    <a:pt x="2303" y="4403"/>
                  </a:cubicBezTo>
                  <a:cubicBezTo>
                    <a:pt x="2369" y="4437"/>
                    <a:pt x="2436" y="4470"/>
                    <a:pt x="2536" y="4470"/>
                  </a:cubicBezTo>
                  <a:cubicBezTo>
                    <a:pt x="2603" y="4470"/>
                    <a:pt x="2670" y="4437"/>
                    <a:pt x="2736" y="4403"/>
                  </a:cubicBezTo>
                  <a:cubicBezTo>
                    <a:pt x="2803" y="4337"/>
                    <a:pt x="2870" y="4270"/>
                    <a:pt x="2903" y="4203"/>
                  </a:cubicBezTo>
                  <a:lnTo>
                    <a:pt x="4437" y="734"/>
                  </a:lnTo>
                  <a:lnTo>
                    <a:pt x="4437" y="4303"/>
                  </a:lnTo>
                  <a:cubicBezTo>
                    <a:pt x="4437" y="4370"/>
                    <a:pt x="4471" y="4437"/>
                    <a:pt x="4538" y="4470"/>
                  </a:cubicBezTo>
                  <a:cubicBezTo>
                    <a:pt x="4604" y="4537"/>
                    <a:pt x="4671" y="4537"/>
                    <a:pt x="4738" y="4537"/>
                  </a:cubicBezTo>
                  <a:cubicBezTo>
                    <a:pt x="4838" y="4537"/>
                    <a:pt x="4904" y="4537"/>
                    <a:pt x="4971" y="4470"/>
                  </a:cubicBezTo>
                  <a:cubicBezTo>
                    <a:pt x="5005" y="4437"/>
                    <a:pt x="5038" y="4370"/>
                    <a:pt x="5038" y="4303"/>
                  </a:cubicBezTo>
                  <a:lnTo>
                    <a:pt x="5038" y="434"/>
                  </a:lnTo>
                  <a:cubicBezTo>
                    <a:pt x="5038" y="300"/>
                    <a:pt x="5005" y="200"/>
                    <a:pt x="4904" y="134"/>
                  </a:cubicBezTo>
                  <a:cubicBezTo>
                    <a:pt x="4799" y="45"/>
                    <a:pt x="4675" y="4"/>
                    <a:pt x="4551" y="4"/>
                  </a:cubicBezTo>
                  <a:cubicBezTo>
                    <a:pt x="4441" y="4"/>
                    <a:pt x="4332" y="37"/>
                    <a:pt x="4237" y="100"/>
                  </a:cubicBezTo>
                  <a:cubicBezTo>
                    <a:pt x="4137" y="167"/>
                    <a:pt x="4071" y="267"/>
                    <a:pt x="4004" y="367"/>
                  </a:cubicBezTo>
                  <a:lnTo>
                    <a:pt x="2536" y="3669"/>
                  </a:lnTo>
                  <a:lnTo>
                    <a:pt x="1035" y="367"/>
                  </a:lnTo>
                  <a:cubicBezTo>
                    <a:pt x="1002" y="267"/>
                    <a:pt x="902" y="167"/>
                    <a:pt x="802" y="100"/>
                  </a:cubicBezTo>
                  <a:cubicBezTo>
                    <a:pt x="701" y="33"/>
                    <a:pt x="601" y="0"/>
                    <a:pt x="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6"/>
            <p:cNvSpPr/>
            <p:nvPr/>
          </p:nvSpPr>
          <p:spPr>
            <a:xfrm>
              <a:off x="5406413" y="-3011500"/>
              <a:ext cx="90925" cy="121150"/>
            </a:xfrm>
            <a:custGeom>
              <a:avLst/>
              <a:gdLst/>
              <a:ahLst/>
              <a:cxnLst/>
              <a:rect l="l" t="t" r="r" b="b"/>
              <a:pathLst>
                <a:path w="3637" h="4846" extrusionOk="0">
                  <a:moveTo>
                    <a:pt x="2045" y="0"/>
                  </a:moveTo>
                  <a:cubicBezTo>
                    <a:pt x="1788" y="0"/>
                    <a:pt x="1517" y="65"/>
                    <a:pt x="1268" y="175"/>
                  </a:cubicBezTo>
                  <a:cubicBezTo>
                    <a:pt x="1001" y="309"/>
                    <a:pt x="768" y="476"/>
                    <a:pt x="568" y="709"/>
                  </a:cubicBezTo>
                  <a:cubicBezTo>
                    <a:pt x="401" y="943"/>
                    <a:pt x="234" y="1176"/>
                    <a:pt x="167" y="1476"/>
                  </a:cubicBezTo>
                  <a:cubicBezTo>
                    <a:pt x="67" y="1777"/>
                    <a:pt x="1" y="2077"/>
                    <a:pt x="1" y="2410"/>
                  </a:cubicBezTo>
                  <a:cubicBezTo>
                    <a:pt x="1" y="2844"/>
                    <a:pt x="67" y="3244"/>
                    <a:pt x="267" y="3645"/>
                  </a:cubicBezTo>
                  <a:cubicBezTo>
                    <a:pt x="401" y="3978"/>
                    <a:pt x="668" y="4278"/>
                    <a:pt x="1001" y="4479"/>
                  </a:cubicBezTo>
                  <a:cubicBezTo>
                    <a:pt x="1335" y="4712"/>
                    <a:pt x="1769" y="4845"/>
                    <a:pt x="2169" y="4845"/>
                  </a:cubicBezTo>
                  <a:cubicBezTo>
                    <a:pt x="2636" y="4845"/>
                    <a:pt x="3069" y="4712"/>
                    <a:pt x="3470" y="4479"/>
                  </a:cubicBezTo>
                  <a:cubicBezTo>
                    <a:pt x="3570" y="4412"/>
                    <a:pt x="3637" y="4345"/>
                    <a:pt x="3637" y="4212"/>
                  </a:cubicBezTo>
                  <a:cubicBezTo>
                    <a:pt x="3637" y="4145"/>
                    <a:pt x="3603" y="4078"/>
                    <a:pt x="3570" y="4045"/>
                  </a:cubicBezTo>
                  <a:cubicBezTo>
                    <a:pt x="3503" y="4012"/>
                    <a:pt x="3436" y="3978"/>
                    <a:pt x="3370" y="3978"/>
                  </a:cubicBezTo>
                  <a:cubicBezTo>
                    <a:pt x="3336" y="3978"/>
                    <a:pt x="3303" y="3978"/>
                    <a:pt x="3270" y="4012"/>
                  </a:cubicBezTo>
                  <a:cubicBezTo>
                    <a:pt x="3103" y="4078"/>
                    <a:pt x="2936" y="4178"/>
                    <a:pt x="2769" y="4212"/>
                  </a:cubicBezTo>
                  <a:cubicBezTo>
                    <a:pt x="2602" y="4278"/>
                    <a:pt x="2436" y="4312"/>
                    <a:pt x="2269" y="4312"/>
                  </a:cubicBezTo>
                  <a:cubicBezTo>
                    <a:pt x="2069" y="4312"/>
                    <a:pt x="1869" y="4278"/>
                    <a:pt x="1702" y="4212"/>
                  </a:cubicBezTo>
                  <a:cubicBezTo>
                    <a:pt x="1535" y="4145"/>
                    <a:pt x="1368" y="4045"/>
                    <a:pt x="1235" y="3945"/>
                  </a:cubicBezTo>
                  <a:cubicBezTo>
                    <a:pt x="1135" y="3811"/>
                    <a:pt x="1035" y="3678"/>
                    <a:pt x="935" y="3511"/>
                  </a:cubicBezTo>
                  <a:cubicBezTo>
                    <a:pt x="868" y="3344"/>
                    <a:pt x="801" y="3178"/>
                    <a:pt x="768" y="3011"/>
                  </a:cubicBezTo>
                  <a:cubicBezTo>
                    <a:pt x="701" y="2611"/>
                    <a:pt x="701" y="2210"/>
                    <a:pt x="768" y="1843"/>
                  </a:cubicBezTo>
                  <a:cubicBezTo>
                    <a:pt x="801" y="1643"/>
                    <a:pt x="868" y="1476"/>
                    <a:pt x="935" y="1310"/>
                  </a:cubicBezTo>
                  <a:cubicBezTo>
                    <a:pt x="1035" y="1176"/>
                    <a:pt x="1135" y="1009"/>
                    <a:pt x="1235" y="909"/>
                  </a:cubicBezTo>
                  <a:cubicBezTo>
                    <a:pt x="1368" y="776"/>
                    <a:pt x="1502" y="709"/>
                    <a:pt x="1668" y="642"/>
                  </a:cubicBezTo>
                  <a:cubicBezTo>
                    <a:pt x="1835" y="576"/>
                    <a:pt x="2035" y="542"/>
                    <a:pt x="2236" y="542"/>
                  </a:cubicBezTo>
                  <a:lnTo>
                    <a:pt x="2502" y="542"/>
                  </a:lnTo>
                  <a:lnTo>
                    <a:pt x="2703" y="576"/>
                  </a:lnTo>
                  <a:lnTo>
                    <a:pt x="2869" y="609"/>
                  </a:lnTo>
                  <a:lnTo>
                    <a:pt x="3003" y="676"/>
                  </a:lnTo>
                  <a:lnTo>
                    <a:pt x="3103" y="709"/>
                  </a:lnTo>
                  <a:lnTo>
                    <a:pt x="3203" y="743"/>
                  </a:lnTo>
                  <a:cubicBezTo>
                    <a:pt x="3203" y="776"/>
                    <a:pt x="3270" y="776"/>
                    <a:pt x="3303" y="776"/>
                  </a:cubicBezTo>
                  <a:cubicBezTo>
                    <a:pt x="3370" y="776"/>
                    <a:pt x="3436" y="743"/>
                    <a:pt x="3470" y="709"/>
                  </a:cubicBezTo>
                  <a:cubicBezTo>
                    <a:pt x="3503" y="642"/>
                    <a:pt x="3536" y="576"/>
                    <a:pt x="3536" y="509"/>
                  </a:cubicBezTo>
                  <a:cubicBezTo>
                    <a:pt x="3536" y="409"/>
                    <a:pt x="3470" y="342"/>
                    <a:pt x="3403" y="309"/>
                  </a:cubicBezTo>
                  <a:cubicBezTo>
                    <a:pt x="3074" y="129"/>
                    <a:pt x="2718" y="4"/>
                    <a:pt x="2335" y="4"/>
                  </a:cubicBezTo>
                  <a:cubicBezTo>
                    <a:pt x="2291" y="4"/>
                    <a:pt x="2247" y="5"/>
                    <a:pt x="2202" y="9"/>
                  </a:cubicBezTo>
                  <a:cubicBezTo>
                    <a:pt x="2151" y="3"/>
                    <a:pt x="2098" y="0"/>
                    <a:pt x="20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6"/>
            <p:cNvSpPr/>
            <p:nvPr/>
          </p:nvSpPr>
          <p:spPr>
            <a:xfrm>
              <a:off x="5266313" y="-1698700"/>
              <a:ext cx="106775" cy="119275"/>
            </a:xfrm>
            <a:custGeom>
              <a:avLst/>
              <a:gdLst/>
              <a:ahLst/>
              <a:cxnLst/>
              <a:rect l="l" t="t" r="r" b="b"/>
              <a:pathLst>
                <a:path w="4271" h="4771" extrusionOk="0">
                  <a:moveTo>
                    <a:pt x="2135" y="635"/>
                  </a:moveTo>
                  <a:lnTo>
                    <a:pt x="3069" y="3036"/>
                  </a:lnTo>
                  <a:lnTo>
                    <a:pt x="1201" y="3036"/>
                  </a:lnTo>
                  <a:lnTo>
                    <a:pt x="2135" y="635"/>
                  </a:lnTo>
                  <a:close/>
                  <a:moveTo>
                    <a:pt x="2135" y="1"/>
                  </a:moveTo>
                  <a:cubicBezTo>
                    <a:pt x="2019" y="1"/>
                    <a:pt x="1902" y="34"/>
                    <a:pt x="1802" y="101"/>
                  </a:cubicBezTo>
                  <a:cubicBezTo>
                    <a:pt x="1702" y="201"/>
                    <a:pt x="1635" y="334"/>
                    <a:pt x="1568" y="468"/>
                  </a:cubicBezTo>
                  <a:lnTo>
                    <a:pt x="34" y="4337"/>
                  </a:lnTo>
                  <a:cubicBezTo>
                    <a:pt x="1" y="4371"/>
                    <a:pt x="1" y="4404"/>
                    <a:pt x="1" y="4437"/>
                  </a:cubicBezTo>
                  <a:cubicBezTo>
                    <a:pt x="1" y="4537"/>
                    <a:pt x="34" y="4604"/>
                    <a:pt x="101" y="4638"/>
                  </a:cubicBezTo>
                  <a:cubicBezTo>
                    <a:pt x="167" y="4704"/>
                    <a:pt x="234" y="4738"/>
                    <a:pt x="334" y="4738"/>
                  </a:cubicBezTo>
                  <a:cubicBezTo>
                    <a:pt x="468" y="4738"/>
                    <a:pt x="601" y="4638"/>
                    <a:pt x="634" y="4504"/>
                  </a:cubicBezTo>
                  <a:lnTo>
                    <a:pt x="1035" y="3537"/>
                  </a:lnTo>
                  <a:lnTo>
                    <a:pt x="3270" y="3537"/>
                  </a:lnTo>
                  <a:lnTo>
                    <a:pt x="3637" y="4537"/>
                  </a:lnTo>
                  <a:cubicBezTo>
                    <a:pt x="3703" y="4671"/>
                    <a:pt x="3803" y="4771"/>
                    <a:pt x="3937" y="4771"/>
                  </a:cubicBezTo>
                  <a:cubicBezTo>
                    <a:pt x="4037" y="4771"/>
                    <a:pt x="4104" y="4738"/>
                    <a:pt x="4170" y="4671"/>
                  </a:cubicBezTo>
                  <a:cubicBezTo>
                    <a:pt x="4237" y="4638"/>
                    <a:pt x="4270" y="4571"/>
                    <a:pt x="4270" y="4471"/>
                  </a:cubicBezTo>
                  <a:cubicBezTo>
                    <a:pt x="4270" y="4437"/>
                    <a:pt x="4270" y="4404"/>
                    <a:pt x="4270" y="4371"/>
                  </a:cubicBezTo>
                  <a:lnTo>
                    <a:pt x="2703" y="468"/>
                  </a:lnTo>
                  <a:cubicBezTo>
                    <a:pt x="2669" y="334"/>
                    <a:pt x="2569" y="201"/>
                    <a:pt x="2469" y="101"/>
                  </a:cubicBezTo>
                  <a:cubicBezTo>
                    <a:pt x="2369" y="34"/>
                    <a:pt x="2252" y="1"/>
                    <a:pt x="21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6"/>
            <p:cNvSpPr/>
            <p:nvPr/>
          </p:nvSpPr>
          <p:spPr>
            <a:xfrm>
              <a:off x="5388063" y="-1699525"/>
              <a:ext cx="90925" cy="121775"/>
            </a:xfrm>
            <a:custGeom>
              <a:avLst/>
              <a:gdLst/>
              <a:ahLst/>
              <a:cxnLst/>
              <a:rect l="l" t="t" r="r" b="b"/>
              <a:pathLst>
                <a:path w="3637" h="4871" extrusionOk="0">
                  <a:moveTo>
                    <a:pt x="2202" y="1"/>
                  </a:moveTo>
                  <a:cubicBezTo>
                    <a:pt x="1902" y="1"/>
                    <a:pt x="1569" y="67"/>
                    <a:pt x="1268" y="201"/>
                  </a:cubicBezTo>
                  <a:cubicBezTo>
                    <a:pt x="1001" y="334"/>
                    <a:pt x="768" y="501"/>
                    <a:pt x="568" y="734"/>
                  </a:cubicBezTo>
                  <a:cubicBezTo>
                    <a:pt x="401" y="935"/>
                    <a:pt x="268" y="1201"/>
                    <a:pt x="168" y="1502"/>
                  </a:cubicBezTo>
                  <a:cubicBezTo>
                    <a:pt x="67" y="1802"/>
                    <a:pt x="1" y="2102"/>
                    <a:pt x="1" y="2436"/>
                  </a:cubicBezTo>
                  <a:cubicBezTo>
                    <a:pt x="1" y="2869"/>
                    <a:pt x="101" y="3270"/>
                    <a:pt x="268" y="3670"/>
                  </a:cubicBezTo>
                  <a:cubicBezTo>
                    <a:pt x="434" y="4003"/>
                    <a:pt x="668" y="4304"/>
                    <a:pt x="1001" y="4504"/>
                  </a:cubicBezTo>
                  <a:cubicBezTo>
                    <a:pt x="1368" y="4737"/>
                    <a:pt x="1769" y="4871"/>
                    <a:pt x="2169" y="4871"/>
                  </a:cubicBezTo>
                  <a:cubicBezTo>
                    <a:pt x="2636" y="4871"/>
                    <a:pt x="3070" y="4737"/>
                    <a:pt x="3470" y="4504"/>
                  </a:cubicBezTo>
                  <a:cubicBezTo>
                    <a:pt x="3570" y="4437"/>
                    <a:pt x="3637" y="4337"/>
                    <a:pt x="3637" y="4237"/>
                  </a:cubicBezTo>
                  <a:cubicBezTo>
                    <a:pt x="3637" y="4170"/>
                    <a:pt x="3603" y="4103"/>
                    <a:pt x="3570" y="4070"/>
                  </a:cubicBezTo>
                  <a:cubicBezTo>
                    <a:pt x="3503" y="4003"/>
                    <a:pt x="3470" y="4003"/>
                    <a:pt x="3403" y="4003"/>
                  </a:cubicBezTo>
                  <a:cubicBezTo>
                    <a:pt x="3336" y="4003"/>
                    <a:pt x="3303" y="4003"/>
                    <a:pt x="3270" y="4037"/>
                  </a:cubicBezTo>
                  <a:cubicBezTo>
                    <a:pt x="3103" y="4103"/>
                    <a:pt x="2970" y="4204"/>
                    <a:pt x="2803" y="4237"/>
                  </a:cubicBezTo>
                  <a:cubicBezTo>
                    <a:pt x="2636" y="4304"/>
                    <a:pt x="2469" y="4337"/>
                    <a:pt x="2269" y="4337"/>
                  </a:cubicBezTo>
                  <a:cubicBezTo>
                    <a:pt x="2069" y="4337"/>
                    <a:pt x="1869" y="4304"/>
                    <a:pt x="1702" y="4237"/>
                  </a:cubicBezTo>
                  <a:cubicBezTo>
                    <a:pt x="1535" y="4170"/>
                    <a:pt x="1368" y="4070"/>
                    <a:pt x="1268" y="3970"/>
                  </a:cubicBezTo>
                  <a:cubicBezTo>
                    <a:pt x="1135" y="3837"/>
                    <a:pt x="1035" y="3703"/>
                    <a:pt x="968" y="3536"/>
                  </a:cubicBezTo>
                  <a:cubicBezTo>
                    <a:pt x="868" y="3370"/>
                    <a:pt x="801" y="3203"/>
                    <a:pt x="768" y="3036"/>
                  </a:cubicBezTo>
                  <a:cubicBezTo>
                    <a:pt x="735" y="2836"/>
                    <a:pt x="701" y="2636"/>
                    <a:pt x="735" y="2436"/>
                  </a:cubicBezTo>
                  <a:cubicBezTo>
                    <a:pt x="701" y="2235"/>
                    <a:pt x="735" y="2035"/>
                    <a:pt x="768" y="1869"/>
                  </a:cubicBezTo>
                  <a:cubicBezTo>
                    <a:pt x="801" y="1668"/>
                    <a:pt x="868" y="1502"/>
                    <a:pt x="968" y="1335"/>
                  </a:cubicBezTo>
                  <a:cubicBezTo>
                    <a:pt x="1035" y="1201"/>
                    <a:pt x="1135" y="1035"/>
                    <a:pt x="1235" y="935"/>
                  </a:cubicBezTo>
                  <a:cubicBezTo>
                    <a:pt x="1368" y="801"/>
                    <a:pt x="1502" y="701"/>
                    <a:pt x="1669" y="668"/>
                  </a:cubicBezTo>
                  <a:cubicBezTo>
                    <a:pt x="1835" y="601"/>
                    <a:pt x="2036" y="568"/>
                    <a:pt x="2236" y="568"/>
                  </a:cubicBezTo>
                  <a:cubicBezTo>
                    <a:pt x="2286" y="551"/>
                    <a:pt x="2327" y="543"/>
                    <a:pt x="2369" y="543"/>
                  </a:cubicBezTo>
                  <a:cubicBezTo>
                    <a:pt x="2411" y="543"/>
                    <a:pt x="2452" y="551"/>
                    <a:pt x="2503" y="568"/>
                  </a:cubicBezTo>
                  <a:cubicBezTo>
                    <a:pt x="2569" y="568"/>
                    <a:pt x="2636" y="568"/>
                    <a:pt x="2703" y="601"/>
                  </a:cubicBezTo>
                  <a:lnTo>
                    <a:pt x="2869" y="634"/>
                  </a:lnTo>
                  <a:lnTo>
                    <a:pt x="3003" y="701"/>
                  </a:lnTo>
                  <a:lnTo>
                    <a:pt x="3103" y="734"/>
                  </a:lnTo>
                  <a:lnTo>
                    <a:pt x="3203" y="768"/>
                  </a:lnTo>
                  <a:cubicBezTo>
                    <a:pt x="3236" y="801"/>
                    <a:pt x="3270" y="801"/>
                    <a:pt x="3303" y="801"/>
                  </a:cubicBezTo>
                  <a:cubicBezTo>
                    <a:pt x="3370" y="801"/>
                    <a:pt x="3437" y="768"/>
                    <a:pt x="3470" y="734"/>
                  </a:cubicBezTo>
                  <a:cubicBezTo>
                    <a:pt x="3503" y="668"/>
                    <a:pt x="3537" y="601"/>
                    <a:pt x="3537" y="534"/>
                  </a:cubicBezTo>
                  <a:cubicBezTo>
                    <a:pt x="3537" y="434"/>
                    <a:pt x="3470" y="367"/>
                    <a:pt x="3403" y="334"/>
                  </a:cubicBezTo>
                  <a:cubicBezTo>
                    <a:pt x="3036" y="101"/>
                    <a:pt x="2636" y="1"/>
                    <a:pt x="2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6"/>
            <p:cNvSpPr/>
            <p:nvPr/>
          </p:nvSpPr>
          <p:spPr>
            <a:xfrm>
              <a:off x="5323863" y="-2033100"/>
              <a:ext cx="90075" cy="121775"/>
            </a:xfrm>
            <a:custGeom>
              <a:avLst/>
              <a:gdLst/>
              <a:ahLst/>
              <a:cxnLst/>
              <a:rect l="l" t="t" r="r" b="b"/>
              <a:pathLst>
                <a:path w="3603" h="4871" extrusionOk="0">
                  <a:moveTo>
                    <a:pt x="2202" y="1"/>
                  </a:moveTo>
                  <a:cubicBezTo>
                    <a:pt x="1868" y="1"/>
                    <a:pt x="1535" y="67"/>
                    <a:pt x="1268" y="201"/>
                  </a:cubicBezTo>
                  <a:cubicBezTo>
                    <a:pt x="1001" y="334"/>
                    <a:pt x="734" y="501"/>
                    <a:pt x="567" y="735"/>
                  </a:cubicBezTo>
                  <a:cubicBezTo>
                    <a:pt x="367" y="968"/>
                    <a:pt x="234" y="1202"/>
                    <a:pt x="134" y="1502"/>
                  </a:cubicBezTo>
                  <a:cubicBezTo>
                    <a:pt x="34" y="1802"/>
                    <a:pt x="0" y="2102"/>
                    <a:pt x="0" y="2436"/>
                  </a:cubicBezTo>
                  <a:cubicBezTo>
                    <a:pt x="0" y="2869"/>
                    <a:pt x="67" y="3270"/>
                    <a:pt x="234" y="3670"/>
                  </a:cubicBezTo>
                  <a:cubicBezTo>
                    <a:pt x="401" y="4004"/>
                    <a:pt x="667" y="4304"/>
                    <a:pt x="1001" y="4504"/>
                  </a:cubicBezTo>
                  <a:cubicBezTo>
                    <a:pt x="1335" y="4737"/>
                    <a:pt x="1735" y="4871"/>
                    <a:pt x="2168" y="4871"/>
                  </a:cubicBezTo>
                  <a:cubicBezTo>
                    <a:pt x="2602" y="4871"/>
                    <a:pt x="3069" y="4737"/>
                    <a:pt x="3436" y="4504"/>
                  </a:cubicBezTo>
                  <a:cubicBezTo>
                    <a:pt x="3536" y="4471"/>
                    <a:pt x="3603" y="4370"/>
                    <a:pt x="3603" y="4237"/>
                  </a:cubicBezTo>
                  <a:cubicBezTo>
                    <a:pt x="3603" y="4170"/>
                    <a:pt x="3569" y="4137"/>
                    <a:pt x="3536" y="4070"/>
                  </a:cubicBezTo>
                  <a:cubicBezTo>
                    <a:pt x="3503" y="4037"/>
                    <a:pt x="3436" y="4004"/>
                    <a:pt x="3369" y="4004"/>
                  </a:cubicBezTo>
                  <a:cubicBezTo>
                    <a:pt x="3303" y="4004"/>
                    <a:pt x="3269" y="4004"/>
                    <a:pt x="3236" y="4037"/>
                  </a:cubicBezTo>
                  <a:cubicBezTo>
                    <a:pt x="3069" y="4137"/>
                    <a:pt x="2936" y="4204"/>
                    <a:pt x="2769" y="4270"/>
                  </a:cubicBezTo>
                  <a:cubicBezTo>
                    <a:pt x="2602" y="4304"/>
                    <a:pt x="2435" y="4337"/>
                    <a:pt x="2269" y="4337"/>
                  </a:cubicBezTo>
                  <a:cubicBezTo>
                    <a:pt x="2068" y="4337"/>
                    <a:pt x="1868" y="4304"/>
                    <a:pt x="1668" y="4237"/>
                  </a:cubicBezTo>
                  <a:cubicBezTo>
                    <a:pt x="1501" y="4170"/>
                    <a:pt x="1335" y="4070"/>
                    <a:pt x="1234" y="3970"/>
                  </a:cubicBezTo>
                  <a:cubicBezTo>
                    <a:pt x="1101" y="3837"/>
                    <a:pt x="1001" y="3703"/>
                    <a:pt x="934" y="3537"/>
                  </a:cubicBezTo>
                  <a:cubicBezTo>
                    <a:pt x="834" y="3403"/>
                    <a:pt x="767" y="3203"/>
                    <a:pt x="734" y="3036"/>
                  </a:cubicBezTo>
                  <a:cubicBezTo>
                    <a:pt x="701" y="2836"/>
                    <a:pt x="701" y="2636"/>
                    <a:pt x="701" y="2469"/>
                  </a:cubicBezTo>
                  <a:cubicBezTo>
                    <a:pt x="701" y="2269"/>
                    <a:pt x="701" y="2069"/>
                    <a:pt x="734" y="1869"/>
                  </a:cubicBezTo>
                  <a:cubicBezTo>
                    <a:pt x="767" y="1702"/>
                    <a:pt x="834" y="1502"/>
                    <a:pt x="934" y="1368"/>
                  </a:cubicBezTo>
                  <a:cubicBezTo>
                    <a:pt x="1001" y="1202"/>
                    <a:pt x="1101" y="1068"/>
                    <a:pt x="1234" y="935"/>
                  </a:cubicBezTo>
                  <a:cubicBezTo>
                    <a:pt x="1335" y="801"/>
                    <a:pt x="1468" y="735"/>
                    <a:pt x="1635" y="668"/>
                  </a:cubicBezTo>
                  <a:cubicBezTo>
                    <a:pt x="1835" y="601"/>
                    <a:pt x="2002" y="568"/>
                    <a:pt x="2202" y="568"/>
                  </a:cubicBezTo>
                  <a:lnTo>
                    <a:pt x="2469" y="568"/>
                  </a:lnTo>
                  <a:cubicBezTo>
                    <a:pt x="2535" y="568"/>
                    <a:pt x="2602" y="568"/>
                    <a:pt x="2669" y="601"/>
                  </a:cubicBezTo>
                  <a:lnTo>
                    <a:pt x="2836" y="634"/>
                  </a:lnTo>
                  <a:lnTo>
                    <a:pt x="2969" y="701"/>
                  </a:lnTo>
                  <a:lnTo>
                    <a:pt x="3102" y="735"/>
                  </a:lnTo>
                  <a:lnTo>
                    <a:pt x="3169" y="801"/>
                  </a:lnTo>
                  <a:lnTo>
                    <a:pt x="3269" y="801"/>
                  </a:lnTo>
                  <a:cubicBezTo>
                    <a:pt x="3336" y="801"/>
                    <a:pt x="3403" y="801"/>
                    <a:pt x="3436" y="735"/>
                  </a:cubicBezTo>
                  <a:cubicBezTo>
                    <a:pt x="3569" y="601"/>
                    <a:pt x="3536" y="401"/>
                    <a:pt x="3369" y="334"/>
                  </a:cubicBezTo>
                  <a:cubicBezTo>
                    <a:pt x="3002" y="101"/>
                    <a:pt x="2602" y="1"/>
                    <a:pt x="2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6"/>
            <p:cNvSpPr/>
            <p:nvPr/>
          </p:nvSpPr>
          <p:spPr>
            <a:xfrm>
              <a:off x="5297163" y="-2687725"/>
              <a:ext cx="136800" cy="124275"/>
            </a:xfrm>
            <a:custGeom>
              <a:avLst/>
              <a:gdLst/>
              <a:ahLst/>
              <a:cxnLst/>
              <a:rect l="l" t="t" r="r" b="b"/>
              <a:pathLst>
                <a:path w="5472" h="4971" extrusionOk="0">
                  <a:moveTo>
                    <a:pt x="1202" y="501"/>
                  </a:moveTo>
                  <a:cubicBezTo>
                    <a:pt x="1335" y="501"/>
                    <a:pt x="1469" y="534"/>
                    <a:pt x="1569" y="634"/>
                  </a:cubicBezTo>
                  <a:cubicBezTo>
                    <a:pt x="1669" y="734"/>
                    <a:pt x="1735" y="834"/>
                    <a:pt x="1769" y="968"/>
                  </a:cubicBezTo>
                  <a:cubicBezTo>
                    <a:pt x="1802" y="1101"/>
                    <a:pt x="1835" y="1234"/>
                    <a:pt x="1835" y="1401"/>
                  </a:cubicBezTo>
                  <a:cubicBezTo>
                    <a:pt x="1835" y="1535"/>
                    <a:pt x="1835" y="1701"/>
                    <a:pt x="1769" y="1835"/>
                  </a:cubicBezTo>
                  <a:cubicBezTo>
                    <a:pt x="1735" y="1968"/>
                    <a:pt x="1669" y="2068"/>
                    <a:pt x="1569" y="2168"/>
                  </a:cubicBezTo>
                  <a:cubicBezTo>
                    <a:pt x="1469" y="2269"/>
                    <a:pt x="1335" y="2335"/>
                    <a:pt x="1202" y="2335"/>
                  </a:cubicBezTo>
                  <a:cubicBezTo>
                    <a:pt x="1068" y="2335"/>
                    <a:pt x="935" y="2269"/>
                    <a:pt x="835" y="2202"/>
                  </a:cubicBezTo>
                  <a:cubicBezTo>
                    <a:pt x="735" y="2102"/>
                    <a:pt x="668" y="1968"/>
                    <a:pt x="635" y="1868"/>
                  </a:cubicBezTo>
                  <a:cubicBezTo>
                    <a:pt x="601" y="1701"/>
                    <a:pt x="568" y="1568"/>
                    <a:pt x="568" y="1401"/>
                  </a:cubicBezTo>
                  <a:cubicBezTo>
                    <a:pt x="568" y="1268"/>
                    <a:pt x="601" y="1101"/>
                    <a:pt x="635" y="968"/>
                  </a:cubicBezTo>
                  <a:cubicBezTo>
                    <a:pt x="668" y="834"/>
                    <a:pt x="735" y="734"/>
                    <a:pt x="835" y="634"/>
                  </a:cubicBezTo>
                  <a:cubicBezTo>
                    <a:pt x="935" y="534"/>
                    <a:pt x="1068" y="501"/>
                    <a:pt x="1202" y="501"/>
                  </a:cubicBezTo>
                  <a:close/>
                  <a:moveTo>
                    <a:pt x="1235" y="100"/>
                  </a:moveTo>
                  <a:cubicBezTo>
                    <a:pt x="901" y="100"/>
                    <a:pt x="601" y="234"/>
                    <a:pt x="401" y="467"/>
                  </a:cubicBezTo>
                  <a:cubicBezTo>
                    <a:pt x="1" y="1034"/>
                    <a:pt x="1" y="1768"/>
                    <a:pt x="401" y="2302"/>
                  </a:cubicBezTo>
                  <a:cubicBezTo>
                    <a:pt x="635" y="2552"/>
                    <a:pt x="935" y="2677"/>
                    <a:pt x="1231" y="2677"/>
                  </a:cubicBezTo>
                  <a:cubicBezTo>
                    <a:pt x="1527" y="2677"/>
                    <a:pt x="1819" y="2552"/>
                    <a:pt x="2036" y="2302"/>
                  </a:cubicBezTo>
                  <a:cubicBezTo>
                    <a:pt x="2236" y="2068"/>
                    <a:pt x="2369" y="1735"/>
                    <a:pt x="2336" y="1401"/>
                  </a:cubicBezTo>
                  <a:cubicBezTo>
                    <a:pt x="2336" y="1234"/>
                    <a:pt x="2336" y="1068"/>
                    <a:pt x="2269" y="934"/>
                  </a:cubicBezTo>
                  <a:cubicBezTo>
                    <a:pt x="2236" y="801"/>
                    <a:pt x="2169" y="634"/>
                    <a:pt x="2102" y="501"/>
                  </a:cubicBezTo>
                  <a:cubicBezTo>
                    <a:pt x="2002" y="401"/>
                    <a:pt x="1869" y="300"/>
                    <a:pt x="1735" y="234"/>
                  </a:cubicBezTo>
                  <a:cubicBezTo>
                    <a:pt x="1569" y="134"/>
                    <a:pt x="1402" y="100"/>
                    <a:pt x="1235" y="100"/>
                  </a:cubicBezTo>
                  <a:close/>
                  <a:moveTo>
                    <a:pt x="4371" y="2669"/>
                  </a:moveTo>
                  <a:cubicBezTo>
                    <a:pt x="4571" y="2669"/>
                    <a:pt x="4771" y="2769"/>
                    <a:pt x="4838" y="2936"/>
                  </a:cubicBezTo>
                  <a:cubicBezTo>
                    <a:pt x="4904" y="3036"/>
                    <a:pt x="4938" y="3136"/>
                    <a:pt x="4938" y="3236"/>
                  </a:cubicBezTo>
                  <a:cubicBezTo>
                    <a:pt x="4971" y="3336"/>
                    <a:pt x="4971" y="3436"/>
                    <a:pt x="4971" y="3569"/>
                  </a:cubicBezTo>
                  <a:cubicBezTo>
                    <a:pt x="4971" y="3703"/>
                    <a:pt x="4971" y="3870"/>
                    <a:pt x="4938" y="4003"/>
                  </a:cubicBezTo>
                  <a:cubicBezTo>
                    <a:pt x="4904" y="4137"/>
                    <a:pt x="4804" y="4237"/>
                    <a:pt x="4738" y="4337"/>
                  </a:cubicBezTo>
                  <a:cubicBezTo>
                    <a:pt x="4637" y="4437"/>
                    <a:pt x="4504" y="4470"/>
                    <a:pt x="4371" y="4470"/>
                  </a:cubicBezTo>
                  <a:cubicBezTo>
                    <a:pt x="4237" y="4470"/>
                    <a:pt x="4104" y="4437"/>
                    <a:pt x="4004" y="4337"/>
                  </a:cubicBezTo>
                  <a:cubicBezTo>
                    <a:pt x="3904" y="4237"/>
                    <a:pt x="3837" y="4137"/>
                    <a:pt x="3804" y="4003"/>
                  </a:cubicBezTo>
                  <a:cubicBezTo>
                    <a:pt x="3703" y="3736"/>
                    <a:pt x="3703" y="3403"/>
                    <a:pt x="3804" y="3136"/>
                  </a:cubicBezTo>
                  <a:cubicBezTo>
                    <a:pt x="3837" y="3002"/>
                    <a:pt x="3904" y="2869"/>
                    <a:pt x="4004" y="2802"/>
                  </a:cubicBezTo>
                  <a:cubicBezTo>
                    <a:pt x="4104" y="2702"/>
                    <a:pt x="4237" y="2669"/>
                    <a:pt x="4371" y="2669"/>
                  </a:cubicBezTo>
                  <a:close/>
                  <a:moveTo>
                    <a:pt x="4271" y="2297"/>
                  </a:moveTo>
                  <a:cubicBezTo>
                    <a:pt x="3978" y="2297"/>
                    <a:pt x="3720" y="2429"/>
                    <a:pt x="3570" y="2669"/>
                  </a:cubicBezTo>
                  <a:cubicBezTo>
                    <a:pt x="3337" y="2902"/>
                    <a:pt x="3236" y="3236"/>
                    <a:pt x="3236" y="3569"/>
                  </a:cubicBezTo>
                  <a:cubicBezTo>
                    <a:pt x="3236" y="3903"/>
                    <a:pt x="3337" y="4237"/>
                    <a:pt x="3537" y="4503"/>
                  </a:cubicBezTo>
                  <a:cubicBezTo>
                    <a:pt x="3751" y="4737"/>
                    <a:pt x="4044" y="4857"/>
                    <a:pt x="4344" y="4857"/>
                  </a:cubicBezTo>
                  <a:cubicBezTo>
                    <a:pt x="4558" y="4857"/>
                    <a:pt x="4776" y="4795"/>
                    <a:pt x="4971" y="4670"/>
                  </a:cubicBezTo>
                  <a:cubicBezTo>
                    <a:pt x="5138" y="4570"/>
                    <a:pt x="5271" y="4403"/>
                    <a:pt x="5338" y="4237"/>
                  </a:cubicBezTo>
                  <a:cubicBezTo>
                    <a:pt x="5438" y="4003"/>
                    <a:pt x="5471" y="3803"/>
                    <a:pt x="5471" y="3569"/>
                  </a:cubicBezTo>
                  <a:cubicBezTo>
                    <a:pt x="5471" y="3436"/>
                    <a:pt x="5438" y="3269"/>
                    <a:pt x="5405" y="3102"/>
                  </a:cubicBezTo>
                  <a:cubicBezTo>
                    <a:pt x="5371" y="2969"/>
                    <a:pt x="5305" y="2836"/>
                    <a:pt x="5205" y="2702"/>
                  </a:cubicBezTo>
                  <a:cubicBezTo>
                    <a:pt x="5138" y="2569"/>
                    <a:pt x="5004" y="2469"/>
                    <a:pt x="4871" y="2402"/>
                  </a:cubicBezTo>
                  <a:cubicBezTo>
                    <a:pt x="4704" y="2335"/>
                    <a:pt x="4537" y="2302"/>
                    <a:pt x="4371" y="2302"/>
                  </a:cubicBezTo>
                  <a:cubicBezTo>
                    <a:pt x="4337" y="2299"/>
                    <a:pt x="4304" y="2297"/>
                    <a:pt x="4271" y="2297"/>
                  </a:cubicBezTo>
                  <a:close/>
                  <a:moveTo>
                    <a:pt x="3970" y="0"/>
                  </a:moveTo>
                  <a:cubicBezTo>
                    <a:pt x="3904" y="0"/>
                    <a:pt x="3837" y="67"/>
                    <a:pt x="3804" y="134"/>
                  </a:cubicBezTo>
                  <a:lnTo>
                    <a:pt x="1235" y="4670"/>
                  </a:lnTo>
                  <a:cubicBezTo>
                    <a:pt x="1202" y="4704"/>
                    <a:pt x="1202" y="4737"/>
                    <a:pt x="1202" y="4770"/>
                  </a:cubicBezTo>
                  <a:cubicBezTo>
                    <a:pt x="1202" y="4837"/>
                    <a:pt x="1235" y="4870"/>
                    <a:pt x="1268" y="4904"/>
                  </a:cubicBezTo>
                  <a:cubicBezTo>
                    <a:pt x="1302" y="4937"/>
                    <a:pt x="1335" y="4970"/>
                    <a:pt x="1402" y="4970"/>
                  </a:cubicBezTo>
                  <a:cubicBezTo>
                    <a:pt x="1469" y="4937"/>
                    <a:pt x="1535" y="4904"/>
                    <a:pt x="1569" y="4837"/>
                  </a:cubicBezTo>
                  <a:lnTo>
                    <a:pt x="4137" y="334"/>
                  </a:lnTo>
                  <a:cubicBezTo>
                    <a:pt x="4137" y="300"/>
                    <a:pt x="4170" y="234"/>
                    <a:pt x="4170" y="200"/>
                  </a:cubicBezTo>
                  <a:cubicBezTo>
                    <a:pt x="4170" y="134"/>
                    <a:pt x="4137" y="100"/>
                    <a:pt x="4104" y="67"/>
                  </a:cubicBezTo>
                  <a:cubicBezTo>
                    <a:pt x="4070" y="34"/>
                    <a:pt x="4037" y="0"/>
                    <a:pt x="39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6"/>
            <p:cNvSpPr/>
            <p:nvPr/>
          </p:nvSpPr>
          <p:spPr>
            <a:xfrm>
              <a:off x="5714138" y="-2686075"/>
              <a:ext cx="78400" cy="116775"/>
            </a:xfrm>
            <a:custGeom>
              <a:avLst/>
              <a:gdLst/>
              <a:ahLst/>
              <a:cxnLst/>
              <a:rect l="l" t="t" r="r" b="b"/>
              <a:pathLst>
                <a:path w="3136" h="4671" extrusionOk="0">
                  <a:moveTo>
                    <a:pt x="267" y="1"/>
                  </a:moveTo>
                  <a:cubicBezTo>
                    <a:pt x="201" y="1"/>
                    <a:pt x="134" y="34"/>
                    <a:pt x="100" y="101"/>
                  </a:cubicBezTo>
                  <a:cubicBezTo>
                    <a:pt x="0" y="201"/>
                    <a:pt x="0" y="368"/>
                    <a:pt x="100" y="468"/>
                  </a:cubicBezTo>
                  <a:cubicBezTo>
                    <a:pt x="134" y="501"/>
                    <a:pt x="201" y="535"/>
                    <a:pt x="267" y="535"/>
                  </a:cubicBezTo>
                  <a:lnTo>
                    <a:pt x="2435" y="535"/>
                  </a:lnTo>
                  <a:lnTo>
                    <a:pt x="834" y="4204"/>
                  </a:lnTo>
                  <a:cubicBezTo>
                    <a:pt x="801" y="4271"/>
                    <a:pt x="801" y="4304"/>
                    <a:pt x="801" y="4371"/>
                  </a:cubicBezTo>
                  <a:cubicBezTo>
                    <a:pt x="801" y="4437"/>
                    <a:pt x="834" y="4538"/>
                    <a:pt x="901" y="4571"/>
                  </a:cubicBezTo>
                  <a:cubicBezTo>
                    <a:pt x="968" y="4638"/>
                    <a:pt x="1068" y="4671"/>
                    <a:pt x="1135" y="4671"/>
                  </a:cubicBezTo>
                  <a:cubicBezTo>
                    <a:pt x="1268" y="4671"/>
                    <a:pt x="1368" y="4604"/>
                    <a:pt x="1435" y="4471"/>
                  </a:cubicBezTo>
                  <a:lnTo>
                    <a:pt x="3103" y="601"/>
                  </a:lnTo>
                  <a:cubicBezTo>
                    <a:pt x="3136" y="501"/>
                    <a:pt x="3136" y="435"/>
                    <a:pt x="3136" y="335"/>
                  </a:cubicBezTo>
                  <a:cubicBezTo>
                    <a:pt x="3136" y="234"/>
                    <a:pt x="3103" y="168"/>
                    <a:pt x="3069" y="101"/>
                  </a:cubicBezTo>
                  <a:cubicBezTo>
                    <a:pt x="2969" y="34"/>
                    <a:pt x="2869" y="1"/>
                    <a:pt x="2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6"/>
            <p:cNvSpPr/>
            <p:nvPr/>
          </p:nvSpPr>
          <p:spPr>
            <a:xfrm>
              <a:off x="6092738" y="-2687725"/>
              <a:ext cx="81750" cy="119700"/>
            </a:xfrm>
            <a:custGeom>
              <a:avLst/>
              <a:gdLst/>
              <a:ahLst/>
              <a:cxnLst/>
              <a:rect l="l" t="t" r="r" b="b"/>
              <a:pathLst>
                <a:path w="3270" h="4788" extrusionOk="0">
                  <a:moveTo>
                    <a:pt x="1755" y="459"/>
                  </a:moveTo>
                  <a:cubicBezTo>
                    <a:pt x="1948" y="459"/>
                    <a:pt x="2136" y="524"/>
                    <a:pt x="2302" y="634"/>
                  </a:cubicBezTo>
                  <a:cubicBezTo>
                    <a:pt x="2469" y="767"/>
                    <a:pt x="2569" y="1001"/>
                    <a:pt x="2569" y="1234"/>
                  </a:cubicBezTo>
                  <a:cubicBezTo>
                    <a:pt x="2569" y="1435"/>
                    <a:pt x="2469" y="1668"/>
                    <a:pt x="2302" y="1802"/>
                  </a:cubicBezTo>
                  <a:cubicBezTo>
                    <a:pt x="2102" y="1935"/>
                    <a:pt x="1869" y="2002"/>
                    <a:pt x="1635" y="2002"/>
                  </a:cubicBezTo>
                  <a:cubicBezTo>
                    <a:pt x="1402" y="2002"/>
                    <a:pt x="1168" y="1935"/>
                    <a:pt x="968" y="1802"/>
                  </a:cubicBezTo>
                  <a:cubicBezTo>
                    <a:pt x="801" y="1668"/>
                    <a:pt x="701" y="1435"/>
                    <a:pt x="734" y="1234"/>
                  </a:cubicBezTo>
                  <a:cubicBezTo>
                    <a:pt x="734" y="1101"/>
                    <a:pt x="734" y="968"/>
                    <a:pt x="801" y="868"/>
                  </a:cubicBezTo>
                  <a:cubicBezTo>
                    <a:pt x="834" y="767"/>
                    <a:pt x="935" y="701"/>
                    <a:pt x="1001" y="634"/>
                  </a:cubicBezTo>
                  <a:cubicBezTo>
                    <a:pt x="1101" y="567"/>
                    <a:pt x="1201" y="534"/>
                    <a:pt x="1301" y="501"/>
                  </a:cubicBezTo>
                  <a:cubicBezTo>
                    <a:pt x="1402" y="467"/>
                    <a:pt x="1535" y="467"/>
                    <a:pt x="1635" y="467"/>
                  </a:cubicBezTo>
                  <a:cubicBezTo>
                    <a:pt x="1675" y="462"/>
                    <a:pt x="1715" y="459"/>
                    <a:pt x="1755" y="459"/>
                  </a:cubicBezTo>
                  <a:close/>
                  <a:moveTo>
                    <a:pt x="1725" y="2596"/>
                  </a:moveTo>
                  <a:cubicBezTo>
                    <a:pt x="1928" y="2596"/>
                    <a:pt x="2128" y="2690"/>
                    <a:pt x="2302" y="2836"/>
                  </a:cubicBezTo>
                  <a:cubicBezTo>
                    <a:pt x="2502" y="3002"/>
                    <a:pt x="2602" y="3236"/>
                    <a:pt x="2569" y="3469"/>
                  </a:cubicBezTo>
                  <a:cubicBezTo>
                    <a:pt x="2602" y="3703"/>
                    <a:pt x="2502" y="3936"/>
                    <a:pt x="2302" y="4103"/>
                  </a:cubicBezTo>
                  <a:cubicBezTo>
                    <a:pt x="2102" y="4237"/>
                    <a:pt x="1869" y="4303"/>
                    <a:pt x="1635" y="4303"/>
                  </a:cubicBezTo>
                  <a:cubicBezTo>
                    <a:pt x="1468" y="4303"/>
                    <a:pt x="1301" y="4270"/>
                    <a:pt x="1135" y="4203"/>
                  </a:cubicBezTo>
                  <a:cubicBezTo>
                    <a:pt x="1001" y="4170"/>
                    <a:pt x="868" y="4070"/>
                    <a:pt x="801" y="3936"/>
                  </a:cubicBezTo>
                  <a:cubicBezTo>
                    <a:pt x="701" y="3803"/>
                    <a:pt x="668" y="3636"/>
                    <a:pt x="668" y="3469"/>
                  </a:cubicBezTo>
                  <a:cubicBezTo>
                    <a:pt x="668" y="3236"/>
                    <a:pt x="768" y="3002"/>
                    <a:pt x="935" y="2836"/>
                  </a:cubicBezTo>
                  <a:cubicBezTo>
                    <a:pt x="1109" y="2690"/>
                    <a:pt x="1308" y="2596"/>
                    <a:pt x="1533" y="2596"/>
                  </a:cubicBezTo>
                  <a:cubicBezTo>
                    <a:pt x="1567" y="2596"/>
                    <a:pt x="1601" y="2598"/>
                    <a:pt x="1635" y="2602"/>
                  </a:cubicBezTo>
                  <a:cubicBezTo>
                    <a:pt x="1665" y="2598"/>
                    <a:pt x="1695" y="2596"/>
                    <a:pt x="1725" y="2596"/>
                  </a:cubicBezTo>
                  <a:close/>
                  <a:moveTo>
                    <a:pt x="1635" y="0"/>
                  </a:moveTo>
                  <a:cubicBezTo>
                    <a:pt x="1368" y="0"/>
                    <a:pt x="1101" y="34"/>
                    <a:pt x="834" y="134"/>
                  </a:cubicBezTo>
                  <a:cubicBezTo>
                    <a:pt x="634" y="200"/>
                    <a:pt x="434" y="367"/>
                    <a:pt x="301" y="534"/>
                  </a:cubicBezTo>
                  <a:cubicBezTo>
                    <a:pt x="167" y="734"/>
                    <a:pt x="67" y="968"/>
                    <a:pt x="101" y="1234"/>
                  </a:cubicBezTo>
                  <a:cubicBezTo>
                    <a:pt x="67" y="1468"/>
                    <a:pt x="167" y="1735"/>
                    <a:pt x="301" y="1902"/>
                  </a:cubicBezTo>
                  <a:cubicBezTo>
                    <a:pt x="468" y="2135"/>
                    <a:pt x="701" y="2269"/>
                    <a:pt x="935" y="2302"/>
                  </a:cubicBezTo>
                  <a:cubicBezTo>
                    <a:pt x="668" y="2335"/>
                    <a:pt x="434" y="2502"/>
                    <a:pt x="267" y="2736"/>
                  </a:cubicBezTo>
                  <a:cubicBezTo>
                    <a:pt x="101" y="2936"/>
                    <a:pt x="1" y="3203"/>
                    <a:pt x="1" y="3469"/>
                  </a:cubicBezTo>
                  <a:cubicBezTo>
                    <a:pt x="1" y="3736"/>
                    <a:pt x="67" y="4003"/>
                    <a:pt x="234" y="4203"/>
                  </a:cubicBezTo>
                  <a:cubicBezTo>
                    <a:pt x="367" y="4403"/>
                    <a:pt x="568" y="4570"/>
                    <a:pt x="801" y="4637"/>
                  </a:cubicBezTo>
                  <a:cubicBezTo>
                    <a:pt x="1068" y="4737"/>
                    <a:pt x="1343" y="4787"/>
                    <a:pt x="1618" y="4787"/>
                  </a:cubicBezTo>
                  <a:cubicBezTo>
                    <a:pt x="1894" y="4787"/>
                    <a:pt x="2169" y="4737"/>
                    <a:pt x="2436" y="4637"/>
                  </a:cubicBezTo>
                  <a:cubicBezTo>
                    <a:pt x="2669" y="4570"/>
                    <a:pt x="2869" y="4403"/>
                    <a:pt x="3036" y="4203"/>
                  </a:cubicBezTo>
                  <a:cubicBezTo>
                    <a:pt x="3169" y="3970"/>
                    <a:pt x="3236" y="3736"/>
                    <a:pt x="3236" y="3469"/>
                  </a:cubicBezTo>
                  <a:cubicBezTo>
                    <a:pt x="3270" y="3203"/>
                    <a:pt x="3169" y="2936"/>
                    <a:pt x="3003" y="2736"/>
                  </a:cubicBezTo>
                  <a:cubicBezTo>
                    <a:pt x="2836" y="2502"/>
                    <a:pt x="2602" y="2369"/>
                    <a:pt x="2336" y="2302"/>
                  </a:cubicBezTo>
                  <a:cubicBezTo>
                    <a:pt x="2569" y="2269"/>
                    <a:pt x="2803" y="2135"/>
                    <a:pt x="2936" y="1935"/>
                  </a:cubicBezTo>
                  <a:cubicBezTo>
                    <a:pt x="3103" y="1735"/>
                    <a:pt x="3169" y="1501"/>
                    <a:pt x="3169" y="1234"/>
                  </a:cubicBezTo>
                  <a:cubicBezTo>
                    <a:pt x="3169" y="1068"/>
                    <a:pt x="3136" y="868"/>
                    <a:pt x="3036" y="701"/>
                  </a:cubicBezTo>
                  <a:cubicBezTo>
                    <a:pt x="2969" y="534"/>
                    <a:pt x="2869" y="401"/>
                    <a:pt x="2702" y="300"/>
                  </a:cubicBezTo>
                  <a:cubicBezTo>
                    <a:pt x="2569" y="200"/>
                    <a:pt x="2402" y="134"/>
                    <a:pt x="2235" y="67"/>
                  </a:cubicBezTo>
                  <a:cubicBezTo>
                    <a:pt x="2035" y="0"/>
                    <a:pt x="1835" y="0"/>
                    <a:pt x="16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6"/>
            <p:cNvSpPr/>
            <p:nvPr/>
          </p:nvSpPr>
          <p:spPr>
            <a:xfrm>
              <a:off x="6459663" y="-2687850"/>
              <a:ext cx="82600" cy="120225"/>
            </a:xfrm>
            <a:custGeom>
              <a:avLst/>
              <a:gdLst/>
              <a:ahLst/>
              <a:cxnLst/>
              <a:rect l="l" t="t" r="r" b="b"/>
              <a:pathLst>
                <a:path w="3304" h="4809" extrusionOk="0">
                  <a:moveTo>
                    <a:pt x="1552" y="500"/>
                  </a:moveTo>
                  <a:cubicBezTo>
                    <a:pt x="1579" y="500"/>
                    <a:pt x="1607" y="502"/>
                    <a:pt x="1635" y="506"/>
                  </a:cubicBezTo>
                  <a:cubicBezTo>
                    <a:pt x="1902" y="506"/>
                    <a:pt x="2169" y="606"/>
                    <a:pt x="2336" y="806"/>
                  </a:cubicBezTo>
                  <a:cubicBezTo>
                    <a:pt x="2502" y="1006"/>
                    <a:pt x="2603" y="1239"/>
                    <a:pt x="2569" y="1506"/>
                  </a:cubicBezTo>
                  <a:cubicBezTo>
                    <a:pt x="2603" y="1807"/>
                    <a:pt x="2502" y="2073"/>
                    <a:pt x="2302" y="2274"/>
                  </a:cubicBezTo>
                  <a:cubicBezTo>
                    <a:pt x="2128" y="2448"/>
                    <a:pt x="1902" y="2547"/>
                    <a:pt x="1670" y="2547"/>
                  </a:cubicBezTo>
                  <a:cubicBezTo>
                    <a:pt x="1636" y="2547"/>
                    <a:pt x="1602" y="2545"/>
                    <a:pt x="1568" y="2540"/>
                  </a:cubicBezTo>
                  <a:cubicBezTo>
                    <a:pt x="1535" y="2545"/>
                    <a:pt x="1501" y="2547"/>
                    <a:pt x="1467" y="2547"/>
                  </a:cubicBezTo>
                  <a:cubicBezTo>
                    <a:pt x="1236" y="2547"/>
                    <a:pt x="1018" y="2448"/>
                    <a:pt x="901" y="2274"/>
                  </a:cubicBezTo>
                  <a:cubicBezTo>
                    <a:pt x="735" y="2040"/>
                    <a:pt x="634" y="1807"/>
                    <a:pt x="668" y="1540"/>
                  </a:cubicBezTo>
                  <a:cubicBezTo>
                    <a:pt x="634" y="1273"/>
                    <a:pt x="735" y="1006"/>
                    <a:pt x="901" y="772"/>
                  </a:cubicBezTo>
                  <a:cubicBezTo>
                    <a:pt x="1081" y="623"/>
                    <a:pt x="1313" y="500"/>
                    <a:pt x="1552" y="500"/>
                  </a:cubicBezTo>
                  <a:close/>
                  <a:moveTo>
                    <a:pt x="1472" y="0"/>
                  </a:moveTo>
                  <a:cubicBezTo>
                    <a:pt x="1083" y="0"/>
                    <a:pt x="705" y="135"/>
                    <a:pt x="434" y="406"/>
                  </a:cubicBezTo>
                  <a:cubicBezTo>
                    <a:pt x="167" y="706"/>
                    <a:pt x="1" y="1106"/>
                    <a:pt x="34" y="1540"/>
                  </a:cubicBezTo>
                  <a:cubicBezTo>
                    <a:pt x="1" y="1907"/>
                    <a:pt x="167" y="2307"/>
                    <a:pt x="434" y="2607"/>
                  </a:cubicBezTo>
                  <a:cubicBezTo>
                    <a:pt x="709" y="2851"/>
                    <a:pt x="1039" y="3012"/>
                    <a:pt x="1400" y="3012"/>
                  </a:cubicBezTo>
                  <a:cubicBezTo>
                    <a:pt x="1434" y="3012"/>
                    <a:pt x="1468" y="3010"/>
                    <a:pt x="1502" y="3007"/>
                  </a:cubicBezTo>
                  <a:cubicBezTo>
                    <a:pt x="1769" y="3007"/>
                    <a:pt x="2035" y="2941"/>
                    <a:pt x="2269" y="2807"/>
                  </a:cubicBezTo>
                  <a:cubicBezTo>
                    <a:pt x="2436" y="2707"/>
                    <a:pt x="2569" y="2540"/>
                    <a:pt x="2636" y="2340"/>
                  </a:cubicBezTo>
                  <a:lnTo>
                    <a:pt x="2636" y="2807"/>
                  </a:lnTo>
                  <a:cubicBezTo>
                    <a:pt x="2636" y="2941"/>
                    <a:pt x="2636" y="3074"/>
                    <a:pt x="2603" y="3208"/>
                  </a:cubicBezTo>
                  <a:cubicBezTo>
                    <a:pt x="2569" y="3341"/>
                    <a:pt x="2569" y="3441"/>
                    <a:pt x="2502" y="3574"/>
                  </a:cubicBezTo>
                  <a:cubicBezTo>
                    <a:pt x="2469" y="3675"/>
                    <a:pt x="2436" y="3775"/>
                    <a:pt x="2369" y="3875"/>
                  </a:cubicBezTo>
                  <a:cubicBezTo>
                    <a:pt x="2302" y="3941"/>
                    <a:pt x="2236" y="4041"/>
                    <a:pt x="2136" y="4075"/>
                  </a:cubicBezTo>
                  <a:cubicBezTo>
                    <a:pt x="2035" y="4142"/>
                    <a:pt x="1935" y="4208"/>
                    <a:pt x="1835" y="4242"/>
                  </a:cubicBezTo>
                  <a:cubicBezTo>
                    <a:pt x="1702" y="4275"/>
                    <a:pt x="1568" y="4275"/>
                    <a:pt x="1435" y="4275"/>
                  </a:cubicBezTo>
                  <a:cubicBezTo>
                    <a:pt x="1135" y="4275"/>
                    <a:pt x="835" y="4208"/>
                    <a:pt x="601" y="4075"/>
                  </a:cubicBezTo>
                  <a:cubicBezTo>
                    <a:pt x="568" y="4075"/>
                    <a:pt x="534" y="4075"/>
                    <a:pt x="501" y="4041"/>
                  </a:cubicBezTo>
                  <a:cubicBezTo>
                    <a:pt x="434" y="4075"/>
                    <a:pt x="368" y="4108"/>
                    <a:pt x="334" y="4142"/>
                  </a:cubicBezTo>
                  <a:cubicBezTo>
                    <a:pt x="301" y="4208"/>
                    <a:pt x="268" y="4275"/>
                    <a:pt x="268" y="4375"/>
                  </a:cubicBezTo>
                  <a:cubicBezTo>
                    <a:pt x="268" y="4442"/>
                    <a:pt x="301" y="4542"/>
                    <a:pt x="401" y="4575"/>
                  </a:cubicBezTo>
                  <a:cubicBezTo>
                    <a:pt x="701" y="4709"/>
                    <a:pt x="1068" y="4809"/>
                    <a:pt x="1402" y="4809"/>
                  </a:cubicBezTo>
                  <a:cubicBezTo>
                    <a:pt x="1635" y="4809"/>
                    <a:pt x="1835" y="4775"/>
                    <a:pt x="2035" y="4709"/>
                  </a:cubicBezTo>
                  <a:cubicBezTo>
                    <a:pt x="2202" y="4675"/>
                    <a:pt x="2369" y="4609"/>
                    <a:pt x="2502" y="4475"/>
                  </a:cubicBezTo>
                  <a:cubicBezTo>
                    <a:pt x="2636" y="4375"/>
                    <a:pt x="2769" y="4275"/>
                    <a:pt x="2869" y="4142"/>
                  </a:cubicBezTo>
                  <a:cubicBezTo>
                    <a:pt x="2969" y="4008"/>
                    <a:pt x="3036" y="3841"/>
                    <a:pt x="3103" y="3675"/>
                  </a:cubicBezTo>
                  <a:cubicBezTo>
                    <a:pt x="3136" y="3508"/>
                    <a:pt x="3203" y="3341"/>
                    <a:pt x="3236" y="3174"/>
                  </a:cubicBezTo>
                  <a:cubicBezTo>
                    <a:pt x="3270" y="3007"/>
                    <a:pt x="3303" y="2807"/>
                    <a:pt x="3303" y="2640"/>
                  </a:cubicBezTo>
                  <a:lnTo>
                    <a:pt x="3303" y="2107"/>
                  </a:lnTo>
                  <a:cubicBezTo>
                    <a:pt x="3303" y="1907"/>
                    <a:pt x="3303" y="1673"/>
                    <a:pt x="3236" y="1473"/>
                  </a:cubicBezTo>
                  <a:cubicBezTo>
                    <a:pt x="3236" y="1273"/>
                    <a:pt x="3170" y="1073"/>
                    <a:pt x="3070" y="906"/>
                  </a:cubicBezTo>
                  <a:cubicBezTo>
                    <a:pt x="3003" y="706"/>
                    <a:pt x="2903" y="572"/>
                    <a:pt x="2769" y="439"/>
                  </a:cubicBezTo>
                  <a:cubicBezTo>
                    <a:pt x="2636" y="272"/>
                    <a:pt x="2469" y="172"/>
                    <a:pt x="2269" y="105"/>
                  </a:cubicBezTo>
                  <a:cubicBezTo>
                    <a:pt x="2035" y="39"/>
                    <a:pt x="1802" y="5"/>
                    <a:pt x="1602" y="5"/>
                  </a:cubicBezTo>
                  <a:cubicBezTo>
                    <a:pt x="1558" y="2"/>
                    <a:pt x="1515" y="0"/>
                    <a:pt x="1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6"/>
            <p:cNvSpPr/>
            <p:nvPr/>
          </p:nvSpPr>
          <p:spPr>
            <a:xfrm>
              <a:off x="5712463" y="-2363325"/>
              <a:ext cx="89250" cy="116775"/>
            </a:xfrm>
            <a:custGeom>
              <a:avLst/>
              <a:gdLst/>
              <a:ahLst/>
              <a:cxnLst/>
              <a:rect l="l" t="t" r="r" b="b"/>
              <a:pathLst>
                <a:path w="3570" h="4671" extrusionOk="0">
                  <a:moveTo>
                    <a:pt x="2202" y="667"/>
                  </a:moveTo>
                  <a:lnTo>
                    <a:pt x="2202" y="3169"/>
                  </a:lnTo>
                  <a:lnTo>
                    <a:pt x="634" y="3169"/>
                  </a:lnTo>
                  <a:lnTo>
                    <a:pt x="2202" y="667"/>
                  </a:lnTo>
                  <a:close/>
                  <a:moveTo>
                    <a:pt x="2402" y="0"/>
                  </a:moveTo>
                  <a:cubicBezTo>
                    <a:pt x="2169" y="0"/>
                    <a:pt x="1969" y="100"/>
                    <a:pt x="1869" y="300"/>
                  </a:cubicBezTo>
                  <a:lnTo>
                    <a:pt x="67" y="3102"/>
                  </a:lnTo>
                  <a:cubicBezTo>
                    <a:pt x="34" y="3169"/>
                    <a:pt x="1" y="3236"/>
                    <a:pt x="1" y="3336"/>
                  </a:cubicBezTo>
                  <a:cubicBezTo>
                    <a:pt x="1" y="3403"/>
                    <a:pt x="34" y="3503"/>
                    <a:pt x="101" y="3569"/>
                  </a:cubicBezTo>
                  <a:cubicBezTo>
                    <a:pt x="167" y="3636"/>
                    <a:pt x="234" y="3670"/>
                    <a:pt x="334" y="3670"/>
                  </a:cubicBezTo>
                  <a:lnTo>
                    <a:pt x="2202" y="3670"/>
                  </a:lnTo>
                  <a:lnTo>
                    <a:pt x="2202" y="4370"/>
                  </a:lnTo>
                  <a:cubicBezTo>
                    <a:pt x="2202" y="4470"/>
                    <a:pt x="2236" y="4537"/>
                    <a:pt x="2302" y="4604"/>
                  </a:cubicBezTo>
                  <a:cubicBezTo>
                    <a:pt x="2369" y="4637"/>
                    <a:pt x="2436" y="4670"/>
                    <a:pt x="2536" y="4670"/>
                  </a:cubicBezTo>
                  <a:cubicBezTo>
                    <a:pt x="2603" y="4670"/>
                    <a:pt x="2669" y="4637"/>
                    <a:pt x="2736" y="4604"/>
                  </a:cubicBezTo>
                  <a:cubicBezTo>
                    <a:pt x="2803" y="4537"/>
                    <a:pt x="2836" y="4470"/>
                    <a:pt x="2836" y="4370"/>
                  </a:cubicBezTo>
                  <a:lnTo>
                    <a:pt x="2836" y="3670"/>
                  </a:lnTo>
                  <a:lnTo>
                    <a:pt x="3303" y="3670"/>
                  </a:lnTo>
                  <a:cubicBezTo>
                    <a:pt x="3370" y="3670"/>
                    <a:pt x="3436" y="3636"/>
                    <a:pt x="3503" y="3603"/>
                  </a:cubicBezTo>
                  <a:cubicBezTo>
                    <a:pt x="3537" y="3536"/>
                    <a:pt x="3570" y="3469"/>
                    <a:pt x="3570" y="3403"/>
                  </a:cubicBezTo>
                  <a:cubicBezTo>
                    <a:pt x="3570" y="3369"/>
                    <a:pt x="3537" y="3303"/>
                    <a:pt x="3503" y="3269"/>
                  </a:cubicBezTo>
                  <a:cubicBezTo>
                    <a:pt x="3436" y="3203"/>
                    <a:pt x="3370" y="3169"/>
                    <a:pt x="3303" y="3169"/>
                  </a:cubicBezTo>
                  <a:lnTo>
                    <a:pt x="2836" y="3169"/>
                  </a:lnTo>
                  <a:lnTo>
                    <a:pt x="2836" y="467"/>
                  </a:lnTo>
                  <a:cubicBezTo>
                    <a:pt x="2869" y="334"/>
                    <a:pt x="2803" y="200"/>
                    <a:pt x="2703" y="100"/>
                  </a:cubicBezTo>
                  <a:cubicBezTo>
                    <a:pt x="2636" y="34"/>
                    <a:pt x="2502" y="0"/>
                    <a:pt x="2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6"/>
            <p:cNvSpPr/>
            <p:nvPr/>
          </p:nvSpPr>
          <p:spPr>
            <a:xfrm>
              <a:off x="6098588" y="-2362500"/>
              <a:ext cx="75900" cy="117825"/>
            </a:xfrm>
            <a:custGeom>
              <a:avLst/>
              <a:gdLst/>
              <a:ahLst/>
              <a:cxnLst/>
              <a:rect l="l" t="t" r="r" b="b"/>
              <a:pathLst>
                <a:path w="3036" h="4713" extrusionOk="0">
                  <a:moveTo>
                    <a:pt x="367" y="1"/>
                  </a:moveTo>
                  <a:cubicBezTo>
                    <a:pt x="133" y="1"/>
                    <a:pt x="33" y="101"/>
                    <a:pt x="33" y="301"/>
                  </a:cubicBezTo>
                  <a:lnTo>
                    <a:pt x="33" y="2436"/>
                  </a:lnTo>
                  <a:cubicBezTo>
                    <a:pt x="33" y="2502"/>
                    <a:pt x="67" y="2569"/>
                    <a:pt x="167" y="2602"/>
                  </a:cubicBezTo>
                  <a:cubicBezTo>
                    <a:pt x="267" y="2636"/>
                    <a:pt x="334" y="2669"/>
                    <a:pt x="434" y="2669"/>
                  </a:cubicBezTo>
                  <a:cubicBezTo>
                    <a:pt x="500" y="2669"/>
                    <a:pt x="534" y="2669"/>
                    <a:pt x="567" y="2636"/>
                  </a:cubicBezTo>
                  <a:cubicBezTo>
                    <a:pt x="667" y="2502"/>
                    <a:pt x="834" y="2402"/>
                    <a:pt x="1001" y="2336"/>
                  </a:cubicBezTo>
                  <a:cubicBezTo>
                    <a:pt x="1134" y="2269"/>
                    <a:pt x="1334" y="2202"/>
                    <a:pt x="1501" y="2202"/>
                  </a:cubicBezTo>
                  <a:cubicBezTo>
                    <a:pt x="1735" y="2202"/>
                    <a:pt x="2001" y="2302"/>
                    <a:pt x="2168" y="2469"/>
                  </a:cubicBezTo>
                  <a:cubicBezTo>
                    <a:pt x="2335" y="2669"/>
                    <a:pt x="2402" y="2936"/>
                    <a:pt x="2402" y="3170"/>
                  </a:cubicBezTo>
                  <a:cubicBezTo>
                    <a:pt x="2402" y="3436"/>
                    <a:pt x="2335" y="3703"/>
                    <a:pt x="2168" y="3937"/>
                  </a:cubicBezTo>
                  <a:cubicBezTo>
                    <a:pt x="1994" y="4082"/>
                    <a:pt x="1769" y="4177"/>
                    <a:pt x="1538" y="4177"/>
                  </a:cubicBezTo>
                  <a:cubicBezTo>
                    <a:pt x="1503" y="4177"/>
                    <a:pt x="1469" y="4175"/>
                    <a:pt x="1434" y="4170"/>
                  </a:cubicBezTo>
                  <a:cubicBezTo>
                    <a:pt x="1400" y="4173"/>
                    <a:pt x="1366" y="4174"/>
                    <a:pt x="1332" y="4174"/>
                  </a:cubicBezTo>
                  <a:cubicBezTo>
                    <a:pt x="972" y="4174"/>
                    <a:pt x="641" y="4017"/>
                    <a:pt x="367" y="3803"/>
                  </a:cubicBezTo>
                  <a:cubicBezTo>
                    <a:pt x="334" y="3770"/>
                    <a:pt x="300" y="3737"/>
                    <a:pt x="267" y="3737"/>
                  </a:cubicBezTo>
                  <a:cubicBezTo>
                    <a:pt x="200" y="3737"/>
                    <a:pt x="133" y="3803"/>
                    <a:pt x="67" y="3837"/>
                  </a:cubicBezTo>
                  <a:cubicBezTo>
                    <a:pt x="33" y="3903"/>
                    <a:pt x="0" y="3970"/>
                    <a:pt x="0" y="4037"/>
                  </a:cubicBezTo>
                  <a:cubicBezTo>
                    <a:pt x="0" y="4104"/>
                    <a:pt x="0" y="4170"/>
                    <a:pt x="67" y="4204"/>
                  </a:cubicBezTo>
                  <a:cubicBezTo>
                    <a:pt x="234" y="4370"/>
                    <a:pt x="434" y="4504"/>
                    <a:pt x="667" y="4571"/>
                  </a:cubicBezTo>
                  <a:cubicBezTo>
                    <a:pt x="887" y="4653"/>
                    <a:pt x="1084" y="4713"/>
                    <a:pt x="1295" y="4713"/>
                  </a:cubicBezTo>
                  <a:cubicBezTo>
                    <a:pt x="1341" y="4713"/>
                    <a:pt x="1387" y="4710"/>
                    <a:pt x="1434" y="4704"/>
                  </a:cubicBezTo>
                  <a:cubicBezTo>
                    <a:pt x="1471" y="4707"/>
                    <a:pt x="1508" y="4708"/>
                    <a:pt x="1544" y="4708"/>
                  </a:cubicBezTo>
                  <a:cubicBezTo>
                    <a:pt x="1935" y="4708"/>
                    <a:pt x="2294" y="4548"/>
                    <a:pt x="2569" y="4304"/>
                  </a:cubicBezTo>
                  <a:cubicBezTo>
                    <a:pt x="2902" y="4003"/>
                    <a:pt x="3036" y="3603"/>
                    <a:pt x="3036" y="3203"/>
                  </a:cubicBezTo>
                  <a:cubicBezTo>
                    <a:pt x="3036" y="2803"/>
                    <a:pt x="2902" y="2402"/>
                    <a:pt x="2635" y="2135"/>
                  </a:cubicBezTo>
                  <a:cubicBezTo>
                    <a:pt x="2391" y="1861"/>
                    <a:pt x="2035" y="1698"/>
                    <a:pt x="1695" y="1698"/>
                  </a:cubicBezTo>
                  <a:cubicBezTo>
                    <a:pt x="1663" y="1698"/>
                    <a:pt x="1632" y="1699"/>
                    <a:pt x="1601" y="1702"/>
                  </a:cubicBezTo>
                  <a:cubicBezTo>
                    <a:pt x="1468" y="1702"/>
                    <a:pt x="1334" y="1702"/>
                    <a:pt x="1201" y="1735"/>
                  </a:cubicBezTo>
                  <a:cubicBezTo>
                    <a:pt x="1101" y="1769"/>
                    <a:pt x="1034" y="1802"/>
                    <a:pt x="934" y="1835"/>
                  </a:cubicBezTo>
                  <a:cubicBezTo>
                    <a:pt x="867" y="1869"/>
                    <a:pt x="801" y="1902"/>
                    <a:pt x="734" y="1935"/>
                  </a:cubicBezTo>
                  <a:cubicBezTo>
                    <a:pt x="701" y="1969"/>
                    <a:pt x="634" y="2002"/>
                    <a:pt x="600" y="2035"/>
                  </a:cubicBezTo>
                  <a:lnTo>
                    <a:pt x="567" y="2069"/>
                  </a:lnTo>
                  <a:lnTo>
                    <a:pt x="567" y="501"/>
                  </a:lnTo>
                  <a:lnTo>
                    <a:pt x="2502" y="501"/>
                  </a:lnTo>
                  <a:cubicBezTo>
                    <a:pt x="2569" y="501"/>
                    <a:pt x="2635" y="468"/>
                    <a:pt x="2669" y="434"/>
                  </a:cubicBezTo>
                  <a:cubicBezTo>
                    <a:pt x="2735" y="368"/>
                    <a:pt x="2735" y="301"/>
                    <a:pt x="2735" y="267"/>
                  </a:cubicBezTo>
                  <a:cubicBezTo>
                    <a:pt x="2735" y="201"/>
                    <a:pt x="2735" y="134"/>
                    <a:pt x="2669" y="67"/>
                  </a:cubicBezTo>
                  <a:cubicBezTo>
                    <a:pt x="2635" y="34"/>
                    <a:pt x="2569" y="1"/>
                    <a:pt x="25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6"/>
            <p:cNvSpPr/>
            <p:nvPr/>
          </p:nvSpPr>
          <p:spPr>
            <a:xfrm>
              <a:off x="6460513" y="-2365000"/>
              <a:ext cx="83375" cy="120225"/>
            </a:xfrm>
            <a:custGeom>
              <a:avLst/>
              <a:gdLst/>
              <a:ahLst/>
              <a:cxnLst/>
              <a:rect l="l" t="t" r="r" b="b"/>
              <a:pathLst>
                <a:path w="3335" h="4809" extrusionOk="0">
                  <a:moveTo>
                    <a:pt x="1768" y="2235"/>
                  </a:moveTo>
                  <a:cubicBezTo>
                    <a:pt x="2035" y="2235"/>
                    <a:pt x="2268" y="2336"/>
                    <a:pt x="2435" y="2536"/>
                  </a:cubicBezTo>
                  <a:cubicBezTo>
                    <a:pt x="2602" y="2736"/>
                    <a:pt x="2669" y="3003"/>
                    <a:pt x="2669" y="3270"/>
                  </a:cubicBezTo>
                  <a:cubicBezTo>
                    <a:pt x="2702" y="3536"/>
                    <a:pt x="2602" y="3803"/>
                    <a:pt x="2435" y="4037"/>
                  </a:cubicBezTo>
                  <a:cubicBezTo>
                    <a:pt x="2235" y="4204"/>
                    <a:pt x="1968" y="4304"/>
                    <a:pt x="1701" y="4304"/>
                  </a:cubicBezTo>
                  <a:cubicBezTo>
                    <a:pt x="1434" y="4304"/>
                    <a:pt x="1168" y="4204"/>
                    <a:pt x="1001" y="4003"/>
                  </a:cubicBezTo>
                  <a:cubicBezTo>
                    <a:pt x="634" y="3570"/>
                    <a:pt x="634" y="2969"/>
                    <a:pt x="1001" y="2536"/>
                  </a:cubicBezTo>
                  <a:cubicBezTo>
                    <a:pt x="1201" y="2336"/>
                    <a:pt x="1468" y="2235"/>
                    <a:pt x="1768" y="2235"/>
                  </a:cubicBezTo>
                  <a:close/>
                  <a:moveTo>
                    <a:pt x="1901" y="1"/>
                  </a:moveTo>
                  <a:cubicBezTo>
                    <a:pt x="1701" y="1"/>
                    <a:pt x="1468" y="34"/>
                    <a:pt x="1268" y="67"/>
                  </a:cubicBezTo>
                  <a:cubicBezTo>
                    <a:pt x="934" y="167"/>
                    <a:pt x="634" y="367"/>
                    <a:pt x="434" y="668"/>
                  </a:cubicBezTo>
                  <a:cubicBezTo>
                    <a:pt x="367" y="801"/>
                    <a:pt x="267" y="968"/>
                    <a:pt x="200" y="1135"/>
                  </a:cubicBezTo>
                  <a:cubicBezTo>
                    <a:pt x="167" y="1268"/>
                    <a:pt x="100" y="1468"/>
                    <a:pt x="67" y="1635"/>
                  </a:cubicBezTo>
                  <a:cubicBezTo>
                    <a:pt x="33" y="1802"/>
                    <a:pt x="0" y="1969"/>
                    <a:pt x="0" y="2169"/>
                  </a:cubicBezTo>
                  <a:lnTo>
                    <a:pt x="0" y="2702"/>
                  </a:lnTo>
                  <a:cubicBezTo>
                    <a:pt x="0" y="2903"/>
                    <a:pt x="0" y="3103"/>
                    <a:pt x="67" y="3336"/>
                  </a:cubicBezTo>
                  <a:cubicBezTo>
                    <a:pt x="100" y="3536"/>
                    <a:pt x="133" y="3737"/>
                    <a:pt x="234" y="3903"/>
                  </a:cubicBezTo>
                  <a:cubicBezTo>
                    <a:pt x="300" y="4070"/>
                    <a:pt x="400" y="4237"/>
                    <a:pt x="534" y="4370"/>
                  </a:cubicBezTo>
                  <a:cubicBezTo>
                    <a:pt x="667" y="4537"/>
                    <a:pt x="834" y="4637"/>
                    <a:pt x="1034" y="4704"/>
                  </a:cubicBezTo>
                  <a:cubicBezTo>
                    <a:pt x="1268" y="4771"/>
                    <a:pt x="1501" y="4804"/>
                    <a:pt x="1735" y="4804"/>
                  </a:cubicBezTo>
                  <a:cubicBezTo>
                    <a:pt x="1772" y="4807"/>
                    <a:pt x="1808" y="4808"/>
                    <a:pt x="1845" y="4808"/>
                  </a:cubicBezTo>
                  <a:cubicBezTo>
                    <a:pt x="2236" y="4808"/>
                    <a:pt x="2594" y="4648"/>
                    <a:pt x="2869" y="4404"/>
                  </a:cubicBezTo>
                  <a:cubicBezTo>
                    <a:pt x="3169" y="4103"/>
                    <a:pt x="3302" y="3703"/>
                    <a:pt x="3302" y="3270"/>
                  </a:cubicBezTo>
                  <a:cubicBezTo>
                    <a:pt x="3334" y="2473"/>
                    <a:pt x="2726" y="1797"/>
                    <a:pt x="1915" y="1797"/>
                  </a:cubicBezTo>
                  <a:cubicBezTo>
                    <a:pt x="1878" y="1797"/>
                    <a:pt x="1840" y="1799"/>
                    <a:pt x="1801" y="1802"/>
                  </a:cubicBezTo>
                  <a:cubicBezTo>
                    <a:pt x="1771" y="1797"/>
                    <a:pt x="1739" y="1795"/>
                    <a:pt x="1708" y="1795"/>
                  </a:cubicBezTo>
                  <a:cubicBezTo>
                    <a:pt x="1498" y="1795"/>
                    <a:pt x="1270" y="1886"/>
                    <a:pt x="1067" y="2002"/>
                  </a:cubicBezTo>
                  <a:cubicBezTo>
                    <a:pt x="901" y="2102"/>
                    <a:pt x="734" y="2269"/>
                    <a:pt x="667" y="2469"/>
                  </a:cubicBezTo>
                  <a:lnTo>
                    <a:pt x="667" y="2002"/>
                  </a:lnTo>
                  <a:cubicBezTo>
                    <a:pt x="701" y="1869"/>
                    <a:pt x="701" y="1735"/>
                    <a:pt x="734" y="1602"/>
                  </a:cubicBezTo>
                  <a:cubicBezTo>
                    <a:pt x="734" y="1468"/>
                    <a:pt x="767" y="1335"/>
                    <a:pt x="834" y="1235"/>
                  </a:cubicBezTo>
                  <a:cubicBezTo>
                    <a:pt x="867" y="1135"/>
                    <a:pt x="901" y="1035"/>
                    <a:pt x="967" y="935"/>
                  </a:cubicBezTo>
                  <a:cubicBezTo>
                    <a:pt x="1034" y="868"/>
                    <a:pt x="1101" y="768"/>
                    <a:pt x="1201" y="701"/>
                  </a:cubicBezTo>
                  <a:cubicBezTo>
                    <a:pt x="1268" y="668"/>
                    <a:pt x="1368" y="601"/>
                    <a:pt x="1501" y="568"/>
                  </a:cubicBezTo>
                  <a:cubicBezTo>
                    <a:pt x="1601" y="534"/>
                    <a:pt x="1735" y="534"/>
                    <a:pt x="1901" y="534"/>
                  </a:cubicBezTo>
                  <a:cubicBezTo>
                    <a:pt x="2168" y="534"/>
                    <a:pt x="2468" y="601"/>
                    <a:pt x="2735" y="734"/>
                  </a:cubicBezTo>
                  <a:lnTo>
                    <a:pt x="2802" y="734"/>
                  </a:lnTo>
                  <a:cubicBezTo>
                    <a:pt x="2869" y="734"/>
                    <a:pt x="2935" y="701"/>
                    <a:pt x="2969" y="668"/>
                  </a:cubicBezTo>
                  <a:cubicBezTo>
                    <a:pt x="3002" y="601"/>
                    <a:pt x="3036" y="534"/>
                    <a:pt x="3036" y="434"/>
                  </a:cubicBezTo>
                  <a:cubicBezTo>
                    <a:pt x="3036" y="367"/>
                    <a:pt x="3002" y="267"/>
                    <a:pt x="2935" y="234"/>
                  </a:cubicBezTo>
                  <a:cubicBezTo>
                    <a:pt x="2602" y="67"/>
                    <a:pt x="2268" y="1"/>
                    <a:pt x="19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6"/>
            <p:cNvSpPr/>
            <p:nvPr/>
          </p:nvSpPr>
          <p:spPr>
            <a:xfrm>
              <a:off x="5724138" y="-2024750"/>
              <a:ext cx="45050" cy="116775"/>
            </a:xfrm>
            <a:custGeom>
              <a:avLst/>
              <a:gdLst/>
              <a:ahLst/>
              <a:cxnLst/>
              <a:rect l="l" t="t" r="r" b="b"/>
              <a:pathLst>
                <a:path w="1802" h="4671" extrusionOk="0">
                  <a:moveTo>
                    <a:pt x="1468" y="0"/>
                  </a:moveTo>
                  <a:cubicBezTo>
                    <a:pt x="1402" y="0"/>
                    <a:pt x="1368" y="34"/>
                    <a:pt x="1302" y="67"/>
                  </a:cubicBezTo>
                  <a:lnTo>
                    <a:pt x="167" y="767"/>
                  </a:lnTo>
                  <a:cubicBezTo>
                    <a:pt x="1" y="901"/>
                    <a:pt x="101" y="1168"/>
                    <a:pt x="301" y="1168"/>
                  </a:cubicBezTo>
                  <a:cubicBezTo>
                    <a:pt x="334" y="1168"/>
                    <a:pt x="401" y="1168"/>
                    <a:pt x="434" y="1134"/>
                  </a:cubicBezTo>
                  <a:lnTo>
                    <a:pt x="1135" y="734"/>
                  </a:lnTo>
                  <a:lnTo>
                    <a:pt x="1135" y="4370"/>
                  </a:lnTo>
                  <a:cubicBezTo>
                    <a:pt x="1135" y="4470"/>
                    <a:pt x="1168" y="4537"/>
                    <a:pt x="1235" y="4604"/>
                  </a:cubicBezTo>
                  <a:cubicBezTo>
                    <a:pt x="1302" y="4637"/>
                    <a:pt x="1368" y="4670"/>
                    <a:pt x="1468" y="4670"/>
                  </a:cubicBezTo>
                  <a:cubicBezTo>
                    <a:pt x="1535" y="4670"/>
                    <a:pt x="1635" y="4670"/>
                    <a:pt x="1702" y="4604"/>
                  </a:cubicBezTo>
                  <a:cubicBezTo>
                    <a:pt x="1769" y="4537"/>
                    <a:pt x="1802" y="4470"/>
                    <a:pt x="1802" y="4370"/>
                  </a:cubicBezTo>
                  <a:lnTo>
                    <a:pt x="1802" y="334"/>
                  </a:lnTo>
                  <a:cubicBezTo>
                    <a:pt x="1802" y="234"/>
                    <a:pt x="1769" y="167"/>
                    <a:pt x="1702" y="100"/>
                  </a:cubicBezTo>
                  <a:cubicBezTo>
                    <a:pt x="1635" y="34"/>
                    <a:pt x="1568" y="0"/>
                    <a:pt x="14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6095238" y="-2025600"/>
              <a:ext cx="75075" cy="117950"/>
            </a:xfrm>
            <a:custGeom>
              <a:avLst/>
              <a:gdLst/>
              <a:ahLst/>
              <a:cxnLst/>
              <a:rect l="l" t="t" r="r" b="b"/>
              <a:pathLst>
                <a:path w="3003" h="4718" extrusionOk="0">
                  <a:moveTo>
                    <a:pt x="1568" y="1"/>
                  </a:moveTo>
                  <a:cubicBezTo>
                    <a:pt x="1302" y="1"/>
                    <a:pt x="1068" y="34"/>
                    <a:pt x="835" y="101"/>
                  </a:cubicBezTo>
                  <a:cubicBezTo>
                    <a:pt x="601" y="201"/>
                    <a:pt x="401" y="301"/>
                    <a:pt x="201" y="401"/>
                  </a:cubicBezTo>
                  <a:cubicBezTo>
                    <a:pt x="134" y="435"/>
                    <a:pt x="67" y="535"/>
                    <a:pt x="67" y="601"/>
                  </a:cubicBezTo>
                  <a:cubicBezTo>
                    <a:pt x="67" y="668"/>
                    <a:pt x="101" y="735"/>
                    <a:pt x="167" y="801"/>
                  </a:cubicBezTo>
                  <a:cubicBezTo>
                    <a:pt x="201" y="835"/>
                    <a:pt x="267" y="868"/>
                    <a:pt x="334" y="868"/>
                  </a:cubicBezTo>
                  <a:lnTo>
                    <a:pt x="434" y="868"/>
                  </a:lnTo>
                  <a:lnTo>
                    <a:pt x="634" y="768"/>
                  </a:lnTo>
                  <a:cubicBezTo>
                    <a:pt x="701" y="701"/>
                    <a:pt x="768" y="668"/>
                    <a:pt x="835" y="635"/>
                  </a:cubicBezTo>
                  <a:cubicBezTo>
                    <a:pt x="935" y="601"/>
                    <a:pt x="1001" y="568"/>
                    <a:pt x="1101" y="568"/>
                  </a:cubicBezTo>
                  <a:cubicBezTo>
                    <a:pt x="1196" y="544"/>
                    <a:pt x="1290" y="521"/>
                    <a:pt x="1396" y="521"/>
                  </a:cubicBezTo>
                  <a:cubicBezTo>
                    <a:pt x="1440" y="521"/>
                    <a:pt x="1486" y="525"/>
                    <a:pt x="1535" y="535"/>
                  </a:cubicBezTo>
                  <a:cubicBezTo>
                    <a:pt x="1561" y="530"/>
                    <a:pt x="1587" y="528"/>
                    <a:pt x="1614" y="528"/>
                  </a:cubicBezTo>
                  <a:cubicBezTo>
                    <a:pt x="1794" y="528"/>
                    <a:pt x="1990" y="623"/>
                    <a:pt x="2135" y="768"/>
                  </a:cubicBezTo>
                  <a:cubicBezTo>
                    <a:pt x="2302" y="935"/>
                    <a:pt x="2402" y="1135"/>
                    <a:pt x="2402" y="1369"/>
                  </a:cubicBezTo>
                  <a:cubicBezTo>
                    <a:pt x="2369" y="1535"/>
                    <a:pt x="2336" y="1702"/>
                    <a:pt x="2269" y="1836"/>
                  </a:cubicBezTo>
                  <a:cubicBezTo>
                    <a:pt x="2169" y="2002"/>
                    <a:pt x="2035" y="2202"/>
                    <a:pt x="1869" y="2336"/>
                  </a:cubicBezTo>
                  <a:lnTo>
                    <a:pt x="167" y="4070"/>
                  </a:lnTo>
                  <a:cubicBezTo>
                    <a:pt x="67" y="4137"/>
                    <a:pt x="34" y="4271"/>
                    <a:pt x="1" y="4371"/>
                  </a:cubicBezTo>
                  <a:cubicBezTo>
                    <a:pt x="1" y="4471"/>
                    <a:pt x="67" y="4571"/>
                    <a:pt x="134" y="4638"/>
                  </a:cubicBezTo>
                  <a:cubicBezTo>
                    <a:pt x="234" y="4671"/>
                    <a:pt x="334" y="4704"/>
                    <a:pt x="434" y="4704"/>
                  </a:cubicBezTo>
                  <a:lnTo>
                    <a:pt x="2703" y="4704"/>
                  </a:lnTo>
                  <a:cubicBezTo>
                    <a:pt x="2720" y="4713"/>
                    <a:pt x="2738" y="4717"/>
                    <a:pt x="2756" y="4717"/>
                  </a:cubicBezTo>
                  <a:cubicBezTo>
                    <a:pt x="2803" y="4717"/>
                    <a:pt x="2845" y="4686"/>
                    <a:pt x="2869" y="4638"/>
                  </a:cubicBezTo>
                  <a:cubicBezTo>
                    <a:pt x="2936" y="4604"/>
                    <a:pt x="2969" y="4537"/>
                    <a:pt x="2936" y="4471"/>
                  </a:cubicBezTo>
                  <a:cubicBezTo>
                    <a:pt x="2969" y="4404"/>
                    <a:pt x="2936" y="4337"/>
                    <a:pt x="2869" y="4304"/>
                  </a:cubicBezTo>
                  <a:cubicBezTo>
                    <a:pt x="2845" y="4255"/>
                    <a:pt x="2803" y="4224"/>
                    <a:pt x="2756" y="4224"/>
                  </a:cubicBezTo>
                  <a:cubicBezTo>
                    <a:pt x="2738" y="4224"/>
                    <a:pt x="2720" y="4228"/>
                    <a:pt x="2703" y="4237"/>
                  </a:cubicBezTo>
                  <a:lnTo>
                    <a:pt x="734" y="4237"/>
                  </a:lnTo>
                  <a:lnTo>
                    <a:pt x="2236" y="2770"/>
                  </a:lnTo>
                  <a:cubicBezTo>
                    <a:pt x="2469" y="2569"/>
                    <a:pt x="2669" y="2303"/>
                    <a:pt x="2803" y="2036"/>
                  </a:cubicBezTo>
                  <a:cubicBezTo>
                    <a:pt x="2936" y="1836"/>
                    <a:pt x="3003" y="1569"/>
                    <a:pt x="3003" y="1335"/>
                  </a:cubicBezTo>
                  <a:cubicBezTo>
                    <a:pt x="3003" y="968"/>
                    <a:pt x="2836" y="635"/>
                    <a:pt x="2569" y="401"/>
                  </a:cubicBezTo>
                  <a:cubicBezTo>
                    <a:pt x="2302" y="134"/>
                    <a:pt x="1935" y="1"/>
                    <a:pt x="1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6465513" y="-2027250"/>
              <a:ext cx="73400" cy="120300"/>
            </a:xfrm>
            <a:custGeom>
              <a:avLst/>
              <a:gdLst/>
              <a:ahLst/>
              <a:cxnLst/>
              <a:rect l="l" t="t" r="r" b="b"/>
              <a:pathLst>
                <a:path w="2936" h="4812" extrusionOk="0">
                  <a:moveTo>
                    <a:pt x="1301" y="0"/>
                  </a:moveTo>
                  <a:cubicBezTo>
                    <a:pt x="1068" y="0"/>
                    <a:pt x="834" y="34"/>
                    <a:pt x="634" y="100"/>
                  </a:cubicBezTo>
                  <a:cubicBezTo>
                    <a:pt x="434" y="134"/>
                    <a:pt x="267" y="200"/>
                    <a:pt x="134" y="300"/>
                  </a:cubicBezTo>
                  <a:cubicBezTo>
                    <a:pt x="67" y="334"/>
                    <a:pt x="0" y="400"/>
                    <a:pt x="0" y="467"/>
                  </a:cubicBezTo>
                  <a:cubicBezTo>
                    <a:pt x="0" y="534"/>
                    <a:pt x="34" y="634"/>
                    <a:pt x="100" y="667"/>
                  </a:cubicBezTo>
                  <a:cubicBezTo>
                    <a:pt x="134" y="734"/>
                    <a:pt x="200" y="767"/>
                    <a:pt x="267" y="767"/>
                  </a:cubicBezTo>
                  <a:lnTo>
                    <a:pt x="334" y="767"/>
                  </a:lnTo>
                  <a:cubicBezTo>
                    <a:pt x="634" y="634"/>
                    <a:pt x="968" y="534"/>
                    <a:pt x="1301" y="534"/>
                  </a:cubicBezTo>
                  <a:cubicBezTo>
                    <a:pt x="1535" y="534"/>
                    <a:pt x="1735" y="601"/>
                    <a:pt x="1902" y="734"/>
                  </a:cubicBezTo>
                  <a:cubicBezTo>
                    <a:pt x="2068" y="867"/>
                    <a:pt x="2168" y="1101"/>
                    <a:pt x="2168" y="1301"/>
                  </a:cubicBezTo>
                  <a:cubicBezTo>
                    <a:pt x="2168" y="1535"/>
                    <a:pt x="2068" y="1768"/>
                    <a:pt x="1902" y="1902"/>
                  </a:cubicBezTo>
                  <a:cubicBezTo>
                    <a:pt x="1707" y="2041"/>
                    <a:pt x="1489" y="2110"/>
                    <a:pt x="1287" y="2110"/>
                  </a:cubicBezTo>
                  <a:cubicBezTo>
                    <a:pt x="1246" y="2110"/>
                    <a:pt x="1207" y="2107"/>
                    <a:pt x="1168" y="2102"/>
                  </a:cubicBezTo>
                  <a:lnTo>
                    <a:pt x="934" y="2102"/>
                  </a:lnTo>
                  <a:cubicBezTo>
                    <a:pt x="867" y="2102"/>
                    <a:pt x="801" y="2135"/>
                    <a:pt x="767" y="2202"/>
                  </a:cubicBezTo>
                  <a:cubicBezTo>
                    <a:pt x="734" y="2235"/>
                    <a:pt x="701" y="2302"/>
                    <a:pt x="701" y="2369"/>
                  </a:cubicBezTo>
                  <a:cubicBezTo>
                    <a:pt x="701" y="2402"/>
                    <a:pt x="734" y="2469"/>
                    <a:pt x="767" y="2535"/>
                  </a:cubicBezTo>
                  <a:cubicBezTo>
                    <a:pt x="801" y="2569"/>
                    <a:pt x="867" y="2602"/>
                    <a:pt x="934" y="2602"/>
                  </a:cubicBezTo>
                  <a:lnTo>
                    <a:pt x="1168" y="2602"/>
                  </a:lnTo>
                  <a:cubicBezTo>
                    <a:pt x="1206" y="2598"/>
                    <a:pt x="1245" y="2596"/>
                    <a:pt x="1282" y="2596"/>
                  </a:cubicBezTo>
                  <a:cubicBezTo>
                    <a:pt x="1536" y="2596"/>
                    <a:pt x="1765" y="2690"/>
                    <a:pt x="1968" y="2836"/>
                  </a:cubicBezTo>
                  <a:cubicBezTo>
                    <a:pt x="2168" y="3002"/>
                    <a:pt x="2302" y="3269"/>
                    <a:pt x="2302" y="3536"/>
                  </a:cubicBezTo>
                  <a:cubicBezTo>
                    <a:pt x="2302" y="3770"/>
                    <a:pt x="2202" y="3970"/>
                    <a:pt x="2002" y="4103"/>
                  </a:cubicBezTo>
                  <a:cubicBezTo>
                    <a:pt x="1801" y="4237"/>
                    <a:pt x="1568" y="4303"/>
                    <a:pt x="1301" y="4303"/>
                  </a:cubicBezTo>
                  <a:cubicBezTo>
                    <a:pt x="1001" y="4303"/>
                    <a:pt x="701" y="4237"/>
                    <a:pt x="400" y="4103"/>
                  </a:cubicBezTo>
                  <a:lnTo>
                    <a:pt x="334" y="4103"/>
                  </a:lnTo>
                  <a:cubicBezTo>
                    <a:pt x="267" y="4103"/>
                    <a:pt x="200" y="4136"/>
                    <a:pt x="167" y="4170"/>
                  </a:cubicBezTo>
                  <a:cubicBezTo>
                    <a:pt x="100" y="4237"/>
                    <a:pt x="67" y="4303"/>
                    <a:pt x="67" y="4370"/>
                  </a:cubicBezTo>
                  <a:cubicBezTo>
                    <a:pt x="67" y="4470"/>
                    <a:pt x="134" y="4570"/>
                    <a:pt x="234" y="4603"/>
                  </a:cubicBezTo>
                  <a:cubicBezTo>
                    <a:pt x="539" y="4742"/>
                    <a:pt x="845" y="4812"/>
                    <a:pt x="1151" y="4812"/>
                  </a:cubicBezTo>
                  <a:cubicBezTo>
                    <a:pt x="1212" y="4812"/>
                    <a:pt x="1273" y="4809"/>
                    <a:pt x="1334" y="4804"/>
                  </a:cubicBezTo>
                  <a:cubicBezTo>
                    <a:pt x="1535" y="4804"/>
                    <a:pt x="1735" y="4770"/>
                    <a:pt x="1935" y="4737"/>
                  </a:cubicBezTo>
                  <a:cubicBezTo>
                    <a:pt x="2135" y="4670"/>
                    <a:pt x="2302" y="4603"/>
                    <a:pt x="2435" y="4503"/>
                  </a:cubicBezTo>
                  <a:cubicBezTo>
                    <a:pt x="2602" y="4403"/>
                    <a:pt x="2735" y="4237"/>
                    <a:pt x="2802" y="4070"/>
                  </a:cubicBezTo>
                  <a:cubicBezTo>
                    <a:pt x="2902" y="3903"/>
                    <a:pt x="2936" y="3703"/>
                    <a:pt x="2936" y="3503"/>
                  </a:cubicBezTo>
                  <a:cubicBezTo>
                    <a:pt x="2936" y="3202"/>
                    <a:pt x="2869" y="2936"/>
                    <a:pt x="2702" y="2702"/>
                  </a:cubicBezTo>
                  <a:cubicBezTo>
                    <a:pt x="2535" y="2502"/>
                    <a:pt x="2302" y="2369"/>
                    <a:pt x="2035" y="2302"/>
                  </a:cubicBezTo>
                  <a:cubicBezTo>
                    <a:pt x="2268" y="2235"/>
                    <a:pt x="2469" y="2102"/>
                    <a:pt x="2602" y="1902"/>
                  </a:cubicBezTo>
                  <a:cubicBezTo>
                    <a:pt x="2769" y="1735"/>
                    <a:pt x="2836" y="1501"/>
                    <a:pt x="2836" y="1268"/>
                  </a:cubicBezTo>
                  <a:cubicBezTo>
                    <a:pt x="2836" y="1001"/>
                    <a:pt x="2769" y="767"/>
                    <a:pt x="2602" y="567"/>
                  </a:cubicBezTo>
                  <a:cubicBezTo>
                    <a:pt x="2469" y="367"/>
                    <a:pt x="2302" y="234"/>
                    <a:pt x="2068" y="134"/>
                  </a:cubicBezTo>
                  <a:cubicBezTo>
                    <a:pt x="1835" y="34"/>
                    <a:pt x="1568" y="0"/>
                    <a:pt x="13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5713313" y="-1708700"/>
              <a:ext cx="82575" cy="120950"/>
            </a:xfrm>
            <a:custGeom>
              <a:avLst/>
              <a:gdLst/>
              <a:ahLst/>
              <a:cxnLst/>
              <a:rect l="l" t="t" r="r" b="b"/>
              <a:pathLst>
                <a:path w="3303" h="4838" extrusionOk="0">
                  <a:moveTo>
                    <a:pt x="1655" y="551"/>
                  </a:moveTo>
                  <a:cubicBezTo>
                    <a:pt x="1768" y="551"/>
                    <a:pt x="1885" y="568"/>
                    <a:pt x="2001" y="601"/>
                  </a:cubicBezTo>
                  <a:cubicBezTo>
                    <a:pt x="2068" y="634"/>
                    <a:pt x="2168" y="701"/>
                    <a:pt x="2235" y="768"/>
                  </a:cubicBezTo>
                  <a:cubicBezTo>
                    <a:pt x="2302" y="835"/>
                    <a:pt x="2368" y="935"/>
                    <a:pt x="2402" y="1035"/>
                  </a:cubicBezTo>
                  <a:cubicBezTo>
                    <a:pt x="2435" y="1101"/>
                    <a:pt x="2502" y="1235"/>
                    <a:pt x="2535" y="1335"/>
                  </a:cubicBezTo>
                  <a:cubicBezTo>
                    <a:pt x="2535" y="1435"/>
                    <a:pt x="2569" y="1568"/>
                    <a:pt x="2602" y="1668"/>
                  </a:cubicBezTo>
                  <a:cubicBezTo>
                    <a:pt x="2635" y="1802"/>
                    <a:pt x="2635" y="1935"/>
                    <a:pt x="2635" y="2069"/>
                  </a:cubicBezTo>
                  <a:lnTo>
                    <a:pt x="2635" y="2436"/>
                  </a:lnTo>
                  <a:cubicBezTo>
                    <a:pt x="2635" y="2569"/>
                    <a:pt x="2635" y="2669"/>
                    <a:pt x="2635" y="2769"/>
                  </a:cubicBezTo>
                  <a:cubicBezTo>
                    <a:pt x="2602" y="2903"/>
                    <a:pt x="2602" y="3003"/>
                    <a:pt x="2602" y="3136"/>
                  </a:cubicBezTo>
                  <a:cubicBezTo>
                    <a:pt x="2569" y="3270"/>
                    <a:pt x="2569" y="3403"/>
                    <a:pt x="2535" y="3503"/>
                  </a:cubicBezTo>
                  <a:cubicBezTo>
                    <a:pt x="2502" y="3603"/>
                    <a:pt x="2468" y="3703"/>
                    <a:pt x="2402" y="3803"/>
                  </a:cubicBezTo>
                  <a:cubicBezTo>
                    <a:pt x="2368" y="3903"/>
                    <a:pt x="2302" y="4003"/>
                    <a:pt x="2235" y="4070"/>
                  </a:cubicBezTo>
                  <a:cubicBezTo>
                    <a:pt x="2168" y="4137"/>
                    <a:pt x="2068" y="4204"/>
                    <a:pt x="2001" y="4237"/>
                  </a:cubicBezTo>
                  <a:cubicBezTo>
                    <a:pt x="1901" y="4270"/>
                    <a:pt x="1768" y="4304"/>
                    <a:pt x="1668" y="4304"/>
                  </a:cubicBezTo>
                  <a:cubicBezTo>
                    <a:pt x="1568" y="4304"/>
                    <a:pt x="1434" y="4270"/>
                    <a:pt x="1334" y="4237"/>
                  </a:cubicBezTo>
                  <a:cubicBezTo>
                    <a:pt x="1234" y="4204"/>
                    <a:pt x="1168" y="4137"/>
                    <a:pt x="1101" y="4070"/>
                  </a:cubicBezTo>
                  <a:cubicBezTo>
                    <a:pt x="1034" y="4003"/>
                    <a:pt x="967" y="3903"/>
                    <a:pt x="934" y="3803"/>
                  </a:cubicBezTo>
                  <a:cubicBezTo>
                    <a:pt x="867" y="3703"/>
                    <a:pt x="834" y="3603"/>
                    <a:pt x="801" y="3503"/>
                  </a:cubicBezTo>
                  <a:cubicBezTo>
                    <a:pt x="767" y="3403"/>
                    <a:pt x="767" y="3270"/>
                    <a:pt x="734" y="3136"/>
                  </a:cubicBezTo>
                  <a:cubicBezTo>
                    <a:pt x="701" y="3036"/>
                    <a:pt x="701" y="2903"/>
                    <a:pt x="701" y="2803"/>
                  </a:cubicBezTo>
                  <a:lnTo>
                    <a:pt x="701" y="2436"/>
                  </a:lnTo>
                  <a:cubicBezTo>
                    <a:pt x="701" y="2302"/>
                    <a:pt x="701" y="2169"/>
                    <a:pt x="701" y="2069"/>
                  </a:cubicBezTo>
                  <a:cubicBezTo>
                    <a:pt x="701" y="1935"/>
                    <a:pt x="734" y="1802"/>
                    <a:pt x="734" y="1668"/>
                  </a:cubicBezTo>
                  <a:cubicBezTo>
                    <a:pt x="767" y="1535"/>
                    <a:pt x="767" y="1435"/>
                    <a:pt x="801" y="1335"/>
                  </a:cubicBezTo>
                  <a:cubicBezTo>
                    <a:pt x="834" y="1201"/>
                    <a:pt x="867" y="1101"/>
                    <a:pt x="934" y="1001"/>
                  </a:cubicBezTo>
                  <a:cubicBezTo>
                    <a:pt x="967" y="935"/>
                    <a:pt x="1034" y="835"/>
                    <a:pt x="1101" y="768"/>
                  </a:cubicBezTo>
                  <a:cubicBezTo>
                    <a:pt x="1168" y="701"/>
                    <a:pt x="1234" y="634"/>
                    <a:pt x="1334" y="601"/>
                  </a:cubicBezTo>
                  <a:cubicBezTo>
                    <a:pt x="1434" y="568"/>
                    <a:pt x="1543" y="551"/>
                    <a:pt x="1655" y="551"/>
                  </a:cubicBezTo>
                  <a:close/>
                  <a:moveTo>
                    <a:pt x="1668" y="1"/>
                  </a:moveTo>
                  <a:cubicBezTo>
                    <a:pt x="567" y="1"/>
                    <a:pt x="33" y="801"/>
                    <a:pt x="33" y="2436"/>
                  </a:cubicBezTo>
                  <a:cubicBezTo>
                    <a:pt x="0" y="2669"/>
                    <a:pt x="33" y="2903"/>
                    <a:pt x="67" y="3170"/>
                  </a:cubicBezTo>
                  <a:cubicBezTo>
                    <a:pt x="100" y="3370"/>
                    <a:pt x="133" y="3603"/>
                    <a:pt x="234" y="3803"/>
                  </a:cubicBezTo>
                  <a:cubicBezTo>
                    <a:pt x="300" y="4003"/>
                    <a:pt x="400" y="4170"/>
                    <a:pt x="534" y="4337"/>
                  </a:cubicBezTo>
                  <a:cubicBezTo>
                    <a:pt x="667" y="4504"/>
                    <a:pt x="801" y="4604"/>
                    <a:pt x="1001" y="4704"/>
                  </a:cubicBezTo>
                  <a:cubicBezTo>
                    <a:pt x="1201" y="4804"/>
                    <a:pt x="1434" y="4837"/>
                    <a:pt x="1668" y="4837"/>
                  </a:cubicBezTo>
                  <a:cubicBezTo>
                    <a:pt x="1901" y="4837"/>
                    <a:pt x="2135" y="4804"/>
                    <a:pt x="2335" y="4704"/>
                  </a:cubicBezTo>
                  <a:cubicBezTo>
                    <a:pt x="2502" y="4604"/>
                    <a:pt x="2669" y="4504"/>
                    <a:pt x="2802" y="4337"/>
                  </a:cubicBezTo>
                  <a:cubicBezTo>
                    <a:pt x="2935" y="4170"/>
                    <a:pt x="3036" y="4003"/>
                    <a:pt x="3102" y="3803"/>
                  </a:cubicBezTo>
                  <a:cubicBezTo>
                    <a:pt x="3169" y="3603"/>
                    <a:pt x="3236" y="3370"/>
                    <a:pt x="3269" y="3170"/>
                  </a:cubicBezTo>
                  <a:cubicBezTo>
                    <a:pt x="3302" y="2903"/>
                    <a:pt x="3302" y="2669"/>
                    <a:pt x="3302" y="2436"/>
                  </a:cubicBezTo>
                  <a:cubicBezTo>
                    <a:pt x="3302" y="801"/>
                    <a:pt x="2769" y="1"/>
                    <a:pt x="16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6112763" y="-1661175"/>
              <a:ext cx="41700" cy="38400"/>
            </a:xfrm>
            <a:custGeom>
              <a:avLst/>
              <a:gdLst/>
              <a:ahLst/>
              <a:cxnLst/>
              <a:rect l="l" t="t" r="r" b="b"/>
              <a:pathLst>
                <a:path w="1668" h="1536" extrusionOk="0">
                  <a:moveTo>
                    <a:pt x="834" y="1"/>
                  </a:moveTo>
                  <a:cubicBezTo>
                    <a:pt x="601" y="1"/>
                    <a:pt x="400" y="68"/>
                    <a:pt x="234" y="234"/>
                  </a:cubicBezTo>
                  <a:cubicBezTo>
                    <a:pt x="67" y="368"/>
                    <a:pt x="0" y="568"/>
                    <a:pt x="0" y="768"/>
                  </a:cubicBezTo>
                  <a:cubicBezTo>
                    <a:pt x="0" y="968"/>
                    <a:pt x="67" y="1135"/>
                    <a:pt x="200" y="1302"/>
                  </a:cubicBezTo>
                  <a:cubicBezTo>
                    <a:pt x="367" y="1469"/>
                    <a:pt x="601" y="1535"/>
                    <a:pt x="834" y="1535"/>
                  </a:cubicBezTo>
                  <a:cubicBezTo>
                    <a:pt x="1068" y="1535"/>
                    <a:pt x="1268" y="1469"/>
                    <a:pt x="1434" y="1302"/>
                  </a:cubicBezTo>
                  <a:cubicBezTo>
                    <a:pt x="1568" y="1168"/>
                    <a:pt x="1668" y="968"/>
                    <a:pt x="1668" y="768"/>
                  </a:cubicBezTo>
                  <a:cubicBezTo>
                    <a:pt x="1668" y="568"/>
                    <a:pt x="1568" y="368"/>
                    <a:pt x="1434" y="234"/>
                  </a:cubicBezTo>
                  <a:cubicBezTo>
                    <a:pt x="1268" y="68"/>
                    <a:pt x="1034" y="1"/>
                    <a:pt x="8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6867463" y="-3033600"/>
              <a:ext cx="41725" cy="37125"/>
            </a:xfrm>
            <a:custGeom>
              <a:avLst/>
              <a:gdLst/>
              <a:ahLst/>
              <a:cxnLst/>
              <a:rect l="l" t="t" r="r" b="b"/>
              <a:pathLst>
                <a:path w="1669" h="1485" extrusionOk="0">
                  <a:moveTo>
                    <a:pt x="884" y="0"/>
                  </a:moveTo>
                  <a:cubicBezTo>
                    <a:pt x="676" y="0"/>
                    <a:pt x="467" y="75"/>
                    <a:pt x="301" y="226"/>
                  </a:cubicBezTo>
                  <a:cubicBezTo>
                    <a:pt x="0" y="492"/>
                    <a:pt x="0" y="993"/>
                    <a:pt x="301" y="1260"/>
                  </a:cubicBezTo>
                  <a:cubicBezTo>
                    <a:pt x="467" y="1410"/>
                    <a:pt x="676" y="1485"/>
                    <a:pt x="884" y="1485"/>
                  </a:cubicBezTo>
                  <a:cubicBezTo>
                    <a:pt x="1093" y="1485"/>
                    <a:pt x="1301" y="1410"/>
                    <a:pt x="1468" y="1260"/>
                  </a:cubicBezTo>
                  <a:cubicBezTo>
                    <a:pt x="1601" y="1126"/>
                    <a:pt x="1668" y="926"/>
                    <a:pt x="1668" y="726"/>
                  </a:cubicBezTo>
                  <a:cubicBezTo>
                    <a:pt x="1668" y="559"/>
                    <a:pt x="1601" y="359"/>
                    <a:pt x="1468" y="226"/>
                  </a:cubicBezTo>
                  <a:cubicBezTo>
                    <a:pt x="1301" y="75"/>
                    <a:pt x="1093" y="0"/>
                    <a:pt x="8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6869138" y="-2924575"/>
              <a:ext cx="40050" cy="37350"/>
            </a:xfrm>
            <a:custGeom>
              <a:avLst/>
              <a:gdLst/>
              <a:ahLst/>
              <a:cxnLst/>
              <a:rect l="l" t="t" r="r" b="b"/>
              <a:pathLst>
                <a:path w="1602" h="1494" extrusionOk="0">
                  <a:moveTo>
                    <a:pt x="801" y="1"/>
                  </a:moveTo>
                  <a:cubicBezTo>
                    <a:pt x="600" y="1"/>
                    <a:pt x="367" y="68"/>
                    <a:pt x="234" y="234"/>
                  </a:cubicBezTo>
                  <a:cubicBezTo>
                    <a:pt x="100" y="368"/>
                    <a:pt x="0" y="535"/>
                    <a:pt x="0" y="735"/>
                  </a:cubicBezTo>
                  <a:cubicBezTo>
                    <a:pt x="0" y="935"/>
                    <a:pt x="67" y="1135"/>
                    <a:pt x="234" y="1268"/>
                  </a:cubicBezTo>
                  <a:cubicBezTo>
                    <a:pt x="400" y="1418"/>
                    <a:pt x="609" y="1494"/>
                    <a:pt x="817" y="1494"/>
                  </a:cubicBezTo>
                  <a:cubicBezTo>
                    <a:pt x="1026" y="1494"/>
                    <a:pt x="1234" y="1418"/>
                    <a:pt x="1401" y="1268"/>
                  </a:cubicBezTo>
                  <a:cubicBezTo>
                    <a:pt x="1534" y="1135"/>
                    <a:pt x="1601" y="935"/>
                    <a:pt x="1601" y="735"/>
                  </a:cubicBezTo>
                  <a:cubicBezTo>
                    <a:pt x="1601" y="535"/>
                    <a:pt x="1534" y="368"/>
                    <a:pt x="1401" y="234"/>
                  </a:cubicBezTo>
                  <a:cubicBezTo>
                    <a:pt x="1234" y="68"/>
                    <a:pt x="1034" y="1"/>
                    <a:pt x="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6442988" y="-1668900"/>
              <a:ext cx="138450" cy="72800"/>
            </a:xfrm>
            <a:custGeom>
              <a:avLst/>
              <a:gdLst/>
              <a:ahLst/>
              <a:cxnLst/>
              <a:rect l="l" t="t" r="r" b="b"/>
              <a:pathLst>
                <a:path w="5538" h="2912" extrusionOk="0">
                  <a:moveTo>
                    <a:pt x="379" y="1"/>
                  </a:moveTo>
                  <a:cubicBezTo>
                    <a:pt x="297" y="1"/>
                    <a:pt x="216" y="55"/>
                    <a:pt x="134" y="110"/>
                  </a:cubicBezTo>
                  <a:cubicBezTo>
                    <a:pt x="67" y="177"/>
                    <a:pt x="1" y="277"/>
                    <a:pt x="34" y="377"/>
                  </a:cubicBezTo>
                  <a:cubicBezTo>
                    <a:pt x="34" y="477"/>
                    <a:pt x="67" y="577"/>
                    <a:pt x="134" y="677"/>
                  </a:cubicBezTo>
                  <a:cubicBezTo>
                    <a:pt x="201" y="744"/>
                    <a:pt x="301" y="777"/>
                    <a:pt x="434" y="777"/>
                  </a:cubicBezTo>
                  <a:lnTo>
                    <a:pt x="5104" y="777"/>
                  </a:lnTo>
                  <a:cubicBezTo>
                    <a:pt x="5204" y="777"/>
                    <a:pt x="5304" y="744"/>
                    <a:pt x="5404" y="677"/>
                  </a:cubicBezTo>
                  <a:cubicBezTo>
                    <a:pt x="5471" y="610"/>
                    <a:pt x="5504" y="510"/>
                    <a:pt x="5504" y="377"/>
                  </a:cubicBezTo>
                  <a:cubicBezTo>
                    <a:pt x="5538" y="277"/>
                    <a:pt x="5471" y="177"/>
                    <a:pt x="5404" y="110"/>
                  </a:cubicBezTo>
                  <a:cubicBezTo>
                    <a:pt x="5323" y="55"/>
                    <a:pt x="5241" y="1"/>
                    <a:pt x="5159" y="1"/>
                  </a:cubicBezTo>
                  <a:cubicBezTo>
                    <a:pt x="5141" y="1"/>
                    <a:pt x="5123" y="4"/>
                    <a:pt x="5104" y="10"/>
                  </a:cubicBezTo>
                  <a:lnTo>
                    <a:pt x="434" y="10"/>
                  </a:lnTo>
                  <a:cubicBezTo>
                    <a:pt x="416" y="4"/>
                    <a:pt x="397" y="1"/>
                    <a:pt x="379" y="1"/>
                  </a:cubicBezTo>
                  <a:close/>
                  <a:moveTo>
                    <a:pt x="434" y="2145"/>
                  </a:moveTo>
                  <a:cubicBezTo>
                    <a:pt x="334" y="2145"/>
                    <a:pt x="234" y="2178"/>
                    <a:pt x="134" y="2245"/>
                  </a:cubicBezTo>
                  <a:cubicBezTo>
                    <a:pt x="67" y="2311"/>
                    <a:pt x="1" y="2411"/>
                    <a:pt x="34" y="2545"/>
                  </a:cubicBezTo>
                  <a:cubicBezTo>
                    <a:pt x="1" y="2645"/>
                    <a:pt x="67" y="2745"/>
                    <a:pt x="134" y="2812"/>
                  </a:cubicBezTo>
                  <a:cubicBezTo>
                    <a:pt x="201" y="2878"/>
                    <a:pt x="301" y="2912"/>
                    <a:pt x="401" y="2912"/>
                  </a:cubicBezTo>
                  <a:lnTo>
                    <a:pt x="5104" y="2912"/>
                  </a:lnTo>
                  <a:cubicBezTo>
                    <a:pt x="5204" y="2912"/>
                    <a:pt x="5304" y="2878"/>
                    <a:pt x="5404" y="2812"/>
                  </a:cubicBezTo>
                  <a:cubicBezTo>
                    <a:pt x="5471" y="2745"/>
                    <a:pt x="5504" y="2645"/>
                    <a:pt x="5504" y="2545"/>
                  </a:cubicBezTo>
                  <a:cubicBezTo>
                    <a:pt x="5538" y="2411"/>
                    <a:pt x="5471" y="2311"/>
                    <a:pt x="5404" y="2245"/>
                  </a:cubicBezTo>
                  <a:cubicBezTo>
                    <a:pt x="5304" y="2178"/>
                    <a:pt x="5204" y="2145"/>
                    <a:pt x="5104" y="21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6834113" y="-2686900"/>
              <a:ext cx="93425" cy="117600"/>
            </a:xfrm>
            <a:custGeom>
              <a:avLst/>
              <a:gdLst/>
              <a:ahLst/>
              <a:cxnLst/>
              <a:rect l="l" t="t" r="r" b="b"/>
              <a:pathLst>
                <a:path w="3737" h="4704" extrusionOk="0">
                  <a:moveTo>
                    <a:pt x="3436" y="1"/>
                  </a:moveTo>
                  <a:cubicBezTo>
                    <a:pt x="3336" y="34"/>
                    <a:pt x="3236" y="67"/>
                    <a:pt x="3169" y="167"/>
                  </a:cubicBezTo>
                  <a:lnTo>
                    <a:pt x="1935" y="1869"/>
                  </a:lnTo>
                  <a:lnTo>
                    <a:pt x="667" y="167"/>
                  </a:lnTo>
                  <a:cubicBezTo>
                    <a:pt x="634" y="67"/>
                    <a:pt x="534" y="34"/>
                    <a:pt x="434" y="34"/>
                  </a:cubicBezTo>
                  <a:cubicBezTo>
                    <a:pt x="334" y="34"/>
                    <a:pt x="267" y="67"/>
                    <a:pt x="200" y="134"/>
                  </a:cubicBezTo>
                  <a:cubicBezTo>
                    <a:pt x="133" y="167"/>
                    <a:pt x="100" y="267"/>
                    <a:pt x="100" y="334"/>
                  </a:cubicBezTo>
                  <a:cubicBezTo>
                    <a:pt x="100" y="401"/>
                    <a:pt x="100" y="434"/>
                    <a:pt x="133" y="468"/>
                  </a:cubicBezTo>
                  <a:lnTo>
                    <a:pt x="1501" y="2336"/>
                  </a:lnTo>
                  <a:lnTo>
                    <a:pt x="67" y="4237"/>
                  </a:lnTo>
                  <a:cubicBezTo>
                    <a:pt x="0" y="4304"/>
                    <a:pt x="0" y="4370"/>
                    <a:pt x="0" y="4437"/>
                  </a:cubicBezTo>
                  <a:cubicBezTo>
                    <a:pt x="0" y="4504"/>
                    <a:pt x="33" y="4571"/>
                    <a:pt x="67" y="4637"/>
                  </a:cubicBezTo>
                  <a:cubicBezTo>
                    <a:pt x="133" y="4671"/>
                    <a:pt x="200" y="4704"/>
                    <a:pt x="267" y="4704"/>
                  </a:cubicBezTo>
                  <a:cubicBezTo>
                    <a:pt x="367" y="4704"/>
                    <a:pt x="467" y="4637"/>
                    <a:pt x="534" y="4571"/>
                  </a:cubicBezTo>
                  <a:lnTo>
                    <a:pt x="1835" y="2803"/>
                  </a:lnTo>
                  <a:lnTo>
                    <a:pt x="3136" y="4571"/>
                  </a:lnTo>
                  <a:cubicBezTo>
                    <a:pt x="3169" y="4637"/>
                    <a:pt x="3269" y="4704"/>
                    <a:pt x="3369" y="4704"/>
                  </a:cubicBezTo>
                  <a:cubicBezTo>
                    <a:pt x="3469" y="4704"/>
                    <a:pt x="3536" y="4671"/>
                    <a:pt x="3603" y="4604"/>
                  </a:cubicBezTo>
                  <a:cubicBezTo>
                    <a:pt x="3669" y="4571"/>
                    <a:pt x="3703" y="4470"/>
                    <a:pt x="3703" y="4404"/>
                  </a:cubicBezTo>
                  <a:cubicBezTo>
                    <a:pt x="3703" y="4337"/>
                    <a:pt x="3703" y="4270"/>
                    <a:pt x="3669" y="4237"/>
                  </a:cubicBezTo>
                  <a:lnTo>
                    <a:pt x="2268" y="2336"/>
                  </a:lnTo>
                  <a:lnTo>
                    <a:pt x="3669" y="434"/>
                  </a:lnTo>
                  <a:cubicBezTo>
                    <a:pt x="3703" y="401"/>
                    <a:pt x="3703" y="334"/>
                    <a:pt x="3736" y="267"/>
                  </a:cubicBezTo>
                  <a:cubicBezTo>
                    <a:pt x="3736" y="201"/>
                    <a:pt x="3703" y="134"/>
                    <a:pt x="3636" y="101"/>
                  </a:cubicBezTo>
                  <a:cubicBezTo>
                    <a:pt x="3603" y="34"/>
                    <a:pt x="3536" y="1"/>
                    <a:pt x="34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6"/>
            <p:cNvSpPr/>
            <p:nvPr/>
          </p:nvSpPr>
          <p:spPr>
            <a:xfrm>
              <a:off x="6804088" y="-1859650"/>
              <a:ext cx="162625" cy="155150"/>
            </a:xfrm>
            <a:custGeom>
              <a:avLst/>
              <a:gdLst/>
              <a:ahLst/>
              <a:cxnLst/>
              <a:rect l="l" t="t" r="r" b="b"/>
              <a:pathLst>
                <a:path w="6505" h="6206" extrusionOk="0">
                  <a:moveTo>
                    <a:pt x="3269" y="1"/>
                  </a:moveTo>
                  <a:cubicBezTo>
                    <a:pt x="3136" y="1"/>
                    <a:pt x="3036" y="68"/>
                    <a:pt x="2936" y="168"/>
                  </a:cubicBezTo>
                  <a:cubicBezTo>
                    <a:pt x="2869" y="234"/>
                    <a:pt x="2802" y="368"/>
                    <a:pt x="2802" y="501"/>
                  </a:cubicBezTo>
                  <a:lnTo>
                    <a:pt x="2802" y="2670"/>
                  </a:lnTo>
                  <a:lnTo>
                    <a:pt x="567" y="2670"/>
                  </a:lnTo>
                  <a:cubicBezTo>
                    <a:pt x="434" y="2670"/>
                    <a:pt x="300" y="2703"/>
                    <a:pt x="200" y="2803"/>
                  </a:cubicBezTo>
                  <a:cubicBezTo>
                    <a:pt x="0" y="2970"/>
                    <a:pt x="0" y="3270"/>
                    <a:pt x="200" y="3437"/>
                  </a:cubicBezTo>
                  <a:cubicBezTo>
                    <a:pt x="300" y="3537"/>
                    <a:pt x="434" y="3570"/>
                    <a:pt x="567" y="3570"/>
                  </a:cubicBezTo>
                  <a:lnTo>
                    <a:pt x="2802" y="3570"/>
                  </a:lnTo>
                  <a:lnTo>
                    <a:pt x="2802" y="5738"/>
                  </a:lnTo>
                  <a:cubicBezTo>
                    <a:pt x="2802" y="5872"/>
                    <a:pt x="2836" y="5972"/>
                    <a:pt x="2936" y="6072"/>
                  </a:cubicBezTo>
                  <a:cubicBezTo>
                    <a:pt x="3036" y="6172"/>
                    <a:pt x="3136" y="6205"/>
                    <a:pt x="3269" y="6205"/>
                  </a:cubicBezTo>
                  <a:cubicBezTo>
                    <a:pt x="3403" y="6205"/>
                    <a:pt x="3536" y="6172"/>
                    <a:pt x="3603" y="6072"/>
                  </a:cubicBezTo>
                  <a:cubicBezTo>
                    <a:pt x="3703" y="5972"/>
                    <a:pt x="3736" y="5872"/>
                    <a:pt x="3736" y="5738"/>
                  </a:cubicBezTo>
                  <a:lnTo>
                    <a:pt x="3736" y="3570"/>
                  </a:lnTo>
                  <a:lnTo>
                    <a:pt x="6004" y="3570"/>
                  </a:lnTo>
                  <a:cubicBezTo>
                    <a:pt x="6105" y="3570"/>
                    <a:pt x="6238" y="3537"/>
                    <a:pt x="6338" y="3437"/>
                  </a:cubicBezTo>
                  <a:cubicBezTo>
                    <a:pt x="6438" y="3370"/>
                    <a:pt x="6505" y="3237"/>
                    <a:pt x="6505" y="3137"/>
                  </a:cubicBezTo>
                  <a:cubicBezTo>
                    <a:pt x="6505" y="3003"/>
                    <a:pt x="6438" y="2870"/>
                    <a:pt x="6338" y="2803"/>
                  </a:cubicBezTo>
                  <a:cubicBezTo>
                    <a:pt x="6238" y="2703"/>
                    <a:pt x="6105" y="2670"/>
                    <a:pt x="6004" y="2670"/>
                  </a:cubicBezTo>
                  <a:lnTo>
                    <a:pt x="3736" y="2670"/>
                  </a:lnTo>
                  <a:lnTo>
                    <a:pt x="3736" y="501"/>
                  </a:lnTo>
                  <a:cubicBezTo>
                    <a:pt x="3736" y="368"/>
                    <a:pt x="3703" y="234"/>
                    <a:pt x="3603" y="168"/>
                  </a:cubicBezTo>
                  <a:cubicBezTo>
                    <a:pt x="3536" y="68"/>
                    <a:pt x="3403" y="1"/>
                    <a:pt x="32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6"/>
            <p:cNvSpPr/>
            <p:nvPr/>
          </p:nvSpPr>
          <p:spPr>
            <a:xfrm>
              <a:off x="5261313" y="-2370000"/>
              <a:ext cx="118450" cy="112600"/>
            </a:xfrm>
            <a:custGeom>
              <a:avLst/>
              <a:gdLst/>
              <a:ahLst/>
              <a:cxnLst/>
              <a:rect l="l" t="t" r="r" b="b"/>
              <a:pathLst>
                <a:path w="4738" h="4504" extrusionOk="0">
                  <a:moveTo>
                    <a:pt x="2402" y="0"/>
                  </a:moveTo>
                  <a:cubicBezTo>
                    <a:pt x="2302" y="0"/>
                    <a:pt x="2202" y="34"/>
                    <a:pt x="2135" y="100"/>
                  </a:cubicBezTo>
                  <a:cubicBezTo>
                    <a:pt x="2069" y="167"/>
                    <a:pt x="2035" y="267"/>
                    <a:pt x="2035" y="367"/>
                  </a:cubicBezTo>
                  <a:lnTo>
                    <a:pt x="2035" y="1935"/>
                  </a:lnTo>
                  <a:lnTo>
                    <a:pt x="401" y="1935"/>
                  </a:lnTo>
                  <a:cubicBezTo>
                    <a:pt x="334" y="1935"/>
                    <a:pt x="234" y="1968"/>
                    <a:pt x="167" y="2035"/>
                  </a:cubicBezTo>
                  <a:cubicBezTo>
                    <a:pt x="0" y="2135"/>
                    <a:pt x="0" y="2369"/>
                    <a:pt x="167" y="2502"/>
                  </a:cubicBezTo>
                  <a:cubicBezTo>
                    <a:pt x="234" y="2536"/>
                    <a:pt x="301" y="2569"/>
                    <a:pt x="401" y="2569"/>
                  </a:cubicBezTo>
                  <a:lnTo>
                    <a:pt x="2035" y="2569"/>
                  </a:lnTo>
                  <a:lnTo>
                    <a:pt x="2035" y="4170"/>
                  </a:lnTo>
                  <a:cubicBezTo>
                    <a:pt x="2035" y="4237"/>
                    <a:pt x="2069" y="4337"/>
                    <a:pt x="2135" y="4404"/>
                  </a:cubicBezTo>
                  <a:cubicBezTo>
                    <a:pt x="2202" y="4470"/>
                    <a:pt x="2302" y="4504"/>
                    <a:pt x="2402" y="4504"/>
                  </a:cubicBezTo>
                  <a:cubicBezTo>
                    <a:pt x="2469" y="4504"/>
                    <a:pt x="2569" y="4470"/>
                    <a:pt x="2636" y="4404"/>
                  </a:cubicBezTo>
                  <a:cubicBezTo>
                    <a:pt x="2702" y="4337"/>
                    <a:pt x="2736" y="4237"/>
                    <a:pt x="2736" y="4170"/>
                  </a:cubicBezTo>
                  <a:lnTo>
                    <a:pt x="2736" y="2602"/>
                  </a:lnTo>
                  <a:lnTo>
                    <a:pt x="4370" y="2602"/>
                  </a:lnTo>
                  <a:cubicBezTo>
                    <a:pt x="4470" y="2602"/>
                    <a:pt x="4537" y="2569"/>
                    <a:pt x="4637" y="2502"/>
                  </a:cubicBezTo>
                  <a:cubicBezTo>
                    <a:pt x="4670" y="2435"/>
                    <a:pt x="4737" y="2335"/>
                    <a:pt x="4737" y="2269"/>
                  </a:cubicBezTo>
                  <a:cubicBezTo>
                    <a:pt x="4737" y="2169"/>
                    <a:pt x="4670" y="2069"/>
                    <a:pt x="4604" y="2035"/>
                  </a:cubicBezTo>
                  <a:cubicBezTo>
                    <a:pt x="4537" y="1968"/>
                    <a:pt x="4470" y="1935"/>
                    <a:pt x="4370" y="1935"/>
                  </a:cubicBezTo>
                  <a:lnTo>
                    <a:pt x="2736" y="1935"/>
                  </a:lnTo>
                  <a:lnTo>
                    <a:pt x="2736" y="367"/>
                  </a:lnTo>
                  <a:cubicBezTo>
                    <a:pt x="2736" y="267"/>
                    <a:pt x="2702" y="167"/>
                    <a:pt x="2636" y="100"/>
                  </a:cubicBezTo>
                  <a:cubicBezTo>
                    <a:pt x="2569" y="34"/>
                    <a:pt x="2469" y="0"/>
                    <a:pt x="24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6819088" y="-2304125"/>
              <a:ext cx="132625" cy="12525"/>
            </a:xfrm>
            <a:custGeom>
              <a:avLst/>
              <a:gdLst/>
              <a:ahLst/>
              <a:cxnLst/>
              <a:rect l="l" t="t" r="r" b="b"/>
              <a:pathLst>
                <a:path w="5305" h="501" extrusionOk="0">
                  <a:moveTo>
                    <a:pt x="434" y="1"/>
                  </a:moveTo>
                  <a:cubicBezTo>
                    <a:pt x="334" y="1"/>
                    <a:pt x="234" y="34"/>
                    <a:pt x="134" y="67"/>
                  </a:cubicBezTo>
                  <a:cubicBezTo>
                    <a:pt x="1" y="167"/>
                    <a:pt x="1" y="334"/>
                    <a:pt x="134" y="434"/>
                  </a:cubicBezTo>
                  <a:cubicBezTo>
                    <a:pt x="234" y="501"/>
                    <a:pt x="334" y="501"/>
                    <a:pt x="434" y="501"/>
                  </a:cubicBezTo>
                  <a:lnTo>
                    <a:pt x="4904" y="501"/>
                  </a:lnTo>
                  <a:cubicBezTo>
                    <a:pt x="5004" y="501"/>
                    <a:pt x="5104" y="501"/>
                    <a:pt x="5204" y="434"/>
                  </a:cubicBezTo>
                  <a:cubicBezTo>
                    <a:pt x="5271" y="401"/>
                    <a:pt x="5304" y="334"/>
                    <a:pt x="5304" y="267"/>
                  </a:cubicBezTo>
                  <a:cubicBezTo>
                    <a:pt x="5304" y="167"/>
                    <a:pt x="5271" y="101"/>
                    <a:pt x="5204" y="67"/>
                  </a:cubicBezTo>
                  <a:cubicBezTo>
                    <a:pt x="5104" y="34"/>
                    <a:pt x="5004" y="1"/>
                    <a:pt x="49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5395563" y="-2248575"/>
              <a:ext cx="88425" cy="12850"/>
            </a:xfrm>
            <a:custGeom>
              <a:avLst/>
              <a:gdLst/>
              <a:ahLst/>
              <a:cxnLst/>
              <a:rect l="l" t="t" r="r" b="b"/>
              <a:pathLst>
                <a:path w="3537" h="514" extrusionOk="0">
                  <a:moveTo>
                    <a:pt x="3356" y="0"/>
                  </a:moveTo>
                  <a:cubicBezTo>
                    <a:pt x="3339" y="0"/>
                    <a:pt x="3321" y="5"/>
                    <a:pt x="3303" y="14"/>
                  </a:cubicBezTo>
                  <a:lnTo>
                    <a:pt x="268" y="14"/>
                  </a:lnTo>
                  <a:cubicBezTo>
                    <a:pt x="201" y="14"/>
                    <a:pt x="101" y="14"/>
                    <a:pt x="68" y="80"/>
                  </a:cubicBezTo>
                  <a:cubicBezTo>
                    <a:pt x="34" y="114"/>
                    <a:pt x="1" y="180"/>
                    <a:pt x="1" y="247"/>
                  </a:cubicBezTo>
                  <a:cubicBezTo>
                    <a:pt x="1" y="314"/>
                    <a:pt x="34" y="380"/>
                    <a:pt x="68" y="447"/>
                  </a:cubicBezTo>
                  <a:cubicBezTo>
                    <a:pt x="101" y="481"/>
                    <a:pt x="201" y="514"/>
                    <a:pt x="268" y="514"/>
                  </a:cubicBezTo>
                  <a:lnTo>
                    <a:pt x="3303" y="514"/>
                  </a:lnTo>
                  <a:cubicBezTo>
                    <a:pt x="3370" y="514"/>
                    <a:pt x="3437" y="481"/>
                    <a:pt x="3470" y="447"/>
                  </a:cubicBezTo>
                  <a:cubicBezTo>
                    <a:pt x="3537" y="380"/>
                    <a:pt x="3537" y="314"/>
                    <a:pt x="3537" y="247"/>
                  </a:cubicBezTo>
                  <a:cubicBezTo>
                    <a:pt x="3537" y="180"/>
                    <a:pt x="3537" y="114"/>
                    <a:pt x="3470" y="80"/>
                  </a:cubicBezTo>
                  <a:cubicBezTo>
                    <a:pt x="3446" y="31"/>
                    <a:pt x="3403" y="0"/>
                    <a:pt x="3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5345538" y="-2384525"/>
              <a:ext cx="101775" cy="170825"/>
            </a:xfrm>
            <a:custGeom>
              <a:avLst/>
              <a:gdLst/>
              <a:ahLst/>
              <a:cxnLst/>
              <a:rect l="l" t="t" r="r" b="b"/>
              <a:pathLst>
                <a:path w="4071" h="6833" extrusionOk="0">
                  <a:moveTo>
                    <a:pt x="3938" y="0"/>
                  </a:moveTo>
                  <a:cubicBezTo>
                    <a:pt x="3881" y="0"/>
                    <a:pt x="3817" y="24"/>
                    <a:pt x="3770" y="48"/>
                  </a:cubicBezTo>
                  <a:cubicBezTo>
                    <a:pt x="3636" y="148"/>
                    <a:pt x="3570" y="248"/>
                    <a:pt x="3503" y="381"/>
                  </a:cubicBezTo>
                  <a:lnTo>
                    <a:pt x="167" y="6185"/>
                  </a:lnTo>
                  <a:cubicBezTo>
                    <a:pt x="67" y="6319"/>
                    <a:pt x="34" y="6452"/>
                    <a:pt x="1" y="6586"/>
                  </a:cubicBezTo>
                  <a:cubicBezTo>
                    <a:pt x="1" y="6719"/>
                    <a:pt x="34" y="6786"/>
                    <a:pt x="101" y="6819"/>
                  </a:cubicBezTo>
                  <a:cubicBezTo>
                    <a:pt x="120" y="6829"/>
                    <a:pt x="143" y="6833"/>
                    <a:pt x="166" y="6833"/>
                  </a:cubicBezTo>
                  <a:cubicBezTo>
                    <a:pt x="223" y="6833"/>
                    <a:pt x="287" y="6809"/>
                    <a:pt x="334" y="6786"/>
                  </a:cubicBezTo>
                  <a:cubicBezTo>
                    <a:pt x="434" y="6686"/>
                    <a:pt x="534" y="6586"/>
                    <a:pt x="601" y="6452"/>
                  </a:cubicBezTo>
                  <a:lnTo>
                    <a:pt x="3937" y="648"/>
                  </a:lnTo>
                  <a:cubicBezTo>
                    <a:pt x="4003" y="515"/>
                    <a:pt x="4070" y="381"/>
                    <a:pt x="4070" y="248"/>
                  </a:cubicBezTo>
                  <a:cubicBezTo>
                    <a:pt x="4070" y="114"/>
                    <a:pt x="4070" y="48"/>
                    <a:pt x="4003" y="14"/>
                  </a:cubicBezTo>
                  <a:cubicBezTo>
                    <a:pt x="3984" y="5"/>
                    <a:pt x="3961" y="0"/>
                    <a:pt x="3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6819088" y="-2966275"/>
              <a:ext cx="132625" cy="12550"/>
            </a:xfrm>
            <a:custGeom>
              <a:avLst/>
              <a:gdLst/>
              <a:ahLst/>
              <a:cxnLst/>
              <a:rect l="l" t="t" r="r" b="b"/>
              <a:pathLst>
                <a:path w="5305" h="502" extrusionOk="0">
                  <a:moveTo>
                    <a:pt x="434" y="1"/>
                  </a:moveTo>
                  <a:cubicBezTo>
                    <a:pt x="334" y="1"/>
                    <a:pt x="234" y="34"/>
                    <a:pt x="134" y="68"/>
                  </a:cubicBezTo>
                  <a:cubicBezTo>
                    <a:pt x="1" y="168"/>
                    <a:pt x="1" y="368"/>
                    <a:pt x="134" y="435"/>
                  </a:cubicBezTo>
                  <a:cubicBezTo>
                    <a:pt x="234" y="501"/>
                    <a:pt x="334" y="501"/>
                    <a:pt x="434" y="501"/>
                  </a:cubicBezTo>
                  <a:lnTo>
                    <a:pt x="4904" y="501"/>
                  </a:lnTo>
                  <a:cubicBezTo>
                    <a:pt x="5004" y="501"/>
                    <a:pt x="5104" y="501"/>
                    <a:pt x="5204" y="435"/>
                  </a:cubicBezTo>
                  <a:cubicBezTo>
                    <a:pt x="5271" y="401"/>
                    <a:pt x="5304" y="335"/>
                    <a:pt x="5304" y="268"/>
                  </a:cubicBezTo>
                  <a:cubicBezTo>
                    <a:pt x="5304" y="201"/>
                    <a:pt x="5271" y="134"/>
                    <a:pt x="5204" y="68"/>
                  </a:cubicBezTo>
                  <a:cubicBezTo>
                    <a:pt x="5104" y="34"/>
                    <a:pt x="5004" y="1"/>
                    <a:pt x="49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5637413" y="-3007875"/>
              <a:ext cx="125950" cy="114200"/>
            </a:xfrm>
            <a:custGeom>
              <a:avLst/>
              <a:gdLst/>
              <a:ahLst/>
              <a:cxnLst/>
              <a:rect l="l" t="t" r="r" b="b"/>
              <a:pathLst>
                <a:path w="5038" h="4568" extrusionOk="0">
                  <a:moveTo>
                    <a:pt x="491" y="1"/>
                  </a:moveTo>
                  <a:cubicBezTo>
                    <a:pt x="371" y="1"/>
                    <a:pt x="255" y="42"/>
                    <a:pt x="167" y="131"/>
                  </a:cubicBezTo>
                  <a:cubicBezTo>
                    <a:pt x="67" y="197"/>
                    <a:pt x="1" y="297"/>
                    <a:pt x="1" y="431"/>
                  </a:cubicBezTo>
                  <a:lnTo>
                    <a:pt x="1" y="4334"/>
                  </a:lnTo>
                  <a:cubicBezTo>
                    <a:pt x="1" y="4400"/>
                    <a:pt x="34" y="4467"/>
                    <a:pt x="101" y="4500"/>
                  </a:cubicBezTo>
                  <a:cubicBezTo>
                    <a:pt x="167" y="4534"/>
                    <a:pt x="234" y="4567"/>
                    <a:pt x="301" y="4567"/>
                  </a:cubicBezTo>
                  <a:cubicBezTo>
                    <a:pt x="367" y="4567"/>
                    <a:pt x="468" y="4534"/>
                    <a:pt x="534" y="4500"/>
                  </a:cubicBezTo>
                  <a:cubicBezTo>
                    <a:pt x="568" y="4467"/>
                    <a:pt x="601" y="4400"/>
                    <a:pt x="601" y="4334"/>
                  </a:cubicBezTo>
                  <a:lnTo>
                    <a:pt x="601" y="764"/>
                  </a:lnTo>
                  <a:lnTo>
                    <a:pt x="2135" y="4167"/>
                  </a:lnTo>
                  <a:cubicBezTo>
                    <a:pt x="2169" y="4267"/>
                    <a:pt x="2235" y="4334"/>
                    <a:pt x="2302" y="4400"/>
                  </a:cubicBezTo>
                  <a:cubicBezTo>
                    <a:pt x="2369" y="4434"/>
                    <a:pt x="2436" y="4467"/>
                    <a:pt x="2536" y="4467"/>
                  </a:cubicBezTo>
                  <a:cubicBezTo>
                    <a:pt x="2602" y="4467"/>
                    <a:pt x="2702" y="4434"/>
                    <a:pt x="2769" y="4400"/>
                  </a:cubicBezTo>
                  <a:cubicBezTo>
                    <a:pt x="2836" y="4334"/>
                    <a:pt x="2869" y="4267"/>
                    <a:pt x="2936" y="4200"/>
                  </a:cubicBezTo>
                  <a:lnTo>
                    <a:pt x="4437" y="764"/>
                  </a:lnTo>
                  <a:lnTo>
                    <a:pt x="4437" y="4334"/>
                  </a:lnTo>
                  <a:cubicBezTo>
                    <a:pt x="4437" y="4400"/>
                    <a:pt x="4470" y="4467"/>
                    <a:pt x="4537" y="4500"/>
                  </a:cubicBezTo>
                  <a:cubicBezTo>
                    <a:pt x="4570" y="4534"/>
                    <a:pt x="4671" y="4567"/>
                    <a:pt x="4737" y="4567"/>
                  </a:cubicBezTo>
                  <a:cubicBezTo>
                    <a:pt x="4804" y="4567"/>
                    <a:pt x="4871" y="4534"/>
                    <a:pt x="4937" y="4500"/>
                  </a:cubicBezTo>
                  <a:cubicBezTo>
                    <a:pt x="5004" y="4467"/>
                    <a:pt x="5037" y="4400"/>
                    <a:pt x="5037" y="4334"/>
                  </a:cubicBezTo>
                  <a:lnTo>
                    <a:pt x="5037" y="431"/>
                  </a:lnTo>
                  <a:cubicBezTo>
                    <a:pt x="5037" y="331"/>
                    <a:pt x="4971" y="197"/>
                    <a:pt x="4904" y="131"/>
                  </a:cubicBezTo>
                  <a:cubicBezTo>
                    <a:pt x="4798" y="42"/>
                    <a:pt x="4674" y="1"/>
                    <a:pt x="4551" y="1"/>
                  </a:cubicBezTo>
                  <a:cubicBezTo>
                    <a:pt x="4441" y="1"/>
                    <a:pt x="4331" y="34"/>
                    <a:pt x="4237" y="97"/>
                  </a:cubicBezTo>
                  <a:cubicBezTo>
                    <a:pt x="4137" y="164"/>
                    <a:pt x="4037" y="264"/>
                    <a:pt x="4003" y="397"/>
                  </a:cubicBezTo>
                  <a:lnTo>
                    <a:pt x="2536" y="3666"/>
                  </a:lnTo>
                  <a:lnTo>
                    <a:pt x="1035" y="364"/>
                  </a:lnTo>
                  <a:cubicBezTo>
                    <a:pt x="1001" y="264"/>
                    <a:pt x="901" y="164"/>
                    <a:pt x="801" y="97"/>
                  </a:cubicBezTo>
                  <a:cubicBezTo>
                    <a:pt x="707" y="34"/>
                    <a:pt x="597" y="1"/>
                    <a:pt x="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5793363" y="-3010450"/>
              <a:ext cx="85075" cy="116775"/>
            </a:xfrm>
            <a:custGeom>
              <a:avLst/>
              <a:gdLst/>
              <a:ahLst/>
              <a:cxnLst/>
              <a:rect l="l" t="t" r="r" b="b"/>
              <a:pathLst>
                <a:path w="3403" h="4671" extrusionOk="0">
                  <a:moveTo>
                    <a:pt x="1935" y="534"/>
                  </a:moveTo>
                  <a:lnTo>
                    <a:pt x="2169" y="600"/>
                  </a:lnTo>
                  <a:cubicBezTo>
                    <a:pt x="2269" y="600"/>
                    <a:pt x="2335" y="634"/>
                    <a:pt x="2402" y="667"/>
                  </a:cubicBezTo>
                  <a:cubicBezTo>
                    <a:pt x="2469" y="701"/>
                    <a:pt x="2535" y="734"/>
                    <a:pt x="2569" y="767"/>
                  </a:cubicBezTo>
                  <a:cubicBezTo>
                    <a:pt x="2636" y="834"/>
                    <a:pt x="2669" y="901"/>
                    <a:pt x="2702" y="1001"/>
                  </a:cubicBezTo>
                  <a:cubicBezTo>
                    <a:pt x="2736" y="1067"/>
                    <a:pt x="2769" y="1168"/>
                    <a:pt x="2769" y="1268"/>
                  </a:cubicBezTo>
                  <a:cubicBezTo>
                    <a:pt x="2769" y="1401"/>
                    <a:pt x="2736" y="1501"/>
                    <a:pt x="2702" y="1601"/>
                  </a:cubicBezTo>
                  <a:cubicBezTo>
                    <a:pt x="2636" y="1701"/>
                    <a:pt x="2602" y="1768"/>
                    <a:pt x="2535" y="1835"/>
                  </a:cubicBezTo>
                  <a:cubicBezTo>
                    <a:pt x="2435" y="1901"/>
                    <a:pt x="2369" y="1968"/>
                    <a:pt x="2269" y="1968"/>
                  </a:cubicBezTo>
                  <a:cubicBezTo>
                    <a:pt x="2169" y="2001"/>
                    <a:pt x="2068" y="2035"/>
                    <a:pt x="1968" y="2035"/>
                  </a:cubicBezTo>
                  <a:lnTo>
                    <a:pt x="667" y="2035"/>
                  </a:lnTo>
                  <a:lnTo>
                    <a:pt x="667" y="534"/>
                  </a:lnTo>
                  <a:close/>
                  <a:moveTo>
                    <a:pt x="334" y="0"/>
                  </a:moveTo>
                  <a:cubicBezTo>
                    <a:pt x="234" y="0"/>
                    <a:pt x="167" y="67"/>
                    <a:pt x="100" y="100"/>
                  </a:cubicBezTo>
                  <a:cubicBezTo>
                    <a:pt x="34" y="167"/>
                    <a:pt x="0" y="267"/>
                    <a:pt x="0" y="334"/>
                  </a:cubicBezTo>
                  <a:lnTo>
                    <a:pt x="0" y="4370"/>
                  </a:lnTo>
                  <a:cubicBezTo>
                    <a:pt x="0" y="4470"/>
                    <a:pt x="34" y="4537"/>
                    <a:pt x="100" y="4603"/>
                  </a:cubicBezTo>
                  <a:cubicBezTo>
                    <a:pt x="167" y="4670"/>
                    <a:pt x="234" y="4670"/>
                    <a:pt x="301" y="4670"/>
                  </a:cubicBezTo>
                  <a:cubicBezTo>
                    <a:pt x="401" y="4670"/>
                    <a:pt x="501" y="4637"/>
                    <a:pt x="534" y="4603"/>
                  </a:cubicBezTo>
                  <a:cubicBezTo>
                    <a:pt x="634" y="4537"/>
                    <a:pt x="667" y="4437"/>
                    <a:pt x="667" y="4370"/>
                  </a:cubicBezTo>
                  <a:lnTo>
                    <a:pt x="667" y="2535"/>
                  </a:lnTo>
                  <a:lnTo>
                    <a:pt x="1735" y="2535"/>
                  </a:lnTo>
                  <a:cubicBezTo>
                    <a:pt x="1868" y="2535"/>
                    <a:pt x="2035" y="2535"/>
                    <a:pt x="2169" y="2569"/>
                  </a:cubicBezTo>
                  <a:cubicBezTo>
                    <a:pt x="2269" y="2602"/>
                    <a:pt x="2335" y="2669"/>
                    <a:pt x="2402" y="2735"/>
                  </a:cubicBezTo>
                  <a:cubicBezTo>
                    <a:pt x="2502" y="2802"/>
                    <a:pt x="2535" y="2902"/>
                    <a:pt x="2569" y="3002"/>
                  </a:cubicBezTo>
                  <a:cubicBezTo>
                    <a:pt x="2602" y="3169"/>
                    <a:pt x="2636" y="3302"/>
                    <a:pt x="2636" y="3469"/>
                  </a:cubicBezTo>
                  <a:lnTo>
                    <a:pt x="2736" y="4370"/>
                  </a:lnTo>
                  <a:cubicBezTo>
                    <a:pt x="2736" y="4470"/>
                    <a:pt x="2802" y="4537"/>
                    <a:pt x="2869" y="4603"/>
                  </a:cubicBezTo>
                  <a:cubicBezTo>
                    <a:pt x="2936" y="4637"/>
                    <a:pt x="3002" y="4670"/>
                    <a:pt x="3103" y="4670"/>
                  </a:cubicBezTo>
                  <a:cubicBezTo>
                    <a:pt x="3169" y="4670"/>
                    <a:pt x="3269" y="4637"/>
                    <a:pt x="3336" y="4603"/>
                  </a:cubicBezTo>
                  <a:cubicBezTo>
                    <a:pt x="3369" y="4537"/>
                    <a:pt x="3403" y="4470"/>
                    <a:pt x="3403" y="4370"/>
                  </a:cubicBezTo>
                  <a:cubicBezTo>
                    <a:pt x="3403" y="4370"/>
                    <a:pt x="3403" y="4336"/>
                    <a:pt x="3403" y="4336"/>
                  </a:cubicBezTo>
                  <a:lnTo>
                    <a:pt x="3303" y="3302"/>
                  </a:lnTo>
                  <a:cubicBezTo>
                    <a:pt x="3303" y="2802"/>
                    <a:pt x="2936" y="2368"/>
                    <a:pt x="2435" y="2268"/>
                  </a:cubicBezTo>
                  <a:cubicBezTo>
                    <a:pt x="2702" y="2235"/>
                    <a:pt x="2969" y="2102"/>
                    <a:pt x="3169" y="1868"/>
                  </a:cubicBezTo>
                  <a:cubicBezTo>
                    <a:pt x="3336" y="1701"/>
                    <a:pt x="3403" y="1434"/>
                    <a:pt x="3403" y="1201"/>
                  </a:cubicBezTo>
                  <a:cubicBezTo>
                    <a:pt x="3403" y="1034"/>
                    <a:pt x="3369" y="867"/>
                    <a:pt x="3303" y="701"/>
                  </a:cubicBezTo>
                  <a:cubicBezTo>
                    <a:pt x="3269" y="567"/>
                    <a:pt x="3169" y="434"/>
                    <a:pt x="3069" y="367"/>
                  </a:cubicBezTo>
                  <a:cubicBezTo>
                    <a:pt x="2936" y="267"/>
                    <a:pt x="2836" y="200"/>
                    <a:pt x="2702" y="133"/>
                  </a:cubicBezTo>
                  <a:cubicBezTo>
                    <a:pt x="2535" y="100"/>
                    <a:pt x="2402" y="67"/>
                    <a:pt x="2235" y="33"/>
                  </a:cubicBezTo>
                  <a:cubicBezTo>
                    <a:pt x="2068" y="33"/>
                    <a:pt x="1902" y="0"/>
                    <a:pt x="1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6019363" y="-3007950"/>
              <a:ext cx="126775" cy="114275"/>
            </a:xfrm>
            <a:custGeom>
              <a:avLst/>
              <a:gdLst/>
              <a:ahLst/>
              <a:cxnLst/>
              <a:rect l="l" t="t" r="r" b="b"/>
              <a:pathLst>
                <a:path w="5071" h="4571" extrusionOk="0">
                  <a:moveTo>
                    <a:pt x="500" y="0"/>
                  </a:moveTo>
                  <a:cubicBezTo>
                    <a:pt x="367" y="0"/>
                    <a:pt x="267" y="33"/>
                    <a:pt x="167" y="134"/>
                  </a:cubicBezTo>
                  <a:cubicBezTo>
                    <a:pt x="67" y="200"/>
                    <a:pt x="0" y="300"/>
                    <a:pt x="0" y="434"/>
                  </a:cubicBezTo>
                  <a:lnTo>
                    <a:pt x="0" y="4337"/>
                  </a:lnTo>
                  <a:cubicBezTo>
                    <a:pt x="0" y="4403"/>
                    <a:pt x="33" y="4470"/>
                    <a:pt x="100" y="4503"/>
                  </a:cubicBezTo>
                  <a:cubicBezTo>
                    <a:pt x="167" y="4537"/>
                    <a:pt x="234" y="4570"/>
                    <a:pt x="334" y="4570"/>
                  </a:cubicBezTo>
                  <a:cubicBezTo>
                    <a:pt x="400" y="4570"/>
                    <a:pt x="467" y="4537"/>
                    <a:pt x="534" y="4503"/>
                  </a:cubicBezTo>
                  <a:cubicBezTo>
                    <a:pt x="601" y="4470"/>
                    <a:pt x="634" y="4403"/>
                    <a:pt x="634" y="4337"/>
                  </a:cubicBezTo>
                  <a:lnTo>
                    <a:pt x="634" y="767"/>
                  </a:lnTo>
                  <a:lnTo>
                    <a:pt x="2135" y="4170"/>
                  </a:lnTo>
                  <a:cubicBezTo>
                    <a:pt x="2168" y="4270"/>
                    <a:pt x="2235" y="4337"/>
                    <a:pt x="2335" y="4403"/>
                  </a:cubicBezTo>
                  <a:cubicBezTo>
                    <a:pt x="2385" y="4453"/>
                    <a:pt x="2460" y="4478"/>
                    <a:pt x="2539" y="4478"/>
                  </a:cubicBezTo>
                  <a:cubicBezTo>
                    <a:pt x="2619" y="4478"/>
                    <a:pt x="2702" y="4453"/>
                    <a:pt x="2769" y="4403"/>
                  </a:cubicBezTo>
                  <a:cubicBezTo>
                    <a:pt x="2835" y="4337"/>
                    <a:pt x="2902" y="4270"/>
                    <a:pt x="2936" y="4203"/>
                  </a:cubicBezTo>
                  <a:lnTo>
                    <a:pt x="4470" y="767"/>
                  </a:lnTo>
                  <a:lnTo>
                    <a:pt x="4470" y="4337"/>
                  </a:lnTo>
                  <a:cubicBezTo>
                    <a:pt x="4470" y="4403"/>
                    <a:pt x="4503" y="4470"/>
                    <a:pt x="4537" y="4503"/>
                  </a:cubicBezTo>
                  <a:cubicBezTo>
                    <a:pt x="4603" y="4537"/>
                    <a:pt x="4703" y="4570"/>
                    <a:pt x="4770" y="4570"/>
                  </a:cubicBezTo>
                  <a:cubicBezTo>
                    <a:pt x="4837" y="4570"/>
                    <a:pt x="4904" y="4537"/>
                    <a:pt x="4970" y="4503"/>
                  </a:cubicBezTo>
                  <a:cubicBezTo>
                    <a:pt x="5037" y="4470"/>
                    <a:pt x="5070" y="4403"/>
                    <a:pt x="5070" y="4337"/>
                  </a:cubicBezTo>
                  <a:lnTo>
                    <a:pt x="5070" y="467"/>
                  </a:lnTo>
                  <a:cubicBezTo>
                    <a:pt x="5070" y="334"/>
                    <a:pt x="5004" y="234"/>
                    <a:pt x="4937" y="134"/>
                  </a:cubicBezTo>
                  <a:cubicBezTo>
                    <a:pt x="4855" y="79"/>
                    <a:pt x="4751" y="25"/>
                    <a:pt x="4643" y="25"/>
                  </a:cubicBezTo>
                  <a:cubicBezTo>
                    <a:pt x="4619" y="25"/>
                    <a:pt x="4595" y="27"/>
                    <a:pt x="4570" y="33"/>
                  </a:cubicBezTo>
                  <a:cubicBezTo>
                    <a:pt x="4543" y="25"/>
                    <a:pt x="4514" y="20"/>
                    <a:pt x="4484" y="20"/>
                  </a:cubicBezTo>
                  <a:cubicBezTo>
                    <a:pt x="4403" y="20"/>
                    <a:pt x="4319" y="51"/>
                    <a:pt x="4270" y="100"/>
                  </a:cubicBezTo>
                  <a:cubicBezTo>
                    <a:pt x="4136" y="167"/>
                    <a:pt x="4070" y="267"/>
                    <a:pt x="4036" y="367"/>
                  </a:cubicBezTo>
                  <a:lnTo>
                    <a:pt x="2535" y="3669"/>
                  </a:lnTo>
                  <a:lnTo>
                    <a:pt x="1068" y="367"/>
                  </a:lnTo>
                  <a:cubicBezTo>
                    <a:pt x="1001" y="267"/>
                    <a:pt x="934" y="167"/>
                    <a:pt x="834" y="100"/>
                  </a:cubicBezTo>
                  <a:cubicBezTo>
                    <a:pt x="734" y="33"/>
                    <a:pt x="634" y="0"/>
                    <a:pt x="5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6164463" y="-2942075"/>
              <a:ext cx="49225" cy="11700"/>
            </a:xfrm>
            <a:custGeom>
              <a:avLst/>
              <a:gdLst/>
              <a:ahLst/>
              <a:cxnLst/>
              <a:rect l="l" t="t" r="r" b="b"/>
              <a:pathLst>
                <a:path w="1969" h="468" extrusionOk="0">
                  <a:moveTo>
                    <a:pt x="267" y="0"/>
                  </a:moveTo>
                  <a:cubicBezTo>
                    <a:pt x="167" y="0"/>
                    <a:pt x="100" y="34"/>
                    <a:pt x="67" y="67"/>
                  </a:cubicBezTo>
                  <a:cubicBezTo>
                    <a:pt x="0" y="100"/>
                    <a:pt x="0" y="167"/>
                    <a:pt x="0" y="234"/>
                  </a:cubicBezTo>
                  <a:cubicBezTo>
                    <a:pt x="0" y="301"/>
                    <a:pt x="0" y="367"/>
                    <a:pt x="67" y="401"/>
                  </a:cubicBezTo>
                  <a:cubicBezTo>
                    <a:pt x="100" y="434"/>
                    <a:pt x="167" y="467"/>
                    <a:pt x="267" y="467"/>
                  </a:cubicBezTo>
                  <a:lnTo>
                    <a:pt x="1701" y="467"/>
                  </a:lnTo>
                  <a:cubicBezTo>
                    <a:pt x="1768" y="467"/>
                    <a:pt x="1835" y="434"/>
                    <a:pt x="1902" y="401"/>
                  </a:cubicBezTo>
                  <a:cubicBezTo>
                    <a:pt x="1935" y="367"/>
                    <a:pt x="1968" y="301"/>
                    <a:pt x="1968" y="234"/>
                  </a:cubicBezTo>
                  <a:cubicBezTo>
                    <a:pt x="1968" y="167"/>
                    <a:pt x="1935" y="100"/>
                    <a:pt x="1902" y="67"/>
                  </a:cubicBezTo>
                  <a:cubicBezTo>
                    <a:pt x="1835" y="34"/>
                    <a:pt x="1768" y="0"/>
                    <a:pt x="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6402138" y="-3007950"/>
              <a:ext cx="125925" cy="113850"/>
            </a:xfrm>
            <a:custGeom>
              <a:avLst/>
              <a:gdLst/>
              <a:ahLst/>
              <a:cxnLst/>
              <a:rect l="l" t="t" r="r" b="b"/>
              <a:pathLst>
                <a:path w="5037" h="4554" extrusionOk="0">
                  <a:moveTo>
                    <a:pt x="500" y="0"/>
                  </a:moveTo>
                  <a:cubicBezTo>
                    <a:pt x="367" y="0"/>
                    <a:pt x="234" y="33"/>
                    <a:pt x="167" y="134"/>
                  </a:cubicBezTo>
                  <a:cubicBezTo>
                    <a:pt x="67" y="200"/>
                    <a:pt x="0" y="300"/>
                    <a:pt x="0" y="434"/>
                  </a:cubicBezTo>
                  <a:lnTo>
                    <a:pt x="0" y="4337"/>
                  </a:lnTo>
                  <a:cubicBezTo>
                    <a:pt x="0" y="4403"/>
                    <a:pt x="33" y="4470"/>
                    <a:pt x="100" y="4503"/>
                  </a:cubicBezTo>
                  <a:cubicBezTo>
                    <a:pt x="167" y="4537"/>
                    <a:pt x="234" y="4553"/>
                    <a:pt x="300" y="4553"/>
                  </a:cubicBezTo>
                  <a:cubicBezTo>
                    <a:pt x="367" y="4553"/>
                    <a:pt x="434" y="4537"/>
                    <a:pt x="500" y="4503"/>
                  </a:cubicBezTo>
                  <a:cubicBezTo>
                    <a:pt x="567" y="4470"/>
                    <a:pt x="600" y="4403"/>
                    <a:pt x="600" y="4337"/>
                  </a:cubicBezTo>
                  <a:lnTo>
                    <a:pt x="600" y="767"/>
                  </a:lnTo>
                  <a:lnTo>
                    <a:pt x="2135" y="4170"/>
                  </a:lnTo>
                  <a:cubicBezTo>
                    <a:pt x="2168" y="4270"/>
                    <a:pt x="2235" y="4337"/>
                    <a:pt x="2302" y="4403"/>
                  </a:cubicBezTo>
                  <a:cubicBezTo>
                    <a:pt x="2368" y="4437"/>
                    <a:pt x="2435" y="4470"/>
                    <a:pt x="2535" y="4470"/>
                  </a:cubicBezTo>
                  <a:cubicBezTo>
                    <a:pt x="2602" y="4470"/>
                    <a:pt x="2669" y="4437"/>
                    <a:pt x="2735" y="4403"/>
                  </a:cubicBezTo>
                  <a:cubicBezTo>
                    <a:pt x="2802" y="4337"/>
                    <a:pt x="2869" y="4270"/>
                    <a:pt x="2902" y="4203"/>
                  </a:cubicBezTo>
                  <a:lnTo>
                    <a:pt x="4437" y="734"/>
                  </a:lnTo>
                  <a:lnTo>
                    <a:pt x="4437" y="4303"/>
                  </a:lnTo>
                  <a:cubicBezTo>
                    <a:pt x="4437" y="4370"/>
                    <a:pt x="4470" y="4437"/>
                    <a:pt x="4537" y="4470"/>
                  </a:cubicBezTo>
                  <a:cubicBezTo>
                    <a:pt x="4603" y="4537"/>
                    <a:pt x="4670" y="4537"/>
                    <a:pt x="4737" y="4537"/>
                  </a:cubicBezTo>
                  <a:cubicBezTo>
                    <a:pt x="4837" y="4537"/>
                    <a:pt x="4904" y="4537"/>
                    <a:pt x="4970" y="4470"/>
                  </a:cubicBezTo>
                  <a:cubicBezTo>
                    <a:pt x="5004" y="4437"/>
                    <a:pt x="5037" y="4370"/>
                    <a:pt x="5037" y="4303"/>
                  </a:cubicBezTo>
                  <a:lnTo>
                    <a:pt x="5037" y="434"/>
                  </a:lnTo>
                  <a:cubicBezTo>
                    <a:pt x="5037" y="300"/>
                    <a:pt x="5004" y="200"/>
                    <a:pt x="4904" y="134"/>
                  </a:cubicBezTo>
                  <a:cubicBezTo>
                    <a:pt x="4798" y="45"/>
                    <a:pt x="4674" y="4"/>
                    <a:pt x="4550" y="4"/>
                  </a:cubicBezTo>
                  <a:cubicBezTo>
                    <a:pt x="4440" y="4"/>
                    <a:pt x="4331" y="37"/>
                    <a:pt x="4236" y="100"/>
                  </a:cubicBezTo>
                  <a:cubicBezTo>
                    <a:pt x="4136" y="167"/>
                    <a:pt x="4070" y="267"/>
                    <a:pt x="4003" y="367"/>
                  </a:cubicBezTo>
                  <a:lnTo>
                    <a:pt x="2535" y="3669"/>
                  </a:lnTo>
                  <a:lnTo>
                    <a:pt x="1034" y="367"/>
                  </a:lnTo>
                  <a:cubicBezTo>
                    <a:pt x="1001" y="267"/>
                    <a:pt x="901" y="167"/>
                    <a:pt x="801" y="100"/>
                  </a:cubicBezTo>
                  <a:cubicBezTo>
                    <a:pt x="701" y="33"/>
                    <a:pt x="600" y="0"/>
                    <a:pt x="5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6555563" y="-2974600"/>
              <a:ext cx="84250" cy="80925"/>
            </a:xfrm>
            <a:custGeom>
              <a:avLst/>
              <a:gdLst/>
              <a:ahLst/>
              <a:cxnLst/>
              <a:rect l="l" t="t" r="r" b="b"/>
              <a:pathLst>
                <a:path w="3370" h="3237" extrusionOk="0">
                  <a:moveTo>
                    <a:pt x="1702" y="0"/>
                  </a:moveTo>
                  <a:cubicBezTo>
                    <a:pt x="1635" y="0"/>
                    <a:pt x="1569" y="34"/>
                    <a:pt x="1502" y="67"/>
                  </a:cubicBezTo>
                  <a:cubicBezTo>
                    <a:pt x="1468" y="134"/>
                    <a:pt x="1435" y="201"/>
                    <a:pt x="1435" y="267"/>
                  </a:cubicBezTo>
                  <a:lnTo>
                    <a:pt x="1435" y="1401"/>
                  </a:lnTo>
                  <a:lnTo>
                    <a:pt x="268" y="1401"/>
                  </a:lnTo>
                  <a:cubicBezTo>
                    <a:pt x="201" y="1401"/>
                    <a:pt x="134" y="1401"/>
                    <a:pt x="67" y="1468"/>
                  </a:cubicBezTo>
                  <a:cubicBezTo>
                    <a:pt x="34" y="1501"/>
                    <a:pt x="1" y="1568"/>
                    <a:pt x="1" y="1635"/>
                  </a:cubicBezTo>
                  <a:cubicBezTo>
                    <a:pt x="1" y="1702"/>
                    <a:pt x="34" y="1768"/>
                    <a:pt x="67" y="1802"/>
                  </a:cubicBezTo>
                  <a:cubicBezTo>
                    <a:pt x="134" y="1835"/>
                    <a:pt x="201" y="1868"/>
                    <a:pt x="268" y="1868"/>
                  </a:cubicBezTo>
                  <a:lnTo>
                    <a:pt x="1435" y="1868"/>
                  </a:lnTo>
                  <a:lnTo>
                    <a:pt x="1435" y="3003"/>
                  </a:lnTo>
                  <a:cubicBezTo>
                    <a:pt x="1435" y="3069"/>
                    <a:pt x="1468" y="3136"/>
                    <a:pt x="1502" y="3169"/>
                  </a:cubicBezTo>
                  <a:cubicBezTo>
                    <a:pt x="1569" y="3236"/>
                    <a:pt x="1635" y="3236"/>
                    <a:pt x="1702" y="3236"/>
                  </a:cubicBezTo>
                  <a:cubicBezTo>
                    <a:pt x="1735" y="3236"/>
                    <a:pt x="1802" y="3203"/>
                    <a:pt x="1869" y="3169"/>
                  </a:cubicBezTo>
                  <a:cubicBezTo>
                    <a:pt x="1902" y="3136"/>
                    <a:pt x="1935" y="3069"/>
                    <a:pt x="1935" y="3003"/>
                  </a:cubicBezTo>
                  <a:lnTo>
                    <a:pt x="1935" y="1868"/>
                  </a:lnTo>
                  <a:lnTo>
                    <a:pt x="3103" y="1868"/>
                  </a:lnTo>
                  <a:cubicBezTo>
                    <a:pt x="3170" y="1868"/>
                    <a:pt x="3236" y="1835"/>
                    <a:pt x="3303" y="1802"/>
                  </a:cubicBezTo>
                  <a:cubicBezTo>
                    <a:pt x="3336" y="1768"/>
                    <a:pt x="3370" y="1702"/>
                    <a:pt x="3370" y="1635"/>
                  </a:cubicBezTo>
                  <a:cubicBezTo>
                    <a:pt x="3370" y="1568"/>
                    <a:pt x="3336" y="1501"/>
                    <a:pt x="3303" y="1468"/>
                  </a:cubicBezTo>
                  <a:cubicBezTo>
                    <a:pt x="3236" y="1435"/>
                    <a:pt x="3170" y="1401"/>
                    <a:pt x="3103" y="1401"/>
                  </a:cubicBezTo>
                  <a:lnTo>
                    <a:pt x="1935" y="1401"/>
                  </a:lnTo>
                  <a:lnTo>
                    <a:pt x="1935" y="267"/>
                  </a:lnTo>
                  <a:cubicBezTo>
                    <a:pt x="1935" y="201"/>
                    <a:pt x="1902" y="134"/>
                    <a:pt x="1869" y="67"/>
                  </a:cubicBezTo>
                  <a:cubicBezTo>
                    <a:pt x="1802" y="34"/>
                    <a:pt x="1735" y="0"/>
                    <a:pt x="1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6451338" y="-3309850"/>
              <a:ext cx="151800" cy="94275"/>
            </a:xfrm>
            <a:custGeom>
              <a:avLst/>
              <a:gdLst/>
              <a:ahLst/>
              <a:cxnLst/>
              <a:rect l="l" t="t" r="r" b="b"/>
              <a:pathLst>
                <a:path w="6072" h="3771" fill="none" extrusionOk="0">
                  <a:moveTo>
                    <a:pt x="0" y="1268"/>
                  </a:moveTo>
                  <a:lnTo>
                    <a:pt x="1901" y="3770"/>
                  </a:lnTo>
                  <a:lnTo>
                    <a:pt x="3970" y="1"/>
                  </a:lnTo>
                  <a:lnTo>
                    <a:pt x="6071" y="1"/>
                  </a:lnTo>
                </a:path>
              </a:pathLst>
            </a:custGeom>
            <a:noFill/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AutoShape 4" descr="Hochschule Stralsund – Wikipedia">
            <a:extLst>
              <a:ext uri="{FF2B5EF4-FFF2-40B4-BE49-F238E27FC236}">
                <a16:creationId xmlns:a16="http://schemas.microsoft.com/office/drawing/2014/main" id="{B0BF4717-339F-C1F0-766A-7EAE8222AC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F407763-5A7F-85AD-FCCE-9C9B55886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2552" y="533800"/>
            <a:ext cx="662742" cy="598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>
            <a:spLocks noGrp="1"/>
          </p:cNvSpPr>
          <p:nvPr>
            <p:ph type="title"/>
          </p:nvPr>
        </p:nvSpPr>
        <p:spPr>
          <a:xfrm>
            <a:off x="5394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</a:t>
            </a:r>
            <a:endParaRPr dirty="0"/>
          </a:p>
        </p:txBody>
      </p:sp>
      <p:grpSp>
        <p:nvGrpSpPr>
          <p:cNvPr id="366" name="Google Shape;366;p38"/>
          <p:cNvGrpSpPr/>
          <p:nvPr/>
        </p:nvGrpSpPr>
        <p:grpSpPr>
          <a:xfrm rot="1464382" flipH="1">
            <a:off x="8191719" y="4523851"/>
            <a:ext cx="825540" cy="309244"/>
            <a:chOff x="5553275" y="2092625"/>
            <a:chExt cx="387150" cy="145025"/>
          </a:xfrm>
        </p:grpSpPr>
        <p:sp>
          <p:nvSpPr>
            <p:cNvPr id="367" name="Google Shape;367;p38"/>
            <p:cNvSpPr/>
            <p:nvPr/>
          </p:nvSpPr>
          <p:spPr>
            <a:xfrm>
              <a:off x="5556825" y="2122250"/>
              <a:ext cx="312975" cy="75675"/>
            </a:xfrm>
            <a:custGeom>
              <a:avLst/>
              <a:gdLst/>
              <a:ahLst/>
              <a:cxnLst/>
              <a:rect l="l" t="t" r="r" b="b"/>
              <a:pathLst>
                <a:path w="12519" h="3027" extrusionOk="0">
                  <a:moveTo>
                    <a:pt x="11085" y="0"/>
                  </a:moveTo>
                  <a:cubicBezTo>
                    <a:pt x="11027" y="0"/>
                    <a:pt x="10968" y="4"/>
                    <a:pt x="10908" y="10"/>
                  </a:cubicBezTo>
                  <a:lnTo>
                    <a:pt x="1295" y="1194"/>
                  </a:lnTo>
                  <a:cubicBezTo>
                    <a:pt x="553" y="1288"/>
                    <a:pt x="1" y="1873"/>
                    <a:pt x="79" y="2488"/>
                  </a:cubicBezTo>
                  <a:lnTo>
                    <a:pt x="111" y="2757"/>
                  </a:lnTo>
                  <a:cubicBezTo>
                    <a:pt x="127" y="2788"/>
                    <a:pt x="127" y="2804"/>
                    <a:pt x="127" y="2820"/>
                  </a:cubicBezTo>
                  <a:cubicBezTo>
                    <a:pt x="134" y="2817"/>
                    <a:pt x="140" y="2816"/>
                    <a:pt x="146" y="2816"/>
                  </a:cubicBezTo>
                  <a:cubicBezTo>
                    <a:pt x="184" y="2816"/>
                    <a:pt x="215" y="2851"/>
                    <a:pt x="269" y="2851"/>
                  </a:cubicBezTo>
                  <a:lnTo>
                    <a:pt x="269" y="2757"/>
                  </a:lnTo>
                  <a:lnTo>
                    <a:pt x="237" y="2504"/>
                  </a:lnTo>
                  <a:cubicBezTo>
                    <a:pt x="158" y="1936"/>
                    <a:pt x="632" y="1383"/>
                    <a:pt x="1311" y="1304"/>
                  </a:cubicBezTo>
                  <a:lnTo>
                    <a:pt x="10908" y="120"/>
                  </a:lnTo>
                  <a:cubicBezTo>
                    <a:pt x="10968" y="113"/>
                    <a:pt x="11028" y="110"/>
                    <a:pt x="11087" y="110"/>
                  </a:cubicBezTo>
                  <a:cubicBezTo>
                    <a:pt x="11692" y="110"/>
                    <a:pt x="12208" y="471"/>
                    <a:pt x="12266" y="989"/>
                  </a:cubicBezTo>
                  <a:lnTo>
                    <a:pt x="12297" y="1257"/>
                  </a:lnTo>
                  <a:cubicBezTo>
                    <a:pt x="12376" y="1825"/>
                    <a:pt x="11871" y="2346"/>
                    <a:pt x="11192" y="2425"/>
                  </a:cubicBezTo>
                  <a:lnTo>
                    <a:pt x="7183" y="2914"/>
                  </a:lnTo>
                  <a:cubicBezTo>
                    <a:pt x="7094" y="2929"/>
                    <a:pt x="7102" y="3026"/>
                    <a:pt x="7168" y="3026"/>
                  </a:cubicBezTo>
                  <a:cubicBezTo>
                    <a:pt x="7173" y="3026"/>
                    <a:pt x="7178" y="3026"/>
                    <a:pt x="7183" y="3025"/>
                  </a:cubicBezTo>
                  <a:lnTo>
                    <a:pt x="11224" y="2536"/>
                  </a:lnTo>
                  <a:cubicBezTo>
                    <a:pt x="11966" y="2441"/>
                    <a:pt x="12518" y="1857"/>
                    <a:pt x="12439" y="1241"/>
                  </a:cubicBezTo>
                  <a:lnTo>
                    <a:pt x="12408" y="973"/>
                  </a:lnTo>
                  <a:cubicBezTo>
                    <a:pt x="12335" y="406"/>
                    <a:pt x="11755" y="0"/>
                    <a:pt x="110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5554850" y="2120500"/>
              <a:ext cx="316525" cy="79425"/>
            </a:xfrm>
            <a:custGeom>
              <a:avLst/>
              <a:gdLst/>
              <a:ahLst/>
              <a:cxnLst/>
              <a:rect l="l" t="t" r="r" b="b"/>
              <a:pathLst>
                <a:path w="12661" h="3177" extrusionOk="0">
                  <a:moveTo>
                    <a:pt x="11200" y="1"/>
                  </a:moveTo>
                  <a:cubicBezTo>
                    <a:pt x="11125" y="1"/>
                    <a:pt x="11049" y="6"/>
                    <a:pt x="10971" y="17"/>
                  </a:cubicBezTo>
                  <a:lnTo>
                    <a:pt x="1374" y="1201"/>
                  </a:lnTo>
                  <a:cubicBezTo>
                    <a:pt x="569" y="1295"/>
                    <a:pt x="1" y="1911"/>
                    <a:pt x="80" y="2574"/>
                  </a:cubicBezTo>
                  <a:lnTo>
                    <a:pt x="111" y="2842"/>
                  </a:lnTo>
                  <a:cubicBezTo>
                    <a:pt x="111" y="2858"/>
                    <a:pt x="127" y="2890"/>
                    <a:pt x="127" y="2905"/>
                  </a:cubicBezTo>
                  <a:cubicBezTo>
                    <a:pt x="127" y="2921"/>
                    <a:pt x="143" y="2937"/>
                    <a:pt x="158" y="2953"/>
                  </a:cubicBezTo>
                  <a:cubicBezTo>
                    <a:pt x="174" y="2969"/>
                    <a:pt x="206" y="2969"/>
                    <a:pt x="222" y="2969"/>
                  </a:cubicBezTo>
                  <a:lnTo>
                    <a:pt x="253" y="2969"/>
                  </a:lnTo>
                  <a:cubicBezTo>
                    <a:pt x="269" y="2984"/>
                    <a:pt x="285" y="2984"/>
                    <a:pt x="316" y="2984"/>
                  </a:cubicBezTo>
                  <a:cubicBezTo>
                    <a:pt x="316" y="2992"/>
                    <a:pt x="320" y="2996"/>
                    <a:pt x="326" y="2996"/>
                  </a:cubicBezTo>
                  <a:cubicBezTo>
                    <a:pt x="332" y="2996"/>
                    <a:pt x="340" y="2992"/>
                    <a:pt x="348" y="2984"/>
                  </a:cubicBezTo>
                  <a:cubicBezTo>
                    <a:pt x="395" y="2984"/>
                    <a:pt x="427" y="2937"/>
                    <a:pt x="411" y="2905"/>
                  </a:cubicBezTo>
                  <a:lnTo>
                    <a:pt x="411" y="2874"/>
                  </a:lnTo>
                  <a:cubicBezTo>
                    <a:pt x="411" y="2858"/>
                    <a:pt x="411" y="2827"/>
                    <a:pt x="411" y="2811"/>
                  </a:cubicBezTo>
                  <a:lnTo>
                    <a:pt x="379" y="2558"/>
                  </a:lnTo>
                  <a:cubicBezTo>
                    <a:pt x="316" y="2021"/>
                    <a:pt x="774" y="1532"/>
                    <a:pt x="1390" y="1453"/>
                  </a:cubicBezTo>
                  <a:lnTo>
                    <a:pt x="11003" y="269"/>
                  </a:lnTo>
                  <a:cubicBezTo>
                    <a:pt x="11061" y="262"/>
                    <a:pt x="11119" y="259"/>
                    <a:pt x="11175" y="259"/>
                  </a:cubicBezTo>
                  <a:cubicBezTo>
                    <a:pt x="11735" y="259"/>
                    <a:pt x="12208" y="601"/>
                    <a:pt x="12266" y="1074"/>
                  </a:cubicBezTo>
                  <a:lnTo>
                    <a:pt x="12297" y="1343"/>
                  </a:lnTo>
                  <a:cubicBezTo>
                    <a:pt x="12361" y="1864"/>
                    <a:pt x="11903" y="2337"/>
                    <a:pt x="11271" y="2416"/>
                  </a:cubicBezTo>
                  <a:lnTo>
                    <a:pt x="7246" y="2921"/>
                  </a:lnTo>
                  <a:cubicBezTo>
                    <a:pt x="7215" y="2921"/>
                    <a:pt x="7167" y="2937"/>
                    <a:pt x="7136" y="2969"/>
                  </a:cubicBezTo>
                  <a:cubicBezTo>
                    <a:pt x="7120" y="3000"/>
                    <a:pt x="7104" y="3032"/>
                    <a:pt x="7120" y="3063"/>
                  </a:cubicBezTo>
                  <a:cubicBezTo>
                    <a:pt x="7120" y="3132"/>
                    <a:pt x="7180" y="3177"/>
                    <a:pt x="7237" y="3177"/>
                  </a:cubicBezTo>
                  <a:cubicBezTo>
                    <a:pt x="7245" y="3177"/>
                    <a:pt x="7254" y="3176"/>
                    <a:pt x="7262" y="3174"/>
                  </a:cubicBezTo>
                  <a:lnTo>
                    <a:pt x="11303" y="2684"/>
                  </a:lnTo>
                  <a:cubicBezTo>
                    <a:pt x="12092" y="2590"/>
                    <a:pt x="12660" y="1974"/>
                    <a:pt x="12582" y="1311"/>
                  </a:cubicBezTo>
                  <a:lnTo>
                    <a:pt x="12550" y="1043"/>
                  </a:lnTo>
                  <a:cubicBezTo>
                    <a:pt x="12479" y="445"/>
                    <a:pt x="11894" y="1"/>
                    <a:pt x="11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5555650" y="2120600"/>
              <a:ext cx="315725" cy="80050"/>
            </a:xfrm>
            <a:custGeom>
              <a:avLst/>
              <a:gdLst/>
              <a:ahLst/>
              <a:cxnLst/>
              <a:rect l="l" t="t" r="r" b="b"/>
              <a:pathLst>
                <a:path w="12629" h="3202" extrusionOk="0">
                  <a:moveTo>
                    <a:pt x="11146" y="0"/>
                  </a:moveTo>
                  <a:cubicBezTo>
                    <a:pt x="11078" y="0"/>
                    <a:pt x="11009" y="4"/>
                    <a:pt x="10939" y="13"/>
                  </a:cubicBezTo>
                  <a:lnTo>
                    <a:pt x="1326" y="1197"/>
                  </a:lnTo>
                  <a:cubicBezTo>
                    <a:pt x="537" y="1291"/>
                    <a:pt x="0" y="1891"/>
                    <a:pt x="79" y="2554"/>
                  </a:cubicBezTo>
                  <a:lnTo>
                    <a:pt x="174" y="3201"/>
                  </a:lnTo>
                  <a:cubicBezTo>
                    <a:pt x="213" y="3186"/>
                    <a:pt x="253" y="3178"/>
                    <a:pt x="292" y="3178"/>
                  </a:cubicBezTo>
                  <a:cubicBezTo>
                    <a:pt x="332" y="3178"/>
                    <a:pt x="371" y="3186"/>
                    <a:pt x="411" y="3201"/>
                  </a:cubicBezTo>
                  <a:lnTo>
                    <a:pt x="347" y="2633"/>
                  </a:lnTo>
                  <a:cubicBezTo>
                    <a:pt x="284" y="2096"/>
                    <a:pt x="742" y="1528"/>
                    <a:pt x="1358" y="1449"/>
                  </a:cubicBezTo>
                  <a:lnTo>
                    <a:pt x="10971" y="265"/>
                  </a:lnTo>
                  <a:cubicBezTo>
                    <a:pt x="11029" y="258"/>
                    <a:pt x="11087" y="255"/>
                    <a:pt x="11143" y="255"/>
                  </a:cubicBezTo>
                  <a:cubicBezTo>
                    <a:pt x="11703" y="255"/>
                    <a:pt x="12176" y="597"/>
                    <a:pt x="12234" y="1070"/>
                  </a:cubicBezTo>
                  <a:lnTo>
                    <a:pt x="12265" y="1339"/>
                  </a:lnTo>
                  <a:cubicBezTo>
                    <a:pt x="12329" y="1860"/>
                    <a:pt x="11871" y="2333"/>
                    <a:pt x="11239" y="2412"/>
                  </a:cubicBezTo>
                  <a:lnTo>
                    <a:pt x="7214" y="2917"/>
                  </a:lnTo>
                  <a:cubicBezTo>
                    <a:pt x="7183" y="2917"/>
                    <a:pt x="7135" y="2933"/>
                    <a:pt x="7119" y="2965"/>
                  </a:cubicBezTo>
                  <a:cubicBezTo>
                    <a:pt x="7088" y="2996"/>
                    <a:pt x="7072" y="3028"/>
                    <a:pt x="7088" y="3059"/>
                  </a:cubicBezTo>
                  <a:cubicBezTo>
                    <a:pt x="7088" y="3130"/>
                    <a:pt x="7138" y="3188"/>
                    <a:pt x="7206" y="3188"/>
                  </a:cubicBezTo>
                  <a:cubicBezTo>
                    <a:pt x="7214" y="3188"/>
                    <a:pt x="7222" y="3187"/>
                    <a:pt x="7230" y="3186"/>
                  </a:cubicBezTo>
                  <a:lnTo>
                    <a:pt x="11271" y="2696"/>
                  </a:lnTo>
                  <a:cubicBezTo>
                    <a:pt x="12060" y="2602"/>
                    <a:pt x="12628" y="1970"/>
                    <a:pt x="12550" y="1307"/>
                  </a:cubicBezTo>
                  <a:lnTo>
                    <a:pt x="12518" y="1039"/>
                  </a:lnTo>
                  <a:cubicBezTo>
                    <a:pt x="12446" y="434"/>
                    <a:pt x="11849" y="0"/>
                    <a:pt x="1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5553275" y="2118650"/>
              <a:ext cx="320475" cy="83975"/>
            </a:xfrm>
            <a:custGeom>
              <a:avLst/>
              <a:gdLst/>
              <a:ahLst/>
              <a:cxnLst/>
              <a:rect l="l" t="t" r="r" b="b"/>
              <a:pathLst>
                <a:path w="12819" h="3359" extrusionOk="0">
                  <a:moveTo>
                    <a:pt x="11241" y="141"/>
                  </a:moveTo>
                  <a:cubicBezTo>
                    <a:pt x="11898" y="141"/>
                    <a:pt x="12462" y="544"/>
                    <a:pt x="12534" y="1117"/>
                  </a:cubicBezTo>
                  <a:lnTo>
                    <a:pt x="12566" y="1385"/>
                  </a:lnTo>
                  <a:cubicBezTo>
                    <a:pt x="12645" y="2001"/>
                    <a:pt x="12092" y="2585"/>
                    <a:pt x="11350" y="2680"/>
                  </a:cubicBezTo>
                  <a:lnTo>
                    <a:pt x="7309" y="3169"/>
                  </a:lnTo>
                  <a:cubicBezTo>
                    <a:pt x="7262" y="3169"/>
                    <a:pt x="7230" y="3122"/>
                    <a:pt x="7262" y="3090"/>
                  </a:cubicBezTo>
                  <a:cubicBezTo>
                    <a:pt x="7278" y="3074"/>
                    <a:pt x="7293" y="3058"/>
                    <a:pt x="7309" y="3058"/>
                  </a:cubicBezTo>
                  <a:lnTo>
                    <a:pt x="11334" y="2569"/>
                  </a:lnTo>
                  <a:cubicBezTo>
                    <a:pt x="12013" y="2474"/>
                    <a:pt x="12502" y="1953"/>
                    <a:pt x="12439" y="1401"/>
                  </a:cubicBezTo>
                  <a:lnTo>
                    <a:pt x="12408" y="1133"/>
                  </a:lnTo>
                  <a:cubicBezTo>
                    <a:pt x="12336" y="613"/>
                    <a:pt x="11828" y="239"/>
                    <a:pt x="11223" y="239"/>
                  </a:cubicBezTo>
                  <a:cubicBezTo>
                    <a:pt x="11166" y="239"/>
                    <a:pt x="11108" y="242"/>
                    <a:pt x="11050" y="249"/>
                  </a:cubicBezTo>
                  <a:lnTo>
                    <a:pt x="1437" y="1432"/>
                  </a:lnTo>
                  <a:cubicBezTo>
                    <a:pt x="790" y="1527"/>
                    <a:pt x="285" y="2111"/>
                    <a:pt x="364" y="2711"/>
                  </a:cubicBezTo>
                  <a:lnTo>
                    <a:pt x="411" y="3169"/>
                  </a:lnTo>
                  <a:lnTo>
                    <a:pt x="316" y="3169"/>
                  </a:lnTo>
                  <a:lnTo>
                    <a:pt x="237" y="2601"/>
                  </a:lnTo>
                  <a:cubicBezTo>
                    <a:pt x="174" y="1985"/>
                    <a:pt x="679" y="1417"/>
                    <a:pt x="1421" y="1338"/>
                  </a:cubicBezTo>
                  <a:lnTo>
                    <a:pt x="11034" y="154"/>
                  </a:lnTo>
                  <a:cubicBezTo>
                    <a:pt x="11104" y="145"/>
                    <a:pt x="11173" y="141"/>
                    <a:pt x="11241" y="141"/>
                  </a:cubicBezTo>
                  <a:close/>
                  <a:moveTo>
                    <a:pt x="11225" y="0"/>
                  </a:moveTo>
                  <a:cubicBezTo>
                    <a:pt x="11157" y="0"/>
                    <a:pt x="11088" y="4"/>
                    <a:pt x="11019" y="12"/>
                  </a:cubicBezTo>
                  <a:lnTo>
                    <a:pt x="1405" y="1196"/>
                  </a:lnTo>
                  <a:cubicBezTo>
                    <a:pt x="585" y="1306"/>
                    <a:pt x="1" y="1938"/>
                    <a:pt x="95" y="2648"/>
                  </a:cubicBezTo>
                  <a:lnTo>
                    <a:pt x="190" y="3295"/>
                  </a:lnTo>
                  <a:cubicBezTo>
                    <a:pt x="190" y="3327"/>
                    <a:pt x="206" y="3342"/>
                    <a:pt x="221" y="3358"/>
                  </a:cubicBezTo>
                  <a:lnTo>
                    <a:pt x="285" y="3358"/>
                  </a:lnTo>
                  <a:cubicBezTo>
                    <a:pt x="316" y="3342"/>
                    <a:pt x="348" y="3335"/>
                    <a:pt x="377" y="3335"/>
                  </a:cubicBezTo>
                  <a:cubicBezTo>
                    <a:pt x="407" y="3335"/>
                    <a:pt x="435" y="3342"/>
                    <a:pt x="458" y="3358"/>
                  </a:cubicBezTo>
                  <a:cubicBezTo>
                    <a:pt x="490" y="3358"/>
                    <a:pt x="521" y="3358"/>
                    <a:pt x="537" y="3342"/>
                  </a:cubicBezTo>
                  <a:cubicBezTo>
                    <a:pt x="569" y="3327"/>
                    <a:pt x="585" y="3295"/>
                    <a:pt x="569" y="3264"/>
                  </a:cubicBezTo>
                  <a:lnTo>
                    <a:pt x="521" y="2695"/>
                  </a:lnTo>
                  <a:cubicBezTo>
                    <a:pt x="458" y="2190"/>
                    <a:pt x="900" y="1669"/>
                    <a:pt x="1453" y="1606"/>
                  </a:cubicBezTo>
                  <a:lnTo>
                    <a:pt x="11066" y="422"/>
                  </a:lnTo>
                  <a:cubicBezTo>
                    <a:pt x="11126" y="414"/>
                    <a:pt x="11185" y="411"/>
                    <a:pt x="11243" y="411"/>
                  </a:cubicBezTo>
                  <a:cubicBezTo>
                    <a:pt x="11768" y="411"/>
                    <a:pt x="12207" y="722"/>
                    <a:pt x="12250" y="1148"/>
                  </a:cubicBezTo>
                  <a:lnTo>
                    <a:pt x="12281" y="1417"/>
                  </a:lnTo>
                  <a:cubicBezTo>
                    <a:pt x="12345" y="1890"/>
                    <a:pt x="11918" y="2348"/>
                    <a:pt x="11319" y="2411"/>
                  </a:cubicBezTo>
                  <a:lnTo>
                    <a:pt x="7309" y="2916"/>
                  </a:lnTo>
                  <a:cubicBezTo>
                    <a:pt x="7246" y="2916"/>
                    <a:pt x="7183" y="2948"/>
                    <a:pt x="7151" y="2995"/>
                  </a:cubicBezTo>
                  <a:cubicBezTo>
                    <a:pt x="7104" y="3043"/>
                    <a:pt x="7088" y="3090"/>
                    <a:pt x="7104" y="3153"/>
                  </a:cubicBezTo>
                  <a:cubicBezTo>
                    <a:pt x="7118" y="3254"/>
                    <a:pt x="7199" y="3329"/>
                    <a:pt x="7309" y="3329"/>
                  </a:cubicBezTo>
                  <a:cubicBezTo>
                    <a:pt x="7319" y="3329"/>
                    <a:pt x="7330" y="3328"/>
                    <a:pt x="7341" y="3327"/>
                  </a:cubicBezTo>
                  <a:lnTo>
                    <a:pt x="11366" y="2837"/>
                  </a:lnTo>
                  <a:cubicBezTo>
                    <a:pt x="12203" y="2727"/>
                    <a:pt x="12818" y="2080"/>
                    <a:pt x="12723" y="1385"/>
                  </a:cubicBezTo>
                  <a:lnTo>
                    <a:pt x="12692" y="1117"/>
                  </a:lnTo>
                  <a:cubicBezTo>
                    <a:pt x="12605" y="466"/>
                    <a:pt x="11974" y="0"/>
                    <a:pt x="1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8"/>
            <p:cNvSpPr/>
            <p:nvPr/>
          </p:nvSpPr>
          <p:spPr>
            <a:xfrm>
              <a:off x="5558000" y="2094575"/>
              <a:ext cx="380450" cy="141425"/>
            </a:xfrm>
            <a:custGeom>
              <a:avLst/>
              <a:gdLst/>
              <a:ahLst/>
              <a:cxnLst/>
              <a:rect l="l" t="t" r="r" b="b"/>
              <a:pathLst>
                <a:path w="15218" h="5657" extrusionOk="0">
                  <a:moveTo>
                    <a:pt x="13318" y="1"/>
                  </a:moveTo>
                  <a:cubicBezTo>
                    <a:pt x="13257" y="1"/>
                    <a:pt x="13196" y="5"/>
                    <a:pt x="13134" y="12"/>
                  </a:cubicBezTo>
                  <a:lnTo>
                    <a:pt x="5999" y="880"/>
                  </a:lnTo>
                  <a:cubicBezTo>
                    <a:pt x="5920" y="896"/>
                    <a:pt x="5889" y="959"/>
                    <a:pt x="5889" y="1038"/>
                  </a:cubicBezTo>
                  <a:cubicBezTo>
                    <a:pt x="5905" y="1085"/>
                    <a:pt x="5952" y="1133"/>
                    <a:pt x="6015" y="1133"/>
                  </a:cubicBezTo>
                  <a:lnTo>
                    <a:pt x="13166" y="264"/>
                  </a:lnTo>
                  <a:cubicBezTo>
                    <a:pt x="13220" y="258"/>
                    <a:pt x="13273" y="255"/>
                    <a:pt x="13326" y="255"/>
                  </a:cubicBezTo>
                  <a:cubicBezTo>
                    <a:pt x="14065" y="255"/>
                    <a:pt x="14704" y="860"/>
                    <a:pt x="14808" y="1685"/>
                  </a:cubicBezTo>
                  <a:lnTo>
                    <a:pt x="14855" y="2127"/>
                  </a:lnTo>
                  <a:cubicBezTo>
                    <a:pt x="14965" y="3011"/>
                    <a:pt x="14413" y="3816"/>
                    <a:pt x="13624" y="3911"/>
                  </a:cubicBezTo>
                  <a:lnTo>
                    <a:pt x="1579" y="5395"/>
                  </a:lnTo>
                  <a:cubicBezTo>
                    <a:pt x="1536" y="5400"/>
                    <a:pt x="1493" y="5402"/>
                    <a:pt x="1450" y="5402"/>
                  </a:cubicBezTo>
                  <a:cubicBezTo>
                    <a:pt x="823" y="5402"/>
                    <a:pt x="373" y="4857"/>
                    <a:pt x="269" y="3911"/>
                  </a:cubicBezTo>
                  <a:lnTo>
                    <a:pt x="222" y="3595"/>
                  </a:lnTo>
                  <a:cubicBezTo>
                    <a:pt x="222" y="3579"/>
                    <a:pt x="206" y="3564"/>
                    <a:pt x="206" y="3564"/>
                  </a:cubicBezTo>
                  <a:lnTo>
                    <a:pt x="175" y="3564"/>
                  </a:lnTo>
                  <a:cubicBezTo>
                    <a:pt x="127" y="3579"/>
                    <a:pt x="80" y="3595"/>
                    <a:pt x="32" y="3595"/>
                  </a:cubicBezTo>
                  <a:cubicBezTo>
                    <a:pt x="27" y="3590"/>
                    <a:pt x="22" y="3588"/>
                    <a:pt x="17" y="3588"/>
                  </a:cubicBezTo>
                  <a:cubicBezTo>
                    <a:pt x="8" y="3588"/>
                    <a:pt x="1" y="3595"/>
                    <a:pt x="1" y="3595"/>
                  </a:cubicBezTo>
                  <a:cubicBezTo>
                    <a:pt x="1" y="3611"/>
                    <a:pt x="1" y="3627"/>
                    <a:pt x="1" y="3627"/>
                  </a:cubicBezTo>
                  <a:lnTo>
                    <a:pt x="48" y="3942"/>
                  </a:lnTo>
                  <a:cubicBezTo>
                    <a:pt x="166" y="5020"/>
                    <a:pt x="713" y="5656"/>
                    <a:pt x="1468" y="5656"/>
                  </a:cubicBezTo>
                  <a:cubicBezTo>
                    <a:pt x="1520" y="5656"/>
                    <a:pt x="1573" y="5653"/>
                    <a:pt x="1627" y="5647"/>
                  </a:cubicBezTo>
                  <a:lnTo>
                    <a:pt x="13655" y="4163"/>
                  </a:lnTo>
                  <a:cubicBezTo>
                    <a:pt x="14571" y="4053"/>
                    <a:pt x="15218" y="3122"/>
                    <a:pt x="15092" y="2096"/>
                  </a:cubicBezTo>
                  <a:lnTo>
                    <a:pt x="15044" y="1669"/>
                  </a:lnTo>
                  <a:cubicBezTo>
                    <a:pt x="14926" y="711"/>
                    <a:pt x="14175" y="1"/>
                    <a:pt x="1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8"/>
            <p:cNvSpPr/>
            <p:nvPr/>
          </p:nvSpPr>
          <p:spPr>
            <a:xfrm>
              <a:off x="5555650" y="2092625"/>
              <a:ext cx="384775" cy="145025"/>
            </a:xfrm>
            <a:custGeom>
              <a:avLst/>
              <a:gdLst/>
              <a:ahLst/>
              <a:cxnLst/>
              <a:rect l="l" t="t" r="r" b="b"/>
              <a:pathLst>
                <a:path w="15391" h="5801" extrusionOk="0">
                  <a:moveTo>
                    <a:pt x="13464" y="170"/>
                  </a:moveTo>
                  <a:cubicBezTo>
                    <a:pt x="14264" y="170"/>
                    <a:pt x="14959" y="846"/>
                    <a:pt x="15075" y="1763"/>
                  </a:cubicBezTo>
                  <a:lnTo>
                    <a:pt x="15123" y="2189"/>
                  </a:lnTo>
                  <a:cubicBezTo>
                    <a:pt x="15233" y="3184"/>
                    <a:pt x="14617" y="4052"/>
                    <a:pt x="13733" y="4163"/>
                  </a:cubicBezTo>
                  <a:lnTo>
                    <a:pt x="1705" y="5646"/>
                  </a:lnTo>
                  <a:cubicBezTo>
                    <a:pt x="1653" y="5653"/>
                    <a:pt x="1602" y="5656"/>
                    <a:pt x="1551" y="5656"/>
                  </a:cubicBezTo>
                  <a:cubicBezTo>
                    <a:pt x="841" y="5656"/>
                    <a:pt x="323" y="5038"/>
                    <a:pt x="205" y="4020"/>
                  </a:cubicBezTo>
                  <a:lnTo>
                    <a:pt x="174" y="3736"/>
                  </a:lnTo>
                  <a:lnTo>
                    <a:pt x="253" y="3736"/>
                  </a:lnTo>
                  <a:lnTo>
                    <a:pt x="284" y="4005"/>
                  </a:lnTo>
                  <a:cubicBezTo>
                    <a:pt x="403" y="4997"/>
                    <a:pt x="869" y="5559"/>
                    <a:pt x="1552" y="5559"/>
                  </a:cubicBezTo>
                  <a:cubicBezTo>
                    <a:pt x="1597" y="5559"/>
                    <a:pt x="1643" y="5556"/>
                    <a:pt x="1689" y="5552"/>
                  </a:cubicBezTo>
                  <a:lnTo>
                    <a:pt x="13733" y="4068"/>
                  </a:lnTo>
                  <a:cubicBezTo>
                    <a:pt x="14554" y="3973"/>
                    <a:pt x="15154" y="3121"/>
                    <a:pt x="15028" y="2205"/>
                  </a:cubicBezTo>
                  <a:lnTo>
                    <a:pt x="14980" y="1763"/>
                  </a:lnTo>
                  <a:cubicBezTo>
                    <a:pt x="14877" y="891"/>
                    <a:pt x="14192" y="255"/>
                    <a:pt x="13419" y="255"/>
                  </a:cubicBezTo>
                  <a:cubicBezTo>
                    <a:pt x="13366" y="255"/>
                    <a:pt x="13313" y="257"/>
                    <a:pt x="13260" y="264"/>
                  </a:cubicBezTo>
                  <a:lnTo>
                    <a:pt x="6093" y="1148"/>
                  </a:lnTo>
                  <a:cubicBezTo>
                    <a:pt x="6093" y="1132"/>
                    <a:pt x="6078" y="1116"/>
                    <a:pt x="6078" y="1116"/>
                  </a:cubicBezTo>
                  <a:cubicBezTo>
                    <a:pt x="6078" y="1100"/>
                    <a:pt x="6078" y="1053"/>
                    <a:pt x="6125" y="1053"/>
                  </a:cubicBezTo>
                  <a:lnTo>
                    <a:pt x="13260" y="185"/>
                  </a:lnTo>
                  <a:cubicBezTo>
                    <a:pt x="13328" y="175"/>
                    <a:pt x="13396" y="170"/>
                    <a:pt x="13464" y="170"/>
                  </a:cubicBezTo>
                  <a:close/>
                  <a:moveTo>
                    <a:pt x="13412" y="0"/>
                  </a:moveTo>
                  <a:cubicBezTo>
                    <a:pt x="13351" y="0"/>
                    <a:pt x="13290" y="4"/>
                    <a:pt x="13228" y="11"/>
                  </a:cubicBezTo>
                  <a:lnTo>
                    <a:pt x="6078" y="895"/>
                  </a:lnTo>
                  <a:cubicBezTo>
                    <a:pt x="5967" y="895"/>
                    <a:pt x="5888" y="1005"/>
                    <a:pt x="5904" y="1116"/>
                  </a:cubicBezTo>
                  <a:cubicBezTo>
                    <a:pt x="5918" y="1217"/>
                    <a:pt x="5986" y="1292"/>
                    <a:pt x="6081" y="1292"/>
                  </a:cubicBezTo>
                  <a:cubicBezTo>
                    <a:pt x="6090" y="1292"/>
                    <a:pt x="6100" y="1291"/>
                    <a:pt x="6109" y="1290"/>
                  </a:cubicBezTo>
                  <a:lnTo>
                    <a:pt x="13276" y="421"/>
                  </a:lnTo>
                  <a:cubicBezTo>
                    <a:pt x="13327" y="415"/>
                    <a:pt x="13379" y="412"/>
                    <a:pt x="13430" y="412"/>
                  </a:cubicBezTo>
                  <a:cubicBezTo>
                    <a:pt x="14125" y="412"/>
                    <a:pt x="14734" y="999"/>
                    <a:pt x="14823" y="1779"/>
                  </a:cubicBezTo>
                  <a:lnTo>
                    <a:pt x="14870" y="2221"/>
                  </a:lnTo>
                  <a:cubicBezTo>
                    <a:pt x="14980" y="3058"/>
                    <a:pt x="14460" y="3815"/>
                    <a:pt x="13702" y="3910"/>
                  </a:cubicBezTo>
                  <a:lnTo>
                    <a:pt x="1673" y="5394"/>
                  </a:lnTo>
                  <a:cubicBezTo>
                    <a:pt x="1629" y="5399"/>
                    <a:pt x="1586" y="5402"/>
                    <a:pt x="1544" y="5402"/>
                  </a:cubicBezTo>
                  <a:cubicBezTo>
                    <a:pt x="951" y="5402"/>
                    <a:pt x="545" y="4888"/>
                    <a:pt x="442" y="3989"/>
                  </a:cubicBezTo>
                  <a:lnTo>
                    <a:pt x="395" y="3657"/>
                  </a:lnTo>
                  <a:cubicBezTo>
                    <a:pt x="381" y="3603"/>
                    <a:pt x="332" y="3560"/>
                    <a:pt x="267" y="3560"/>
                  </a:cubicBezTo>
                  <a:cubicBezTo>
                    <a:pt x="257" y="3560"/>
                    <a:pt x="247" y="3561"/>
                    <a:pt x="237" y="3563"/>
                  </a:cubicBezTo>
                  <a:cubicBezTo>
                    <a:pt x="205" y="3578"/>
                    <a:pt x="158" y="3594"/>
                    <a:pt x="126" y="3594"/>
                  </a:cubicBezTo>
                  <a:cubicBezTo>
                    <a:pt x="95" y="3594"/>
                    <a:pt x="63" y="3594"/>
                    <a:pt x="32" y="3626"/>
                  </a:cubicBezTo>
                  <a:cubicBezTo>
                    <a:pt x="16" y="3657"/>
                    <a:pt x="0" y="3689"/>
                    <a:pt x="16" y="3721"/>
                  </a:cubicBezTo>
                  <a:lnTo>
                    <a:pt x="48" y="4036"/>
                  </a:lnTo>
                  <a:cubicBezTo>
                    <a:pt x="194" y="5149"/>
                    <a:pt x="748" y="5800"/>
                    <a:pt x="1533" y="5800"/>
                  </a:cubicBezTo>
                  <a:cubicBezTo>
                    <a:pt x="1594" y="5800"/>
                    <a:pt x="1657" y="5796"/>
                    <a:pt x="1721" y="5788"/>
                  </a:cubicBezTo>
                  <a:lnTo>
                    <a:pt x="13765" y="4320"/>
                  </a:lnTo>
                  <a:cubicBezTo>
                    <a:pt x="14728" y="4194"/>
                    <a:pt x="15391" y="3231"/>
                    <a:pt x="15249" y="2174"/>
                  </a:cubicBezTo>
                  <a:lnTo>
                    <a:pt x="15201" y="1732"/>
                  </a:lnTo>
                  <a:cubicBezTo>
                    <a:pt x="15083" y="742"/>
                    <a:pt x="14301" y="0"/>
                    <a:pt x="13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3" name="Google Shape;373;p38"/>
          <p:cNvSpPr/>
          <p:nvPr/>
        </p:nvSpPr>
        <p:spPr>
          <a:xfrm flipH="1">
            <a:off x="8412409" y="1260350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8"/>
          <p:cNvSpPr/>
          <p:nvPr/>
        </p:nvSpPr>
        <p:spPr>
          <a:xfrm flipH="1">
            <a:off x="130820" y="332742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38"/>
          <p:cNvGrpSpPr/>
          <p:nvPr/>
        </p:nvGrpSpPr>
        <p:grpSpPr>
          <a:xfrm flipH="1">
            <a:off x="7648009" y="4903803"/>
            <a:ext cx="490612" cy="415445"/>
            <a:chOff x="5278225" y="2418025"/>
            <a:chExt cx="230075" cy="194825"/>
          </a:xfrm>
        </p:grpSpPr>
        <p:sp>
          <p:nvSpPr>
            <p:cNvPr id="376" name="Google Shape;376;p38"/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8"/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8"/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8"/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" name="Google Shape;382;p38"/>
          <p:cNvSpPr/>
          <p:nvPr/>
        </p:nvSpPr>
        <p:spPr>
          <a:xfrm flipH="1">
            <a:off x="130825" y="4279582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17640-C541-AAA2-27F1-89C65D329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2829" y="1130008"/>
            <a:ext cx="5935200" cy="747509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Mode – is the most frequent value in the given data. There can be none or multiple of those.</a:t>
            </a:r>
            <a:endParaRPr lang="en-DE" dirty="0"/>
          </a:p>
        </p:txBody>
      </p:sp>
      <p:pic>
        <p:nvPicPr>
          <p:cNvPr id="2052" name="Picture 4" descr="What is the Modal in Maths? | Modal Number | Wiki - Twinkl">
            <a:extLst>
              <a:ext uri="{FF2B5EF4-FFF2-40B4-BE49-F238E27FC236}">
                <a16:creationId xmlns:a16="http://schemas.microsoft.com/office/drawing/2014/main" id="{002D238E-D32B-CDA9-C2C6-BC16B6A3C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036" y="2072889"/>
            <a:ext cx="4023939" cy="2842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>
          <a:extLst>
            <a:ext uri="{FF2B5EF4-FFF2-40B4-BE49-F238E27FC236}">
              <a16:creationId xmlns:a16="http://schemas.microsoft.com/office/drawing/2014/main" id="{00CB197B-6EFE-F68A-FBB5-45A8157E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1">
            <a:extLst>
              <a:ext uri="{FF2B5EF4-FFF2-40B4-BE49-F238E27FC236}">
                <a16:creationId xmlns:a16="http://schemas.microsoft.com/office/drawing/2014/main" id="{33867582-C140-12C3-D549-C322EA0EC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095" y="449503"/>
            <a:ext cx="5517000" cy="8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Median</a:t>
            </a:r>
            <a:endParaRPr dirty="0"/>
          </a:p>
        </p:txBody>
      </p:sp>
      <p:sp>
        <p:nvSpPr>
          <p:cNvPr id="519" name="Google Shape;519;p41">
            <a:extLst>
              <a:ext uri="{FF2B5EF4-FFF2-40B4-BE49-F238E27FC236}">
                <a16:creationId xmlns:a16="http://schemas.microsoft.com/office/drawing/2014/main" id="{A61DF6C6-AE2C-E261-2885-F82664AB36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9345" y="2205482"/>
            <a:ext cx="5517000" cy="11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Median – is the central value in the given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odd sets, it’s the central value; for even sets, it’s the two central values added up and divided by 2.</a:t>
            </a:r>
            <a:endParaRPr dirty="0"/>
          </a:p>
        </p:txBody>
      </p:sp>
      <p:grpSp>
        <p:nvGrpSpPr>
          <p:cNvPr id="520" name="Google Shape;520;p41">
            <a:extLst>
              <a:ext uri="{FF2B5EF4-FFF2-40B4-BE49-F238E27FC236}">
                <a16:creationId xmlns:a16="http://schemas.microsoft.com/office/drawing/2014/main" id="{F0E3E497-E3EA-FD35-A176-1871D6B2D9EF}"/>
              </a:ext>
            </a:extLst>
          </p:cNvPr>
          <p:cNvGrpSpPr/>
          <p:nvPr/>
        </p:nvGrpSpPr>
        <p:grpSpPr>
          <a:xfrm rot="-1464382">
            <a:off x="6252059" y="562751"/>
            <a:ext cx="825540" cy="309244"/>
            <a:chOff x="5553275" y="2092625"/>
            <a:chExt cx="387150" cy="145025"/>
          </a:xfrm>
        </p:grpSpPr>
        <p:sp>
          <p:nvSpPr>
            <p:cNvPr id="521" name="Google Shape;521;p41">
              <a:extLst>
                <a:ext uri="{FF2B5EF4-FFF2-40B4-BE49-F238E27FC236}">
                  <a16:creationId xmlns:a16="http://schemas.microsoft.com/office/drawing/2014/main" id="{251680B3-56B9-1F8D-9AAC-FB113A9ACC6E}"/>
                </a:ext>
              </a:extLst>
            </p:cNvPr>
            <p:cNvSpPr/>
            <p:nvPr/>
          </p:nvSpPr>
          <p:spPr>
            <a:xfrm>
              <a:off x="5556825" y="2122250"/>
              <a:ext cx="312975" cy="75675"/>
            </a:xfrm>
            <a:custGeom>
              <a:avLst/>
              <a:gdLst/>
              <a:ahLst/>
              <a:cxnLst/>
              <a:rect l="l" t="t" r="r" b="b"/>
              <a:pathLst>
                <a:path w="12519" h="3027" extrusionOk="0">
                  <a:moveTo>
                    <a:pt x="11085" y="0"/>
                  </a:moveTo>
                  <a:cubicBezTo>
                    <a:pt x="11027" y="0"/>
                    <a:pt x="10968" y="4"/>
                    <a:pt x="10908" y="10"/>
                  </a:cubicBezTo>
                  <a:lnTo>
                    <a:pt x="1295" y="1194"/>
                  </a:lnTo>
                  <a:cubicBezTo>
                    <a:pt x="553" y="1288"/>
                    <a:pt x="1" y="1873"/>
                    <a:pt x="79" y="2488"/>
                  </a:cubicBezTo>
                  <a:lnTo>
                    <a:pt x="111" y="2757"/>
                  </a:lnTo>
                  <a:cubicBezTo>
                    <a:pt x="127" y="2788"/>
                    <a:pt x="127" y="2804"/>
                    <a:pt x="127" y="2820"/>
                  </a:cubicBezTo>
                  <a:cubicBezTo>
                    <a:pt x="134" y="2817"/>
                    <a:pt x="140" y="2816"/>
                    <a:pt x="146" y="2816"/>
                  </a:cubicBezTo>
                  <a:cubicBezTo>
                    <a:pt x="184" y="2816"/>
                    <a:pt x="215" y="2851"/>
                    <a:pt x="269" y="2851"/>
                  </a:cubicBezTo>
                  <a:lnTo>
                    <a:pt x="269" y="2757"/>
                  </a:lnTo>
                  <a:lnTo>
                    <a:pt x="237" y="2504"/>
                  </a:lnTo>
                  <a:cubicBezTo>
                    <a:pt x="158" y="1936"/>
                    <a:pt x="632" y="1383"/>
                    <a:pt x="1311" y="1304"/>
                  </a:cubicBezTo>
                  <a:lnTo>
                    <a:pt x="10908" y="120"/>
                  </a:lnTo>
                  <a:cubicBezTo>
                    <a:pt x="10968" y="113"/>
                    <a:pt x="11028" y="110"/>
                    <a:pt x="11087" y="110"/>
                  </a:cubicBezTo>
                  <a:cubicBezTo>
                    <a:pt x="11692" y="110"/>
                    <a:pt x="12208" y="471"/>
                    <a:pt x="12266" y="989"/>
                  </a:cubicBezTo>
                  <a:lnTo>
                    <a:pt x="12297" y="1257"/>
                  </a:lnTo>
                  <a:cubicBezTo>
                    <a:pt x="12376" y="1825"/>
                    <a:pt x="11871" y="2346"/>
                    <a:pt x="11192" y="2425"/>
                  </a:cubicBezTo>
                  <a:lnTo>
                    <a:pt x="7183" y="2914"/>
                  </a:lnTo>
                  <a:cubicBezTo>
                    <a:pt x="7094" y="2929"/>
                    <a:pt x="7102" y="3026"/>
                    <a:pt x="7168" y="3026"/>
                  </a:cubicBezTo>
                  <a:cubicBezTo>
                    <a:pt x="7173" y="3026"/>
                    <a:pt x="7178" y="3026"/>
                    <a:pt x="7183" y="3025"/>
                  </a:cubicBezTo>
                  <a:lnTo>
                    <a:pt x="11224" y="2536"/>
                  </a:lnTo>
                  <a:cubicBezTo>
                    <a:pt x="11966" y="2441"/>
                    <a:pt x="12518" y="1857"/>
                    <a:pt x="12439" y="1241"/>
                  </a:cubicBezTo>
                  <a:lnTo>
                    <a:pt x="12408" y="973"/>
                  </a:lnTo>
                  <a:cubicBezTo>
                    <a:pt x="12335" y="406"/>
                    <a:pt x="11755" y="0"/>
                    <a:pt x="110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1">
              <a:extLst>
                <a:ext uri="{FF2B5EF4-FFF2-40B4-BE49-F238E27FC236}">
                  <a16:creationId xmlns:a16="http://schemas.microsoft.com/office/drawing/2014/main" id="{0DD57889-00D9-B8A5-2A03-407343D34348}"/>
                </a:ext>
              </a:extLst>
            </p:cNvPr>
            <p:cNvSpPr/>
            <p:nvPr/>
          </p:nvSpPr>
          <p:spPr>
            <a:xfrm>
              <a:off x="5554850" y="2120500"/>
              <a:ext cx="316525" cy="79425"/>
            </a:xfrm>
            <a:custGeom>
              <a:avLst/>
              <a:gdLst/>
              <a:ahLst/>
              <a:cxnLst/>
              <a:rect l="l" t="t" r="r" b="b"/>
              <a:pathLst>
                <a:path w="12661" h="3177" extrusionOk="0">
                  <a:moveTo>
                    <a:pt x="11200" y="1"/>
                  </a:moveTo>
                  <a:cubicBezTo>
                    <a:pt x="11125" y="1"/>
                    <a:pt x="11049" y="6"/>
                    <a:pt x="10971" y="17"/>
                  </a:cubicBezTo>
                  <a:lnTo>
                    <a:pt x="1374" y="1201"/>
                  </a:lnTo>
                  <a:cubicBezTo>
                    <a:pt x="569" y="1295"/>
                    <a:pt x="1" y="1911"/>
                    <a:pt x="80" y="2574"/>
                  </a:cubicBezTo>
                  <a:lnTo>
                    <a:pt x="111" y="2842"/>
                  </a:lnTo>
                  <a:cubicBezTo>
                    <a:pt x="111" y="2858"/>
                    <a:pt x="127" y="2890"/>
                    <a:pt x="127" y="2905"/>
                  </a:cubicBezTo>
                  <a:cubicBezTo>
                    <a:pt x="127" y="2921"/>
                    <a:pt x="143" y="2937"/>
                    <a:pt x="158" y="2953"/>
                  </a:cubicBezTo>
                  <a:cubicBezTo>
                    <a:pt x="174" y="2969"/>
                    <a:pt x="206" y="2969"/>
                    <a:pt x="222" y="2969"/>
                  </a:cubicBezTo>
                  <a:lnTo>
                    <a:pt x="253" y="2969"/>
                  </a:lnTo>
                  <a:cubicBezTo>
                    <a:pt x="269" y="2984"/>
                    <a:pt x="285" y="2984"/>
                    <a:pt x="316" y="2984"/>
                  </a:cubicBezTo>
                  <a:cubicBezTo>
                    <a:pt x="316" y="2992"/>
                    <a:pt x="320" y="2996"/>
                    <a:pt x="326" y="2996"/>
                  </a:cubicBezTo>
                  <a:cubicBezTo>
                    <a:pt x="332" y="2996"/>
                    <a:pt x="340" y="2992"/>
                    <a:pt x="348" y="2984"/>
                  </a:cubicBezTo>
                  <a:cubicBezTo>
                    <a:pt x="395" y="2984"/>
                    <a:pt x="427" y="2937"/>
                    <a:pt x="411" y="2905"/>
                  </a:cubicBezTo>
                  <a:lnTo>
                    <a:pt x="411" y="2874"/>
                  </a:lnTo>
                  <a:cubicBezTo>
                    <a:pt x="411" y="2858"/>
                    <a:pt x="411" y="2827"/>
                    <a:pt x="411" y="2811"/>
                  </a:cubicBezTo>
                  <a:lnTo>
                    <a:pt x="379" y="2558"/>
                  </a:lnTo>
                  <a:cubicBezTo>
                    <a:pt x="316" y="2021"/>
                    <a:pt x="774" y="1532"/>
                    <a:pt x="1390" y="1453"/>
                  </a:cubicBezTo>
                  <a:lnTo>
                    <a:pt x="11003" y="269"/>
                  </a:lnTo>
                  <a:cubicBezTo>
                    <a:pt x="11061" y="262"/>
                    <a:pt x="11119" y="259"/>
                    <a:pt x="11175" y="259"/>
                  </a:cubicBezTo>
                  <a:cubicBezTo>
                    <a:pt x="11735" y="259"/>
                    <a:pt x="12208" y="601"/>
                    <a:pt x="12266" y="1074"/>
                  </a:cubicBezTo>
                  <a:lnTo>
                    <a:pt x="12297" y="1343"/>
                  </a:lnTo>
                  <a:cubicBezTo>
                    <a:pt x="12361" y="1864"/>
                    <a:pt x="11903" y="2337"/>
                    <a:pt x="11271" y="2416"/>
                  </a:cubicBezTo>
                  <a:lnTo>
                    <a:pt x="7246" y="2921"/>
                  </a:lnTo>
                  <a:cubicBezTo>
                    <a:pt x="7215" y="2921"/>
                    <a:pt x="7167" y="2937"/>
                    <a:pt x="7136" y="2969"/>
                  </a:cubicBezTo>
                  <a:cubicBezTo>
                    <a:pt x="7120" y="3000"/>
                    <a:pt x="7104" y="3032"/>
                    <a:pt x="7120" y="3063"/>
                  </a:cubicBezTo>
                  <a:cubicBezTo>
                    <a:pt x="7120" y="3132"/>
                    <a:pt x="7180" y="3177"/>
                    <a:pt x="7237" y="3177"/>
                  </a:cubicBezTo>
                  <a:cubicBezTo>
                    <a:pt x="7245" y="3177"/>
                    <a:pt x="7254" y="3176"/>
                    <a:pt x="7262" y="3174"/>
                  </a:cubicBezTo>
                  <a:lnTo>
                    <a:pt x="11303" y="2684"/>
                  </a:lnTo>
                  <a:cubicBezTo>
                    <a:pt x="12092" y="2590"/>
                    <a:pt x="12660" y="1974"/>
                    <a:pt x="12582" y="1311"/>
                  </a:cubicBezTo>
                  <a:lnTo>
                    <a:pt x="12550" y="1043"/>
                  </a:lnTo>
                  <a:cubicBezTo>
                    <a:pt x="12479" y="445"/>
                    <a:pt x="11894" y="1"/>
                    <a:pt x="11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1">
              <a:extLst>
                <a:ext uri="{FF2B5EF4-FFF2-40B4-BE49-F238E27FC236}">
                  <a16:creationId xmlns:a16="http://schemas.microsoft.com/office/drawing/2014/main" id="{1763DB81-F227-2565-31D9-AEB75FE5F61A}"/>
                </a:ext>
              </a:extLst>
            </p:cNvPr>
            <p:cNvSpPr/>
            <p:nvPr/>
          </p:nvSpPr>
          <p:spPr>
            <a:xfrm>
              <a:off x="5555650" y="2120600"/>
              <a:ext cx="315725" cy="80050"/>
            </a:xfrm>
            <a:custGeom>
              <a:avLst/>
              <a:gdLst/>
              <a:ahLst/>
              <a:cxnLst/>
              <a:rect l="l" t="t" r="r" b="b"/>
              <a:pathLst>
                <a:path w="12629" h="3202" extrusionOk="0">
                  <a:moveTo>
                    <a:pt x="11146" y="0"/>
                  </a:moveTo>
                  <a:cubicBezTo>
                    <a:pt x="11078" y="0"/>
                    <a:pt x="11009" y="4"/>
                    <a:pt x="10939" y="13"/>
                  </a:cubicBezTo>
                  <a:lnTo>
                    <a:pt x="1326" y="1197"/>
                  </a:lnTo>
                  <a:cubicBezTo>
                    <a:pt x="537" y="1291"/>
                    <a:pt x="0" y="1891"/>
                    <a:pt x="79" y="2554"/>
                  </a:cubicBezTo>
                  <a:lnTo>
                    <a:pt x="174" y="3201"/>
                  </a:lnTo>
                  <a:cubicBezTo>
                    <a:pt x="213" y="3186"/>
                    <a:pt x="253" y="3178"/>
                    <a:pt x="292" y="3178"/>
                  </a:cubicBezTo>
                  <a:cubicBezTo>
                    <a:pt x="332" y="3178"/>
                    <a:pt x="371" y="3186"/>
                    <a:pt x="411" y="3201"/>
                  </a:cubicBezTo>
                  <a:lnTo>
                    <a:pt x="347" y="2633"/>
                  </a:lnTo>
                  <a:cubicBezTo>
                    <a:pt x="284" y="2096"/>
                    <a:pt x="742" y="1528"/>
                    <a:pt x="1358" y="1449"/>
                  </a:cubicBezTo>
                  <a:lnTo>
                    <a:pt x="10971" y="265"/>
                  </a:lnTo>
                  <a:cubicBezTo>
                    <a:pt x="11029" y="258"/>
                    <a:pt x="11087" y="255"/>
                    <a:pt x="11143" y="255"/>
                  </a:cubicBezTo>
                  <a:cubicBezTo>
                    <a:pt x="11703" y="255"/>
                    <a:pt x="12176" y="597"/>
                    <a:pt x="12234" y="1070"/>
                  </a:cubicBezTo>
                  <a:lnTo>
                    <a:pt x="12265" y="1339"/>
                  </a:lnTo>
                  <a:cubicBezTo>
                    <a:pt x="12329" y="1860"/>
                    <a:pt x="11871" y="2333"/>
                    <a:pt x="11239" y="2412"/>
                  </a:cubicBezTo>
                  <a:lnTo>
                    <a:pt x="7214" y="2917"/>
                  </a:lnTo>
                  <a:cubicBezTo>
                    <a:pt x="7183" y="2917"/>
                    <a:pt x="7135" y="2933"/>
                    <a:pt x="7119" y="2965"/>
                  </a:cubicBezTo>
                  <a:cubicBezTo>
                    <a:pt x="7088" y="2996"/>
                    <a:pt x="7072" y="3028"/>
                    <a:pt x="7088" y="3059"/>
                  </a:cubicBezTo>
                  <a:cubicBezTo>
                    <a:pt x="7088" y="3130"/>
                    <a:pt x="7138" y="3188"/>
                    <a:pt x="7206" y="3188"/>
                  </a:cubicBezTo>
                  <a:cubicBezTo>
                    <a:pt x="7214" y="3188"/>
                    <a:pt x="7222" y="3187"/>
                    <a:pt x="7230" y="3186"/>
                  </a:cubicBezTo>
                  <a:lnTo>
                    <a:pt x="11271" y="2696"/>
                  </a:lnTo>
                  <a:cubicBezTo>
                    <a:pt x="12060" y="2602"/>
                    <a:pt x="12628" y="1970"/>
                    <a:pt x="12550" y="1307"/>
                  </a:cubicBezTo>
                  <a:lnTo>
                    <a:pt x="12518" y="1039"/>
                  </a:lnTo>
                  <a:cubicBezTo>
                    <a:pt x="12446" y="434"/>
                    <a:pt x="11849" y="0"/>
                    <a:pt x="1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1">
              <a:extLst>
                <a:ext uri="{FF2B5EF4-FFF2-40B4-BE49-F238E27FC236}">
                  <a16:creationId xmlns:a16="http://schemas.microsoft.com/office/drawing/2014/main" id="{0D5EC7AC-7173-B3B8-B10A-3937164517BD}"/>
                </a:ext>
              </a:extLst>
            </p:cNvPr>
            <p:cNvSpPr/>
            <p:nvPr/>
          </p:nvSpPr>
          <p:spPr>
            <a:xfrm>
              <a:off x="5553275" y="2118650"/>
              <a:ext cx="320475" cy="83975"/>
            </a:xfrm>
            <a:custGeom>
              <a:avLst/>
              <a:gdLst/>
              <a:ahLst/>
              <a:cxnLst/>
              <a:rect l="l" t="t" r="r" b="b"/>
              <a:pathLst>
                <a:path w="12819" h="3359" extrusionOk="0">
                  <a:moveTo>
                    <a:pt x="11241" y="141"/>
                  </a:moveTo>
                  <a:cubicBezTo>
                    <a:pt x="11898" y="141"/>
                    <a:pt x="12462" y="544"/>
                    <a:pt x="12534" y="1117"/>
                  </a:cubicBezTo>
                  <a:lnTo>
                    <a:pt x="12566" y="1385"/>
                  </a:lnTo>
                  <a:cubicBezTo>
                    <a:pt x="12645" y="2001"/>
                    <a:pt x="12092" y="2585"/>
                    <a:pt x="11350" y="2680"/>
                  </a:cubicBezTo>
                  <a:lnTo>
                    <a:pt x="7309" y="3169"/>
                  </a:lnTo>
                  <a:cubicBezTo>
                    <a:pt x="7262" y="3169"/>
                    <a:pt x="7230" y="3122"/>
                    <a:pt x="7262" y="3090"/>
                  </a:cubicBezTo>
                  <a:cubicBezTo>
                    <a:pt x="7278" y="3074"/>
                    <a:pt x="7293" y="3058"/>
                    <a:pt x="7309" y="3058"/>
                  </a:cubicBezTo>
                  <a:lnTo>
                    <a:pt x="11334" y="2569"/>
                  </a:lnTo>
                  <a:cubicBezTo>
                    <a:pt x="12013" y="2474"/>
                    <a:pt x="12502" y="1953"/>
                    <a:pt x="12439" y="1401"/>
                  </a:cubicBezTo>
                  <a:lnTo>
                    <a:pt x="12408" y="1133"/>
                  </a:lnTo>
                  <a:cubicBezTo>
                    <a:pt x="12336" y="613"/>
                    <a:pt x="11828" y="239"/>
                    <a:pt x="11223" y="239"/>
                  </a:cubicBezTo>
                  <a:cubicBezTo>
                    <a:pt x="11166" y="239"/>
                    <a:pt x="11108" y="242"/>
                    <a:pt x="11050" y="249"/>
                  </a:cubicBezTo>
                  <a:lnTo>
                    <a:pt x="1437" y="1432"/>
                  </a:lnTo>
                  <a:cubicBezTo>
                    <a:pt x="790" y="1527"/>
                    <a:pt x="285" y="2111"/>
                    <a:pt x="364" y="2711"/>
                  </a:cubicBezTo>
                  <a:lnTo>
                    <a:pt x="411" y="3169"/>
                  </a:lnTo>
                  <a:lnTo>
                    <a:pt x="316" y="3169"/>
                  </a:lnTo>
                  <a:lnTo>
                    <a:pt x="237" y="2601"/>
                  </a:lnTo>
                  <a:cubicBezTo>
                    <a:pt x="174" y="1985"/>
                    <a:pt x="679" y="1417"/>
                    <a:pt x="1421" y="1338"/>
                  </a:cubicBezTo>
                  <a:lnTo>
                    <a:pt x="11034" y="154"/>
                  </a:lnTo>
                  <a:cubicBezTo>
                    <a:pt x="11104" y="145"/>
                    <a:pt x="11173" y="141"/>
                    <a:pt x="11241" y="141"/>
                  </a:cubicBezTo>
                  <a:close/>
                  <a:moveTo>
                    <a:pt x="11225" y="0"/>
                  </a:moveTo>
                  <a:cubicBezTo>
                    <a:pt x="11157" y="0"/>
                    <a:pt x="11088" y="4"/>
                    <a:pt x="11019" y="12"/>
                  </a:cubicBezTo>
                  <a:lnTo>
                    <a:pt x="1405" y="1196"/>
                  </a:lnTo>
                  <a:cubicBezTo>
                    <a:pt x="585" y="1306"/>
                    <a:pt x="1" y="1938"/>
                    <a:pt x="95" y="2648"/>
                  </a:cubicBezTo>
                  <a:lnTo>
                    <a:pt x="190" y="3295"/>
                  </a:lnTo>
                  <a:cubicBezTo>
                    <a:pt x="190" y="3327"/>
                    <a:pt x="206" y="3342"/>
                    <a:pt x="221" y="3358"/>
                  </a:cubicBezTo>
                  <a:lnTo>
                    <a:pt x="285" y="3358"/>
                  </a:lnTo>
                  <a:cubicBezTo>
                    <a:pt x="316" y="3342"/>
                    <a:pt x="348" y="3335"/>
                    <a:pt x="377" y="3335"/>
                  </a:cubicBezTo>
                  <a:cubicBezTo>
                    <a:pt x="407" y="3335"/>
                    <a:pt x="435" y="3342"/>
                    <a:pt x="458" y="3358"/>
                  </a:cubicBezTo>
                  <a:cubicBezTo>
                    <a:pt x="490" y="3358"/>
                    <a:pt x="521" y="3358"/>
                    <a:pt x="537" y="3342"/>
                  </a:cubicBezTo>
                  <a:cubicBezTo>
                    <a:pt x="569" y="3327"/>
                    <a:pt x="585" y="3295"/>
                    <a:pt x="569" y="3264"/>
                  </a:cubicBezTo>
                  <a:lnTo>
                    <a:pt x="521" y="2695"/>
                  </a:lnTo>
                  <a:cubicBezTo>
                    <a:pt x="458" y="2190"/>
                    <a:pt x="900" y="1669"/>
                    <a:pt x="1453" y="1606"/>
                  </a:cubicBezTo>
                  <a:lnTo>
                    <a:pt x="11066" y="422"/>
                  </a:lnTo>
                  <a:cubicBezTo>
                    <a:pt x="11126" y="414"/>
                    <a:pt x="11185" y="411"/>
                    <a:pt x="11243" y="411"/>
                  </a:cubicBezTo>
                  <a:cubicBezTo>
                    <a:pt x="11768" y="411"/>
                    <a:pt x="12207" y="722"/>
                    <a:pt x="12250" y="1148"/>
                  </a:cubicBezTo>
                  <a:lnTo>
                    <a:pt x="12281" y="1417"/>
                  </a:lnTo>
                  <a:cubicBezTo>
                    <a:pt x="12345" y="1890"/>
                    <a:pt x="11918" y="2348"/>
                    <a:pt x="11319" y="2411"/>
                  </a:cubicBezTo>
                  <a:lnTo>
                    <a:pt x="7309" y="2916"/>
                  </a:lnTo>
                  <a:cubicBezTo>
                    <a:pt x="7246" y="2916"/>
                    <a:pt x="7183" y="2948"/>
                    <a:pt x="7151" y="2995"/>
                  </a:cubicBezTo>
                  <a:cubicBezTo>
                    <a:pt x="7104" y="3043"/>
                    <a:pt x="7088" y="3090"/>
                    <a:pt x="7104" y="3153"/>
                  </a:cubicBezTo>
                  <a:cubicBezTo>
                    <a:pt x="7118" y="3254"/>
                    <a:pt x="7199" y="3329"/>
                    <a:pt x="7309" y="3329"/>
                  </a:cubicBezTo>
                  <a:cubicBezTo>
                    <a:pt x="7319" y="3329"/>
                    <a:pt x="7330" y="3328"/>
                    <a:pt x="7341" y="3327"/>
                  </a:cubicBezTo>
                  <a:lnTo>
                    <a:pt x="11366" y="2837"/>
                  </a:lnTo>
                  <a:cubicBezTo>
                    <a:pt x="12203" y="2727"/>
                    <a:pt x="12818" y="2080"/>
                    <a:pt x="12723" y="1385"/>
                  </a:cubicBezTo>
                  <a:lnTo>
                    <a:pt x="12692" y="1117"/>
                  </a:lnTo>
                  <a:cubicBezTo>
                    <a:pt x="12605" y="466"/>
                    <a:pt x="11974" y="0"/>
                    <a:pt x="1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1">
              <a:extLst>
                <a:ext uri="{FF2B5EF4-FFF2-40B4-BE49-F238E27FC236}">
                  <a16:creationId xmlns:a16="http://schemas.microsoft.com/office/drawing/2014/main" id="{74806740-9E73-5E37-07D4-13317DF32869}"/>
                </a:ext>
              </a:extLst>
            </p:cNvPr>
            <p:cNvSpPr/>
            <p:nvPr/>
          </p:nvSpPr>
          <p:spPr>
            <a:xfrm>
              <a:off x="5558000" y="2094575"/>
              <a:ext cx="380450" cy="141425"/>
            </a:xfrm>
            <a:custGeom>
              <a:avLst/>
              <a:gdLst/>
              <a:ahLst/>
              <a:cxnLst/>
              <a:rect l="l" t="t" r="r" b="b"/>
              <a:pathLst>
                <a:path w="15218" h="5657" extrusionOk="0">
                  <a:moveTo>
                    <a:pt x="13318" y="1"/>
                  </a:moveTo>
                  <a:cubicBezTo>
                    <a:pt x="13257" y="1"/>
                    <a:pt x="13196" y="5"/>
                    <a:pt x="13134" y="12"/>
                  </a:cubicBezTo>
                  <a:lnTo>
                    <a:pt x="5999" y="880"/>
                  </a:lnTo>
                  <a:cubicBezTo>
                    <a:pt x="5920" y="896"/>
                    <a:pt x="5889" y="959"/>
                    <a:pt x="5889" y="1038"/>
                  </a:cubicBezTo>
                  <a:cubicBezTo>
                    <a:pt x="5905" y="1085"/>
                    <a:pt x="5952" y="1133"/>
                    <a:pt x="6015" y="1133"/>
                  </a:cubicBezTo>
                  <a:lnTo>
                    <a:pt x="13166" y="264"/>
                  </a:lnTo>
                  <a:cubicBezTo>
                    <a:pt x="13220" y="258"/>
                    <a:pt x="13273" y="255"/>
                    <a:pt x="13326" y="255"/>
                  </a:cubicBezTo>
                  <a:cubicBezTo>
                    <a:pt x="14065" y="255"/>
                    <a:pt x="14704" y="860"/>
                    <a:pt x="14808" y="1685"/>
                  </a:cubicBezTo>
                  <a:lnTo>
                    <a:pt x="14855" y="2127"/>
                  </a:lnTo>
                  <a:cubicBezTo>
                    <a:pt x="14965" y="3011"/>
                    <a:pt x="14413" y="3816"/>
                    <a:pt x="13624" y="3911"/>
                  </a:cubicBezTo>
                  <a:lnTo>
                    <a:pt x="1579" y="5395"/>
                  </a:lnTo>
                  <a:cubicBezTo>
                    <a:pt x="1536" y="5400"/>
                    <a:pt x="1493" y="5402"/>
                    <a:pt x="1450" y="5402"/>
                  </a:cubicBezTo>
                  <a:cubicBezTo>
                    <a:pt x="823" y="5402"/>
                    <a:pt x="373" y="4857"/>
                    <a:pt x="269" y="3911"/>
                  </a:cubicBezTo>
                  <a:lnTo>
                    <a:pt x="222" y="3595"/>
                  </a:lnTo>
                  <a:cubicBezTo>
                    <a:pt x="222" y="3579"/>
                    <a:pt x="206" y="3564"/>
                    <a:pt x="206" y="3564"/>
                  </a:cubicBezTo>
                  <a:lnTo>
                    <a:pt x="175" y="3564"/>
                  </a:lnTo>
                  <a:cubicBezTo>
                    <a:pt x="127" y="3579"/>
                    <a:pt x="80" y="3595"/>
                    <a:pt x="32" y="3595"/>
                  </a:cubicBezTo>
                  <a:cubicBezTo>
                    <a:pt x="27" y="3590"/>
                    <a:pt x="22" y="3588"/>
                    <a:pt x="17" y="3588"/>
                  </a:cubicBezTo>
                  <a:cubicBezTo>
                    <a:pt x="8" y="3588"/>
                    <a:pt x="1" y="3595"/>
                    <a:pt x="1" y="3595"/>
                  </a:cubicBezTo>
                  <a:cubicBezTo>
                    <a:pt x="1" y="3611"/>
                    <a:pt x="1" y="3627"/>
                    <a:pt x="1" y="3627"/>
                  </a:cubicBezTo>
                  <a:lnTo>
                    <a:pt x="48" y="3942"/>
                  </a:lnTo>
                  <a:cubicBezTo>
                    <a:pt x="166" y="5020"/>
                    <a:pt x="713" y="5656"/>
                    <a:pt x="1468" y="5656"/>
                  </a:cubicBezTo>
                  <a:cubicBezTo>
                    <a:pt x="1520" y="5656"/>
                    <a:pt x="1573" y="5653"/>
                    <a:pt x="1627" y="5647"/>
                  </a:cubicBezTo>
                  <a:lnTo>
                    <a:pt x="13655" y="4163"/>
                  </a:lnTo>
                  <a:cubicBezTo>
                    <a:pt x="14571" y="4053"/>
                    <a:pt x="15218" y="3122"/>
                    <a:pt x="15092" y="2096"/>
                  </a:cubicBezTo>
                  <a:lnTo>
                    <a:pt x="15044" y="1669"/>
                  </a:lnTo>
                  <a:cubicBezTo>
                    <a:pt x="14926" y="711"/>
                    <a:pt x="14175" y="1"/>
                    <a:pt x="1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1">
              <a:extLst>
                <a:ext uri="{FF2B5EF4-FFF2-40B4-BE49-F238E27FC236}">
                  <a16:creationId xmlns:a16="http://schemas.microsoft.com/office/drawing/2014/main" id="{5811D4E1-3AD3-75D7-4B1A-DA99B639DF77}"/>
                </a:ext>
              </a:extLst>
            </p:cNvPr>
            <p:cNvSpPr/>
            <p:nvPr/>
          </p:nvSpPr>
          <p:spPr>
            <a:xfrm>
              <a:off x="5555650" y="2092625"/>
              <a:ext cx="384775" cy="145025"/>
            </a:xfrm>
            <a:custGeom>
              <a:avLst/>
              <a:gdLst/>
              <a:ahLst/>
              <a:cxnLst/>
              <a:rect l="l" t="t" r="r" b="b"/>
              <a:pathLst>
                <a:path w="15391" h="5801" extrusionOk="0">
                  <a:moveTo>
                    <a:pt x="13464" y="170"/>
                  </a:moveTo>
                  <a:cubicBezTo>
                    <a:pt x="14264" y="170"/>
                    <a:pt x="14959" y="846"/>
                    <a:pt x="15075" y="1763"/>
                  </a:cubicBezTo>
                  <a:lnTo>
                    <a:pt x="15123" y="2189"/>
                  </a:lnTo>
                  <a:cubicBezTo>
                    <a:pt x="15233" y="3184"/>
                    <a:pt x="14617" y="4052"/>
                    <a:pt x="13733" y="4163"/>
                  </a:cubicBezTo>
                  <a:lnTo>
                    <a:pt x="1705" y="5646"/>
                  </a:lnTo>
                  <a:cubicBezTo>
                    <a:pt x="1653" y="5653"/>
                    <a:pt x="1602" y="5656"/>
                    <a:pt x="1551" y="5656"/>
                  </a:cubicBezTo>
                  <a:cubicBezTo>
                    <a:pt x="841" y="5656"/>
                    <a:pt x="323" y="5038"/>
                    <a:pt x="205" y="4020"/>
                  </a:cubicBezTo>
                  <a:lnTo>
                    <a:pt x="174" y="3736"/>
                  </a:lnTo>
                  <a:lnTo>
                    <a:pt x="253" y="3736"/>
                  </a:lnTo>
                  <a:lnTo>
                    <a:pt x="284" y="4005"/>
                  </a:lnTo>
                  <a:cubicBezTo>
                    <a:pt x="403" y="4997"/>
                    <a:pt x="869" y="5559"/>
                    <a:pt x="1552" y="5559"/>
                  </a:cubicBezTo>
                  <a:cubicBezTo>
                    <a:pt x="1597" y="5559"/>
                    <a:pt x="1643" y="5556"/>
                    <a:pt x="1689" y="5552"/>
                  </a:cubicBezTo>
                  <a:lnTo>
                    <a:pt x="13733" y="4068"/>
                  </a:lnTo>
                  <a:cubicBezTo>
                    <a:pt x="14554" y="3973"/>
                    <a:pt x="15154" y="3121"/>
                    <a:pt x="15028" y="2205"/>
                  </a:cubicBezTo>
                  <a:lnTo>
                    <a:pt x="14980" y="1763"/>
                  </a:lnTo>
                  <a:cubicBezTo>
                    <a:pt x="14877" y="891"/>
                    <a:pt x="14192" y="255"/>
                    <a:pt x="13419" y="255"/>
                  </a:cubicBezTo>
                  <a:cubicBezTo>
                    <a:pt x="13366" y="255"/>
                    <a:pt x="13313" y="257"/>
                    <a:pt x="13260" y="264"/>
                  </a:cubicBezTo>
                  <a:lnTo>
                    <a:pt x="6093" y="1148"/>
                  </a:lnTo>
                  <a:cubicBezTo>
                    <a:pt x="6093" y="1132"/>
                    <a:pt x="6078" y="1116"/>
                    <a:pt x="6078" y="1116"/>
                  </a:cubicBezTo>
                  <a:cubicBezTo>
                    <a:pt x="6078" y="1100"/>
                    <a:pt x="6078" y="1053"/>
                    <a:pt x="6125" y="1053"/>
                  </a:cubicBezTo>
                  <a:lnTo>
                    <a:pt x="13260" y="185"/>
                  </a:lnTo>
                  <a:cubicBezTo>
                    <a:pt x="13328" y="175"/>
                    <a:pt x="13396" y="170"/>
                    <a:pt x="13464" y="170"/>
                  </a:cubicBezTo>
                  <a:close/>
                  <a:moveTo>
                    <a:pt x="13412" y="0"/>
                  </a:moveTo>
                  <a:cubicBezTo>
                    <a:pt x="13351" y="0"/>
                    <a:pt x="13290" y="4"/>
                    <a:pt x="13228" y="11"/>
                  </a:cubicBezTo>
                  <a:lnTo>
                    <a:pt x="6078" y="895"/>
                  </a:lnTo>
                  <a:cubicBezTo>
                    <a:pt x="5967" y="895"/>
                    <a:pt x="5888" y="1005"/>
                    <a:pt x="5904" y="1116"/>
                  </a:cubicBezTo>
                  <a:cubicBezTo>
                    <a:pt x="5918" y="1217"/>
                    <a:pt x="5986" y="1292"/>
                    <a:pt x="6081" y="1292"/>
                  </a:cubicBezTo>
                  <a:cubicBezTo>
                    <a:pt x="6090" y="1292"/>
                    <a:pt x="6100" y="1291"/>
                    <a:pt x="6109" y="1290"/>
                  </a:cubicBezTo>
                  <a:lnTo>
                    <a:pt x="13276" y="421"/>
                  </a:lnTo>
                  <a:cubicBezTo>
                    <a:pt x="13327" y="415"/>
                    <a:pt x="13379" y="412"/>
                    <a:pt x="13430" y="412"/>
                  </a:cubicBezTo>
                  <a:cubicBezTo>
                    <a:pt x="14125" y="412"/>
                    <a:pt x="14734" y="999"/>
                    <a:pt x="14823" y="1779"/>
                  </a:cubicBezTo>
                  <a:lnTo>
                    <a:pt x="14870" y="2221"/>
                  </a:lnTo>
                  <a:cubicBezTo>
                    <a:pt x="14980" y="3058"/>
                    <a:pt x="14460" y="3815"/>
                    <a:pt x="13702" y="3910"/>
                  </a:cubicBezTo>
                  <a:lnTo>
                    <a:pt x="1673" y="5394"/>
                  </a:lnTo>
                  <a:cubicBezTo>
                    <a:pt x="1629" y="5399"/>
                    <a:pt x="1586" y="5402"/>
                    <a:pt x="1544" y="5402"/>
                  </a:cubicBezTo>
                  <a:cubicBezTo>
                    <a:pt x="951" y="5402"/>
                    <a:pt x="545" y="4888"/>
                    <a:pt x="442" y="3989"/>
                  </a:cubicBezTo>
                  <a:lnTo>
                    <a:pt x="395" y="3657"/>
                  </a:lnTo>
                  <a:cubicBezTo>
                    <a:pt x="381" y="3603"/>
                    <a:pt x="332" y="3560"/>
                    <a:pt x="267" y="3560"/>
                  </a:cubicBezTo>
                  <a:cubicBezTo>
                    <a:pt x="257" y="3560"/>
                    <a:pt x="247" y="3561"/>
                    <a:pt x="237" y="3563"/>
                  </a:cubicBezTo>
                  <a:cubicBezTo>
                    <a:pt x="205" y="3578"/>
                    <a:pt x="158" y="3594"/>
                    <a:pt x="126" y="3594"/>
                  </a:cubicBezTo>
                  <a:cubicBezTo>
                    <a:pt x="95" y="3594"/>
                    <a:pt x="63" y="3594"/>
                    <a:pt x="32" y="3626"/>
                  </a:cubicBezTo>
                  <a:cubicBezTo>
                    <a:pt x="16" y="3657"/>
                    <a:pt x="0" y="3689"/>
                    <a:pt x="16" y="3721"/>
                  </a:cubicBezTo>
                  <a:lnTo>
                    <a:pt x="48" y="4036"/>
                  </a:lnTo>
                  <a:cubicBezTo>
                    <a:pt x="194" y="5149"/>
                    <a:pt x="748" y="5800"/>
                    <a:pt x="1533" y="5800"/>
                  </a:cubicBezTo>
                  <a:cubicBezTo>
                    <a:pt x="1594" y="5800"/>
                    <a:pt x="1657" y="5796"/>
                    <a:pt x="1721" y="5788"/>
                  </a:cubicBezTo>
                  <a:lnTo>
                    <a:pt x="13765" y="4320"/>
                  </a:lnTo>
                  <a:cubicBezTo>
                    <a:pt x="14728" y="4194"/>
                    <a:pt x="15391" y="3231"/>
                    <a:pt x="15249" y="2174"/>
                  </a:cubicBezTo>
                  <a:lnTo>
                    <a:pt x="15201" y="1732"/>
                  </a:lnTo>
                  <a:cubicBezTo>
                    <a:pt x="15083" y="742"/>
                    <a:pt x="14301" y="0"/>
                    <a:pt x="13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7" name="Google Shape;527;p41">
            <a:extLst>
              <a:ext uri="{FF2B5EF4-FFF2-40B4-BE49-F238E27FC236}">
                <a16:creationId xmlns:a16="http://schemas.microsoft.com/office/drawing/2014/main" id="{EDD3CEF8-A352-8105-9BED-CEAC53D6CD07}"/>
              </a:ext>
            </a:extLst>
          </p:cNvPr>
          <p:cNvSpPr/>
          <p:nvPr/>
        </p:nvSpPr>
        <p:spPr>
          <a:xfrm>
            <a:off x="8361191" y="487888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1">
            <a:extLst>
              <a:ext uri="{FF2B5EF4-FFF2-40B4-BE49-F238E27FC236}">
                <a16:creationId xmlns:a16="http://schemas.microsoft.com/office/drawing/2014/main" id="{CA1B0A19-FA7F-9324-7B0B-D8659C528D0F}"/>
              </a:ext>
            </a:extLst>
          </p:cNvPr>
          <p:cNvSpPr/>
          <p:nvPr/>
        </p:nvSpPr>
        <p:spPr>
          <a:xfrm>
            <a:off x="278600" y="4399092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9" name="Google Shape;529;p41">
            <a:extLst>
              <a:ext uri="{FF2B5EF4-FFF2-40B4-BE49-F238E27FC236}">
                <a16:creationId xmlns:a16="http://schemas.microsoft.com/office/drawing/2014/main" id="{C2CD514E-DCAC-572E-907E-A04BBEE5F86B}"/>
              </a:ext>
            </a:extLst>
          </p:cNvPr>
          <p:cNvGrpSpPr/>
          <p:nvPr/>
        </p:nvGrpSpPr>
        <p:grpSpPr>
          <a:xfrm rot="-3512591">
            <a:off x="4379686" y="771103"/>
            <a:ext cx="384630" cy="574466"/>
            <a:chOff x="5896600" y="1746775"/>
            <a:chExt cx="180375" cy="269400"/>
          </a:xfrm>
        </p:grpSpPr>
        <p:sp>
          <p:nvSpPr>
            <p:cNvPr id="530" name="Google Shape;530;p41">
              <a:extLst>
                <a:ext uri="{FF2B5EF4-FFF2-40B4-BE49-F238E27FC236}">
                  <a16:creationId xmlns:a16="http://schemas.microsoft.com/office/drawing/2014/main" id="{F7727693-413F-D3F7-FA3A-6C427BB302F9}"/>
                </a:ext>
              </a:extLst>
            </p:cNvPr>
            <p:cNvSpPr/>
            <p:nvPr/>
          </p:nvSpPr>
          <p:spPr>
            <a:xfrm>
              <a:off x="5900150" y="1796400"/>
              <a:ext cx="139325" cy="211275"/>
            </a:xfrm>
            <a:custGeom>
              <a:avLst/>
              <a:gdLst/>
              <a:ahLst/>
              <a:cxnLst/>
              <a:rect l="l" t="t" r="r" b="b"/>
              <a:pathLst>
                <a:path w="5573" h="8451" extrusionOk="0">
                  <a:moveTo>
                    <a:pt x="4511" y="1"/>
                  </a:moveTo>
                  <a:cubicBezTo>
                    <a:pt x="4172" y="1"/>
                    <a:pt x="3815" y="225"/>
                    <a:pt x="3616" y="589"/>
                  </a:cubicBezTo>
                  <a:lnTo>
                    <a:pt x="253" y="7030"/>
                  </a:lnTo>
                  <a:cubicBezTo>
                    <a:pt x="1" y="7535"/>
                    <a:pt x="111" y="8119"/>
                    <a:pt x="537" y="8324"/>
                  </a:cubicBezTo>
                  <a:lnTo>
                    <a:pt x="711" y="8419"/>
                  </a:lnTo>
                  <a:lnTo>
                    <a:pt x="758" y="8450"/>
                  </a:lnTo>
                  <a:cubicBezTo>
                    <a:pt x="774" y="8403"/>
                    <a:pt x="806" y="8403"/>
                    <a:pt x="837" y="8371"/>
                  </a:cubicBezTo>
                  <a:cubicBezTo>
                    <a:pt x="822" y="8371"/>
                    <a:pt x="790" y="8324"/>
                    <a:pt x="774" y="8324"/>
                  </a:cubicBezTo>
                  <a:lnTo>
                    <a:pt x="601" y="8245"/>
                  </a:lnTo>
                  <a:cubicBezTo>
                    <a:pt x="206" y="7993"/>
                    <a:pt x="80" y="7472"/>
                    <a:pt x="332" y="7061"/>
                  </a:cubicBezTo>
                  <a:lnTo>
                    <a:pt x="3679" y="637"/>
                  </a:lnTo>
                  <a:cubicBezTo>
                    <a:pt x="3856" y="294"/>
                    <a:pt x="4184" y="93"/>
                    <a:pt x="4496" y="93"/>
                  </a:cubicBezTo>
                  <a:cubicBezTo>
                    <a:pt x="4601" y="93"/>
                    <a:pt x="4704" y="115"/>
                    <a:pt x="4799" y="163"/>
                  </a:cubicBezTo>
                  <a:lnTo>
                    <a:pt x="4973" y="258"/>
                  </a:lnTo>
                  <a:cubicBezTo>
                    <a:pt x="5352" y="463"/>
                    <a:pt x="5462" y="984"/>
                    <a:pt x="5226" y="1442"/>
                  </a:cubicBezTo>
                  <a:lnTo>
                    <a:pt x="3821" y="4141"/>
                  </a:lnTo>
                  <a:cubicBezTo>
                    <a:pt x="3800" y="4183"/>
                    <a:pt x="3821" y="4211"/>
                    <a:pt x="3847" y="4211"/>
                  </a:cubicBezTo>
                  <a:cubicBezTo>
                    <a:pt x="3859" y="4211"/>
                    <a:pt x="3873" y="4204"/>
                    <a:pt x="3884" y="4188"/>
                  </a:cubicBezTo>
                  <a:lnTo>
                    <a:pt x="5305" y="1473"/>
                  </a:lnTo>
                  <a:cubicBezTo>
                    <a:pt x="5573" y="968"/>
                    <a:pt x="5447" y="384"/>
                    <a:pt x="5036" y="179"/>
                  </a:cubicBezTo>
                  <a:lnTo>
                    <a:pt x="4847" y="84"/>
                  </a:lnTo>
                  <a:cubicBezTo>
                    <a:pt x="4742" y="28"/>
                    <a:pt x="4627" y="1"/>
                    <a:pt x="4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1">
              <a:extLst>
                <a:ext uri="{FF2B5EF4-FFF2-40B4-BE49-F238E27FC236}">
                  <a16:creationId xmlns:a16="http://schemas.microsoft.com/office/drawing/2014/main" id="{F8174FCB-F45B-071D-D1C7-75BD05578D6B}"/>
                </a:ext>
              </a:extLst>
            </p:cNvPr>
            <p:cNvSpPr/>
            <p:nvPr/>
          </p:nvSpPr>
          <p:spPr>
            <a:xfrm>
              <a:off x="5898175" y="1795025"/>
              <a:ext cx="142500" cy="213825"/>
            </a:xfrm>
            <a:custGeom>
              <a:avLst/>
              <a:gdLst/>
              <a:ahLst/>
              <a:cxnLst/>
              <a:rect l="l" t="t" r="r" b="b"/>
              <a:pathLst>
                <a:path w="5700" h="8553" extrusionOk="0">
                  <a:moveTo>
                    <a:pt x="4579" y="0"/>
                  </a:moveTo>
                  <a:cubicBezTo>
                    <a:pt x="4215" y="0"/>
                    <a:pt x="3845" y="233"/>
                    <a:pt x="3647" y="628"/>
                  </a:cubicBezTo>
                  <a:lnTo>
                    <a:pt x="285" y="7069"/>
                  </a:lnTo>
                  <a:cubicBezTo>
                    <a:pt x="1" y="7590"/>
                    <a:pt x="143" y="8205"/>
                    <a:pt x="585" y="8442"/>
                  </a:cubicBezTo>
                  <a:lnTo>
                    <a:pt x="759" y="8537"/>
                  </a:lnTo>
                  <a:lnTo>
                    <a:pt x="806" y="8553"/>
                  </a:lnTo>
                  <a:lnTo>
                    <a:pt x="853" y="8553"/>
                  </a:lnTo>
                  <a:cubicBezTo>
                    <a:pt x="869" y="8553"/>
                    <a:pt x="885" y="8537"/>
                    <a:pt x="885" y="8521"/>
                  </a:cubicBezTo>
                  <a:lnTo>
                    <a:pt x="901" y="8505"/>
                  </a:lnTo>
                  <a:cubicBezTo>
                    <a:pt x="916" y="8505"/>
                    <a:pt x="932" y="8490"/>
                    <a:pt x="948" y="8474"/>
                  </a:cubicBezTo>
                  <a:cubicBezTo>
                    <a:pt x="948" y="8474"/>
                    <a:pt x="948" y="8474"/>
                    <a:pt x="964" y="8458"/>
                  </a:cubicBezTo>
                  <a:cubicBezTo>
                    <a:pt x="980" y="8426"/>
                    <a:pt x="964" y="8395"/>
                    <a:pt x="932" y="8379"/>
                  </a:cubicBezTo>
                  <a:lnTo>
                    <a:pt x="916" y="8363"/>
                  </a:lnTo>
                  <a:cubicBezTo>
                    <a:pt x="901" y="8347"/>
                    <a:pt x="901" y="8347"/>
                    <a:pt x="885" y="8332"/>
                  </a:cubicBezTo>
                  <a:lnTo>
                    <a:pt x="711" y="8253"/>
                  </a:lnTo>
                  <a:cubicBezTo>
                    <a:pt x="348" y="8063"/>
                    <a:pt x="238" y="7574"/>
                    <a:pt x="459" y="7164"/>
                  </a:cubicBezTo>
                  <a:lnTo>
                    <a:pt x="3805" y="723"/>
                  </a:lnTo>
                  <a:cubicBezTo>
                    <a:pt x="3982" y="405"/>
                    <a:pt x="4281" y="210"/>
                    <a:pt x="4566" y="210"/>
                  </a:cubicBezTo>
                  <a:cubicBezTo>
                    <a:pt x="4663" y="210"/>
                    <a:pt x="4759" y="233"/>
                    <a:pt x="4847" y="281"/>
                  </a:cubicBezTo>
                  <a:lnTo>
                    <a:pt x="5021" y="376"/>
                  </a:lnTo>
                  <a:cubicBezTo>
                    <a:pt x="5368" y="550"/>
                    <a:pt x="5478" y="1055"/>
                    <a:pt x="5257" y="1481"/>
                  </a:cubicBezTo>
                  <a:lnTo>
                    <a:pt x="3852" y="4164"/>
                  </a:lnTo>
                  <a:cubicBezTo>
                    <a:pt x="3837" y="4196"/>
                    <a:pt x="3821" y="4228"/>
                    <a:pt x="3837" y="4259"/>
                  </a:cubicBezTo>
                  <a:cubicBezTo>
                    <a:pt x="3837" y="4275"/>
                    <a:pt x="3852" y="4306"/>
                    <a:pt x="3884" y="4306"/>
                  </a:cubicBezTo>
                  <a:cubicBezTo>
                    <a:pt x="3901" y="4318"/>
                    <a:pt x="3920" y="4323"/>
                    <a:pt x="3937" y="4323"/>
                  </a:cubicBezTo>
                  <a:cubicBezTo>
                    <a:pt x="3970" y="4323"/>
                    <a:pt x="4000" y="4305"/>
                    <a:pt x="4010" y="4275"/>
                  </a:cubicBezTo>
                  <a:lnTo>
                    <a:pt x="5431" y="1560"/>
                  </a:lnTo>
                  <a:cubicBezTo>
                    <a:pt x="5699" y="1039"/>
                    <a:pt x="5573" y="423"/>
                    <a:pt x="5131" y="186"/>
                  </a:cubicBezTo>
                  <a:lnTo>
                    <a:pt x="4957" y="92"/>
                  </a:lnTo>
                  <a:cubicBezTo>
                    <a:pt x="4837" y="30"/>
                    <a:pt x="4708" y="0"/>
                    <a:pt x="4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1">
              <a:extLst>
                <a:ext uri="{FF2B5EF4-FFF2-40B4-BE49-F238E27FC236}">
                  <a16:creationId xmlns:a16="http://schemas.microsoft.com/office/drawing/2014/main" id="{52B81C53-48EB-D48D-953D-A797ABB2F1B7}"/>
                </a:ext>
              </a:extLst>
            </p:cNvPr>
            <p:cNvSpPr/>
            <p:nvPr/>
          </p:nvSpPr>
          <p:spPr>
            <a:xfrm>
              <a:off x="5897800" y="1795075"/>
              <a:ext cx="142875" cy="215750"/>
            </a:xfrm>
            <a:custGeom>
              <a:avLst/>
              <a:gdLst/>
              <a:ahLst/>
              <a:cxnLst/>
              <a:rect l="l" t="t" r="r" b="b"/>
              <a:pathLst>
                <a:path w="5715" h="8630" extrusionOk="0">
                  <a:moveTo>
                    <a:pt x="4595" y="0"/>
                  </a:moveTo>
                  <a:cubicBezTo>
                    <a:pt x="4234" y="0"/>
                    <a:pt x="3858" y="239"/>
                    <a:pt x="3646" y="626"/>
                  </a:cubicBezTo>
                  <a:lnTo>
                    <a:pt x="284" y="7067"/>
                  </a:lnTo>
                  <a:cubicBezTo>
                    <a:pt x="0" y="7588"/>
                    <a:pt x="142" y="8172"/>
                    <a:pt x="584" y="8409"/>
                  </a:cubicBezTo>
                  <a:lnTo>
                    <a:pt x="1042" y="8630"/>
                  </a:lnTo>
                  <a:cubicBezTo>
                    <a:pt x="1058" y="8566"/>
                    <a:pt x="1089" y="8519"/>
                    <a:pt x="1152" y="8488"/>
                  </a:cubicBezTo>
                  <a:lnTo>
                    <a:pt x="774" y="8282"/>
                  </a:lnTo>
                  <a:cubicBezTo>
                    <a:pt x="395" y="8046"/>
                    <a:pt x="253" y="7540"/>
                    <a:pt x="474" y="7162"/>
                  </a:cubicBezTo>
                  <a:lnTo>
                    <a:pt x="3820" y="721"/>
                  </a:lnTo>
                  <a:cubicBezTo>
                    <a:pt x="3997" y="403"/>
                    <a:pt x="4296" y="208"/>
                    <a:pt x="4581" y="208"/>
                  </a:cubicBezTo>
                  <a:cubicBezTo>
                    <a:pt x="4678" y="208"/>
                    <a:pt x="4774" y="231"/>
                    <a:pt x="4862" y="279"/>
                  </a:cubicBezTo>
                  <a:lnTo>
                    <a:pt x="5036" y="374"/>
                  </a:lnTo>
                  <a:cubicBezTo>
                    <a:pt x="5383" y="548"/>
                    <a:pt x="5493" y="1053"/>
                    <a:pt x="5272" y="1479"/>
                  </a:cubicBezTo>
                  <a:lnTo>
                    <a:pt x="3867" y="4162"/>
                  </a:lnTo>
                  <a:cubicBezTo>
                    <a:pt x="3852" y="4194"/>
                    <a:pt x="3836" y="4226"/>
                    <a:pt x="3852" y="4257"/>
                  </a:cubicBezTo>
                  <a:cubicBezTo>
                    <a:pt x="3852" y="4273"/>
                    <a:pt x="3867" y="4304"/>
                    <a:pt x="3899" y="4304"/>
                  </a:cubicBezTo>
                  <a:cubicBezTo>
                    <a:pt x="3916" y="4316"/>
                    <a:pt x="3933" y="4321"/>
                    <a:pt x="3949" y="4321"/>
                  </a:cubicBezTo>
                  <a:cubicBezTo>
                    <a:pt x="3978" y="4321"/>
                    <a:pt x="4005" y="4303"/>
                    <a:pt x="4025" y="4273"/>
                  </a:cubicBezTo>
                  <a:lnTo>
                    <a:pt x="5430" y="1558"/>
                  </a:lnTo>
                  <a:cubicBezTo>
                    <a:pt x="5714" y="1037"/>
                    <a:pt x="5572" y="421"/>
                    <a:pt x="5130" y="184"/>
                  </a:cubicBezTo>
                  <a:lnTo>
                    <a:pt x="4957" y="90"/>
                  </a:lnTo>
                  <a:cubicBezTo>
                    <a:pt x="4843" y="29"/>
                    <a:pt x="4720" y="0"/>
                    <a:pt x="4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1">
              <a:extLst>
                <a:ext uri="{FF2B5EF4-FFF2-40B4-BE49-F238E27FC236}">
                  <a16:creationId xmlns:a16="http://schemas.microsoft.com/office/drawing/2014/main" id="{1ED97513-5F6C-DE55-839F-08BC2E88F935}"/>
                </a:ext>
              </a:extLst>
            </p:cNvPr>
            <p:cNvSpPr/>
            <p:nvPr/>
          </p:nvSpPr>
          <p:spPr>
            <a:xfrm>
              <a:off x="5896600" y="1793500"/>
              <a:ext cx="146050" cy="218675"/>
            </a:xfrm>
            <a:custGeom>
              <a:avLst/>
              <a:gdLst/>
              <a:ahLst/>
              <a:cxnLst/>
              <a:rect l="l" t="t" r="r" b="b"/>
              <a:pathLst>
                <a:path w="5842" h="8747" extrusionOk="0">
                  <a:moveTo>
                    <a:pt x="4637" y="133"/>
                  </a:moveTo>
                  <a:cubicBezTo>
                    <a:pt x="4754" y="133"/>
                    <a:pt x="4868" y="159"/>
                    <a:pt x="4973" y="216"/>
                  </a:cubicBezTo>
                  <a:lnTo>
                    <a:pt x="5162" y="311"/>
                  </a:lnTo>
                  <a:cubicBezTo>
                    <a:pt x="5573" y="532"/>
                    <a:pt x="5699" y="1116"/>
                    <a:pt x="5431" y="1605"/>
                  </a:cubicBezTo>
                  <a:lnTo>
                    <a:pt x="4026" y="4320"/>
                  </a:lnTo>
                  <a:cubicBezTo>
                    <a:pt x="4018" y="4336"/>
                    <a:pt x="4002" y="4344"/>
                    <a:pt x="3986" y="4344"/>
                  </a:cubicBezTo>
                  <a:cubicBezTo>
                    <a:pt x="3971" y="4344"/>
                    <a:pt x="3955" y="4336"/>
                    <a:pt x="3947" y="4320"/>
                  </a:cubicBezTo>
                  <a:cubicBezTo>
                    <a:pt x="3947" y="4304"/>
                    <a:pt x="3947" y="4289"/>
                    <a:pt x="3947" y="4273"/>
                  </a:cubicBezTo>
                  <a:lnTo>
                    <a:pt x="5352" y="1573"/>
                  </a:lnTo>
                  <a:cubicBezTo>
                    <a:pt x="5589" y="1116"/>
                    <a:pt x="5478" y="595"/>
                    <a:pt x="5099" y="390"/>
                  </a:cubicBezTo>
                  <a:lnTo>
                    <a:pt x="4926" y="295"/>
                  </a:lnTo>
                  <a:cubicBezTo>
                    <a:pt x="4830" y="247"/>
                    <a:pt x="4728" y="225"/>
                    <a:pt x="4625" y="225"/>
                  </a:cubicBezTo>
                  <a:cubicBezTo>
                    <a:pt x="4317" y="225"/>
                    <a:pt x="3998" y="426"/>
                    <a:pt x="3821" y="768"/>
                  </a:cubicBezTo>
                  <a:lnTo>
                    <a:pt x="458" y="7193"/>
                  </a:lnTo>
                  <a:cubicBezTo>
                    <a:pt x="222" y="7619"/>
                    <a:pt x="364" y="8156"/>
                    <a:pt x="774" y="8408"/>
                  </a:cubicBezTo>
                  <a:lnTo>
                    <a:pt x="1090" y="8566"/>
                  </a:lnTo>
                  <a:cubicBezTo>
                    <a:pt x="1074" y="8582"/>
                    <a:pt x="1058" y="8598"/>
                    <a:pt x="1043" y="8629"/>
                  </a:cubicBezTo>
                  <a:lnTo>
                    <a:pt x="664" y="8440"/>
                  </a:lnTo>
                  <a:cubicBezTo>
                    <a:pt x="253" y="8219"/>
                    <a:pt x="127" y="7651"/>
                    <a:pt x="380" y="7161"/>
                  </a:cubicBezTo>
                  <a:lnTo>
                    <a:pt x="3758" y="721"/>
                  </a:lnTo>
                  <a:cubicBezTo>
                    <a:pt x="3945" y="357"/>
                    <a:pt x="4299" y="133"/>
                    <a:pt x="4637" y="133"/>
                  </a:cubicBezTo>
                  <a:close/>
                  <a:moveTo>
                    <a:pt x="4655" y="1"/>
                  </a:moveTo>
                  <a:cubicBezTo>
                    <a:pt x="4270" y="1"/>
                    <a:pt x="3871" y="246"/>
                    <a:pt x="3647" y="658"/>
                  </a:cubicBezTo>
                  <a:lnTo>
                    <a:pt x="285" y="7098"/>
                  </a:lnTo>
                  <a:cubicBezTo>
                    <a:pt x="1" y="7651"/>
                    <a:pt x="143" y="8282"/>
                    <a:pt x="616" y="8519"/>
                  </a:cubicBezTo>
                  <a:lnTo>
                    <a:pt x="1058" y="8740"/>
                  </a:lnTo>
                  <a:cubicBezTo>
                    <a:pt x="1067" y="8744"/>
                    <a:pt x="1075" y="8746"/>
                    <a:pt x="1083" y="8746"/>
                  </a:cubicBezTo>
                  <a:cubicBezTo>
                    <a:pt x="1106" y="8746"/>
                    <a:pt x="1126" y="8732"/>
                    <a:pt x="1137" y="8708"/>
                  </a:cubicBezTo>
                  <a:cubicBezTo>
                    <a:pt x="1153" y="8661"/>
                    <a:pt x="1169" y="8629"/>
                    <a:pt x="1216" y="8598"/>
                  </a:cubicBezTo>
                  <a:cubicBezTo>
                    <a:pt x="1232" y="8582"/>
                    <a:pt x="1248" y="8566"/>
                    <a:pt x="1248" y="8551"/>
                  </a:cubicBezTo>
                  <a:cubicBezTo>
                    <a:pt x="1248" y="8519"/>
                    <a:pt x="1232" y="8503"/>
                    <a:pt x="1216" y="8503"/>
                  </a:cubicBezTo>
                  <a:lnTo>
                    <a:pt x="837" y="8282"/>
                  </a:lnTo>
                  <a:cubicBezTo>
                    <a:pt x="474" y="8061"/>
                    <a:pt x="364" y="7603"/>
                    <a:pt x="569" y="7240"/>
                  </a:cubicBezTo>
                  <a:lnTo>
                    <a:pt x="3931" y="800"/>
                  </a:lnTo>
                  <a:cubicBezTo>
                    <a:pt x="4085" y="503"/>
                    <a:pt x="4365" y="332"/>
                    <a:pt x="4634" y="332"/>
                  </a:cubicBezTo>
                  <a:cubicBezTo>
                    <a:pt x="4724" y="332"/>
                    <a:pt x="4812" y="350"/>
                    <a:pt x="4894" y="390"/>
                  </a:cubicBezTo>
                  <a:lnTo>
                    <a:pt x="5068" y="484"/>
                  </a:lnTo>
                  <a:cubicBezTo>
                    <a:pt x="5383" y="658"/>
                    <a:pt x="5462" y="1116"/>
                    <a:pt x="5257" y="1510"/>
                  </a:cubicBezTo>
                  <a:lnTo>
                    <a:pt x="3852" y="4194"/>
                  </a:lnTo>
                  <a:cubicBezTo>
                    <a:pt x="3837" y="4241"/>
                    <a:pt x="3821" y="4289"/>
                    <a:pt x="3837" y="4336"/>
                  </a:cubicBezTo>
                  <a:cubicBezTo>
                    <a:pt x="3862" y="4403"/>
                    <a:pt x="3927" y="4439"/>
                    <a:pt x="3992" y="4439"/>
                  </a:cubicBezTo>
                  <a:cubicBezTo>
                    <a:pt x="4049" y="4439"/>
                    <a:pt x="4107" y="4411"/>
                    <a:pt x="4136" y="4352"/>
                  </a:cubicBezTo>
                  <a:lnTo>
                    <a:pt x="5541" y="1652"/>
                  </a:lnTo>
                  <a:cubicBezTo>
                    <a:pt x="5841" y="1100"/>
                    <a:pt x="5683" y="437"/>
                    <a:pt x="5210" y="184"/>
                  </a:cubicBezTo>
                  <a:lnTo>
                    <a:pt x="5036" y="90"/>
                  </a:lnTo>
                  <a:cubicBezTo>
                    <a:pt x="4916" y="29"/>
                    <a:pt x="4786" y="1"/>
                    <a:pt x="4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1">
              <a:extLst>
                <a:ext uri="{FF2B5EF4-FFF2-40B4-BE49-F238E27FC236}">
                  <a16:creationId xmlns:a16="http://schemas.microsoft.com/office/drawing/2014/main" id="{7978D324-02D7-5023-BF80-6385062429FC}"/>
                </a:ext>
              </a:extLst>
            </p:cNvPr>
            <p:cNvSpPr/>
            <p:nvPr/>
          </p:nvSpPr>
          <p:spPr>
            <a:xfrm>
              <a:off x="5913175" y="1747925"/>
              <a:ext cx="162225" cy="266725"/>
            </a:xfrm>
            <a:custGeom>
              <a:avLst/>
              <a:gdLst/>
              <a:ahLst/>
              <a:cxnLst/>
              <a:rect l="l" t="t" r="r" b="b"/>
              <a:pathLst>
                <a:path w="6489" h="10669" extrusionOk="0">
                  <a:moveTo>
                    <a:pt x="4503" y="1"/>
                  </a:moveTo>
                  <a:cubicBezTo>
                    <a:pt x="4031" y="1"/>
                    <a:pt x="3591" y="236"/>
                    <a:pt x="3379" y="650"/>
                  </a:cubicBezTo>
                  <a:lnTo>
                    <a:pt x="869" y="5433"/>
                  </a:lnTo>
                  <a:cubicBezTo>
                    <a:pt x="853" y="5480"/>
                    <a:pt x="869" y="5527"/>
                    <a:pt x="916" y="5559"/>
                  </a:cubicBezTo>
                  <a:cubicBezTo>
                    <a:pt x="929" y="5563"/>
                    <a:pt x="942" y="5565"/>
                    <a:pt x="954" y="5565"/>
                  </a:cubicBezTo>
                  <a:cubicBezTo>
                    <a:pt x="987" y="5565"/>
                    <a:pt x="1015" y="5551"/>
                    <a:pt x="1027" y="5527"/>
                  </a:cubicBezTo>
                  <a:lnTo>
                    <a:pt x="3537" y="729"/>
                  </a:lnTo>
                  <a:cubicBezTo>
                    <a:pt x="3727" y="380"/>
                    <a:pt x="4107" y="180"/>
                    <a:pt x="4513" y="180"/>
                  </a:cubicBezTo>
                  <a:cubicBezTo>
                    <a:pt x="4714" y="180"/>
                    <a:pt x="4922" y="229"/>
                    <a:pt x="5115" y="334"/>
                  </a:cubicBezTo>
                  <a:lnTo>
                    <a:pt x="5415" y="492"/>
                  </a:lnTo>
                  <a:cubicBezTo>
                    <a:pt x="5999" y="792"/>
                    <a:pt x="6267" y="1486"/>
                    <a:pt x="5983" y="2007"/>
                  </a:cubicBezTo>
                  <a:lnTo>
                    <a:pt x="1769" y="10074"/>
                  </a:lnTo>
                  <a:cubicBezTo>
                    <a:pt x="1622" y="10348"/>
                    <a:pt x="1380" y="10490"/>
                    <a:pt x="1070" y="10490"/>
                  </a:cubicBezTo>
                  <a:cubicBezTo>
                    <a:pt x="846" y="10490"/>
                    <a:pt x="586" y="10416"/>
                    <a:pt x="301" y="10263"/>
                  </a:cubicBezTo>
                  <a:lnTo>
                    <a:pt x="80" y="10153"/>
                  </a:lnTo>
                  <a:lnTo>
                    <a:pt x="64" y="10153"/>
                  </a:lnTo>
                  <a:cubicBezTo>
                    <a:pt x="48" y="10153"/>
                    <a:pt x="48" y="10168"/>
                    <a:pt x="32" y="10168"/>
                  </a:cubicBezTo>
                  <a:cubicBezTo>
                    <a:pt x="32" y="10216"/>
                    <a:pt x="16" y="10247"/>
                    <a:pt x="1" y="10263"/>
                  </a:cubicBezTo>
                  <a:cubicBezTo>
                    <a:pt x="1" y="10279"/>
                    <a:pt x="1" y="10295"/>
                    <a:pt x="1" y="10295"/>
                  </a:cubicBezTo>
                  <a:cubicBezTo>
                    <a:pt x="1" y="10310"/>
                    <a:pt x="1" y="10310"/>
                    <a:pt x="16" y="10310"/>
                  </a:cubicBezTo>
                  <a:lnTo>
                    <a:pt x="222" y="10421"/>
                  </a:lnTo>
                  <a:cubicBezTo>
                    <a:pt x="536" y="10588"/>
                    <a:pt x="832" y="10668"/>
                    <a:pt x="1092" y="10668"/>
                  </a:cubicBezTo>
                  <a:cubicBezTo>
                    <a:pt x="1472" y="10668"/>
                    <a:pt x="1774" y="10496"/>
                    <a:pt x="1942" y="10168"/>
                  </a:cubicBezTo>
                  <a:lnTo>
                    <a:pt x="6157" y="2102"/>
                  </a:lnTo>
                  <a:cubicBezTo>
                    <a:pt x="6488" y="1486"/>
                    <a:pt x="6189" y="697"/>
                    <a:pt x="5494" y="334"/>
                  </a:cubicBezTo>
                  <a:lnTo>
                    <a:pt x="5194" y="176"/>
                  </a:lnTo>
                  <a:cubicBezTo>
                    <a:pt x="4971" y="57"/>
                    <a:pt x="4733" y="1"/>
                    <a:pt x="4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1">
              <a:extLst>
                <a:ext uri="{FF2B5EF4-FFF2-40B4-BE49-F238E27FC236}">
                  <a16:creationId xmlns:a16="http://schemas.microsoft.com/office/drawing/2014/main" id="{364BF7E1-879E-548E-D4B1-227FA9ACC2B3}"/>
                </a:ext>
              </a:extLst>
            </p:cNvPr>
            <p:cNvSpPr/>
            <p:nvPr/>
          </p:nvSpPr>
          <p:spPr>
            <a:xfrm>
              <a:off x="5911600" y="1746775"/>
              <a:ext cx="165375" cy="269400"/>
            </a:xfrm>
            <a:custGeom>
              <a:avLst/>
              <a:gdLst/>
              <a:ahLst/>
              <a:cxnLst/>
              <a:rect l="l" t="t" r="r" b="b"/>
              <a:pathLst>
                <a:path w="6615" h="10776" extrusionOk="0">
                  <a:moveTo>
                    <a:pt x="4563" y="116"/>
                  </a:moveTo>
                  <a:cubicBezTo>
                    <a:pt x="4788" y="116"/>
                    <a:pt x="5021" y="170"/>
                    <a:pt x="5241" y="285"/>
                  </a:cubicBezTo>
                  <a:lnTo>
                    <a:pt x="5525" y="443"/>
                  </a:lnTo>
                  <a:cubicBezTo>
                    <a:pt x="6188" y="791"/>
                    <a:pt x="6473" y="1532"/>
                    <a:pt x="6157" y="2132"/>
                  </a:cubicBezTo>
                  <a:lnTo>
                    <a:pt x="1942" y="10183"/>
                  </a:lnTo>
                  <a:cubicBezTo>
                    <a:pt x="1784" y="10499"/>
                    <a:pt x="1500" y="10661"/>
                    <a:pt x="1142" y="10661"/>
                  </a:cubicBezTo>
                  <a:cubicBezTo>
                    <a:pt x="892" y="10661"/>
                    <a:pt x="606" y="10582"/>
                    <a:pt x="300" y="10420"/>
                  </a:cubicBezTo>
                  <a:lnTo>
                    <a:pt x="127" y="10325"/>
                  </a:lnTo>
                  <a:cubicBezTo>
                    <a:pt x="127" y="10309"/>
                    <a:pt x="143" y="10293"/>
                    <a:pt x="143" y="10277"/>
                  </a:cubicBezTo>
                  <a:lnTo>
                    <a:pt x="332" y="10372"/>
                  </a:lnTo>
                  <a:cubicBezTo>
                    <a:pt x="624" y="10528"/>
                    <a:pt x="895" y="10604"/>
                    <a:pt x="1130" y="10604"/>
                  </a:cubicBezTo>
                  <a:cubicBezTo>
                    <a:pt x="1467" y="10604"/>
                    <a:pt x="1730" y="10449"/>
                    <a:pt x="1879" y="10151"/>
                  </a:cubicBezTo>
                  <a:lnTo>
                    <a:pt x="6094" y="2101"/>
                  </a:lnTo>
                  <a:cubicBezTo>
                    <a:pt x="6394" y="1532"/>
                    <a:pt x="6125" y="822"/>
                    <a:pt x="5510" y="491"/>
                  </a:cubicBezTo>
                  <a:lnTo>
                    <a:pt x="5225" y="333"/>
                  </a:lnTo>
                  <a:cubicBezTo>
                    <a:pt x="5019" y="229"/>
                    <a:pt x="4800" y="180"/>
                    <a:pt x="4589" y="180"/>
                  </a:cubicBezTo>
                  <a:cubicBezTo>
                    <a:pt x="4155" y="180"/>
                    <a:pt x="3754" y="387"/>
                    <a:pt x="3552" y="759"/>
                  </a:cubicBezTo>
                  <a:lnTo>
                    <a:pt x="1058" y="5558"/>
                  </a:lnTo>
                  <a:lnTo>
                    <a:pt x="1011" y="5558"/>
                  </a:lnTo>
                  <a:cubicBezTo>
                    <a:pt x="995" y="5558"/>
                    <a:pt x="979" y="5526"/>
                    <a:pt x="979" y="5510"/>
                  </a:cubicBezTo>
                  <a:lnTo>
                    <a:pt x="3489" y="727"/>
                  </a:lnTo>
                  <a:cubicBezTo>
                    <a:pt x="3690" y="337"/>
                    <a:pt x="4109" y="116"/>
                    <a:pt x="4563" y="116"/>
                  </a:cubicBezTo>
                  <a:close/>
                  <a:moveTo>
                    <a:pt x="4570" y="0"/>
                  </a:moveTo>
                  <a:cubicBezTo>
                    <a:pt x="4077" y="0"/>
                    <a:pt x="3618" y="239"/>
                    <a:pt x="3394" y="664"/>
                  </a:cubicBezTo>
                  <a:lnTo>
                    <a:pt x="885" y="5463"/>
                  </a:lnTo>
                  <a:cubicBezTo>
                    <a:pt x="853" y="5542"/>
                    <a:pt x="885" y="5621"/>
                    <a:pt x="948" y="5668"/>
                  </a:cubicBezTo>
                  <a:cubicBezTo>
                    <a:pt x="974" y="5679"/>
                    <a:pt x="1000" y="5684"/>
                    <a:pt x="1025" y="5684"/>
                  </a:cubicBezTo>
                  <a:cubicBezTo>
                    <a:pt x="1076" y="5684"/>
                    <a:pt x="1121" y="5663"/>
                    <a:pt x="1153" y="5621"/>
                  </a:cubicBezTo>
                  <a:lnTo>
                    <a:pt x="3647" y="806"/>
                  </a:lnTo>
                  <a:cubicBezTo>
                    <a:pt x="3825" y="481"/>
                    <a:pt x="4185" y="295"/>
                    <a:pt x="4568" y="295"/>
                  </a:cubicBezTo>
                  <a:cubicBezTo>
                    <a:pt x="4762" y="295"/>
                    <a:pt x="4961" y="343"/>
                    <a:pt x="5147" y="443"/>
                  </a:cubicBezTo>
                  <a:lnTo>
                    <a:pt x="5446" y="585"/>
                  </a:lnTo>
                  <a:cubicBezTo>
                    <a:pt x="6015" y="885"/>
                    <a:pt x="6252" y="1532"/>
                    <a:pt x="5999" y="2038"/>
                  </a:cubicBezTo>
                  <a:lnTo>
                    <a:pt x="1768" y="10104"/>
                  </a:lnTo>
                  <a:cubicBezTo>
                    <a:pt x="1652" y="10354"/>
                    <a:pt x="1435" y="10478"/>
                    <a:pt x="1150" y="10478"/>
                  </a:cubicBezTo>
                  <a:cubicBezTo>
                    <a:pt x="933" y="10478"/>
                    <a:pt x="676" y="10405"/>
                    <a:pt x="395" y="10262"/>
                  </a:cubicBezTo>
                  <a:lnTo>
                    <a:pt x="174" y="10151"/>
                  </a:lnTo>
                  <a:cubicBezTo>
                    <a:pt x="161" y="10143"/>
                    <a:pt x="148" y="10139"/>
                    <a:pt x="134" y="10139"/>
                  </a:cubicBezTo>
                  <a:cubicBezTo>
                    <a:pt x="96" y="10139"/>
                    <a:pt x="59" y="10168"/>
                    <a:pt x="48" y="10214"/>
                  </a:cubicBezTo>
                  <a:cubicBezTo>
                    <a:pt x="48" y="10230"/>
                    <a:pt x="32" y="10262"/>
                    <a:pt x="16" y="10277"/>
                  </a:cubicBezTo>
                  <a:cubicBezTo>
                    <a:pt x="1" y="10309"/>
                    <a:pt x="1" y="10325"/>
                    <a:pt x="1" y="10356"/>
                  </a:cubicBezTo>
                  <a:cubicBezTo>
                    <a:pt x="16" y="10388"/>
                    <a:pt x="32" y="10404"/>
                    <a:pt x="48" y="10420"/>
                  </a:cubicBezTo>
                  <a:lnTo>
                    <a:pt x="253" y="10530"/>
                  </a:lnTo>
                  <a:cubicBezTo>
                    <a:pt x="576" y="10695"/>
                    <a:pt x="881" y="10776"/>
                    <a:pt x="1150" y="10776"/>
                  </a:cubicBezTo>
                  <a:cubicBezTo>
                    <a:pt x="1552" y="10776"/>
                    <a:pt x="1873" y="10596"/>
                    <a:pt x="2053" y="10246"/>
                  </a:cubicBezTo>
                  <a:lnTo>
                    <a:pt x="6267" y="2180"/>
                  </a:lnTo>
                  <a:cubicBezTo>
                    <a:pt x="6615" y="1532"/>
                    <a:pt x="6299" y="712"/>
                    <a:pt x="5589" y="333"/>
                  </a:cubicBezTo>
                  <a:lnTo>
                    <a:pt x="5289" y="175"/>
                  </a:lnTo>
                  <a:cubicBezTo>
                    <a:pt x="5057" y="56"/>
                    <a:pt x="4809" y="0"/>
                    <a:pt x="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41">
            <a:extLst>
              <a:ext uri="{FF2B5EF4-FFF2-40B4-BE49-F238E27FC236}">
                <a16:creationId xmlns:a16="http://schemas.microsoft.com/office/drawing/2014/main" id="{78EB33CE-663B-2728-7EAF-2B47A4EC3039}"/>
              </a:ext>
            </a:extLst>
          </p:cNvPr>
          <p:cNvGrpSpPr/>
          <p:nvPr/>
        </p:nvGrpSpPr>
        <p:grpSpPr>
          <a:xfrm>
            <a:off x="-2" y="123128"/>
            <a:ext cx="490612" cy="415445"/>
            <a:chOff x="5278225" y="2418025"/>
            <a:chExt cx="230075" cy="194825"/>
          </a:xfrm>
        </p:grpSpPr>
        <p:sp>
          <p:nvSpPr>
            <p:cNvPr id="537" name="Google Shape;537;p41">
              <a:extLst>
                <a:ext uri="{FF2B5EF4-FFF2-40B4-BE49-F238E27FC236}">
                  <a16:creationId xmlns:a16="http://schemas.microsoft.com/office/drawing/2014/main" id="{86CF253F-814C-5478-F755-082C40B67C50}"/>
                </a:ext>
              </a:extLst>
            </p:cNvPr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1">
              <a:extLst>
                <a:ext uri="{FF2B5EF4-FFF2-40B4-BE49-F238E27FC236}">
                  <a16:creationId xmlns:a16="http://schemas.microsoft.com/office/drawing/2014/main" id="{EF406565-3CD9-35CA-0D86-B9195A89CA67}"/>
                </a:ext>
              </a:extLst>
            </p:cNvPr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1">
              <a:extLst>
                <a:ext uri="{FF2B5EF4-FFF2-40B4-BE49-F238E27FC236}">
                  <a16:creationId xmlns:a16="http://schemas.microsoft.com/office/drawing/2014/main" id="{2D500733-FF65-296A-9D2B-5749251BBAD5}"/>
                </a:ext>
              </a:extLst>
            </p:cNvPr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1">
              <a:extLst>
                <a:ext uri="{FF2B5EF4-FFF2-40B4-BE49-F238E27FC236}">
                  <a16:creationId xmlns:a16="http://schemas.microsoft.com/office/drawing/2014/main" id="{C93962C0-4DF0-EDE2-99B4-E4AA666E43CD}"/>
                </a:ext>
              </a:extLst>
            </p:cNvPr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1">
              <a:extLst>
                <a:ext uri="{FF2B5EF4-FFF2-40B4-BE49-F238E27FC236}">
                  <a16:creationId xmlns:a16="http://schemas.microsoft.com/office/drawing/2014/main" id="{172EFA98-B772-EA07-5486-92F48107ADB0}"/>
                </a:ext>
              </a:extLst>
            </p:cNvPr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1">
              <a:extLst>
                <a:ext uri="{FF2B5EF4-FFF2-40B4-BE49-F238E27FC236}">
                  <a16:creationId xmlns:a16="http://schemas.microsoft.com/office/drawing/2014/main" id="{4E76748B-7C78-8698-5195-60A44008989E}"/>
                </a:ext>
              </a:extLst>
            </p:cNvPr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41">
            <a:extLst>
              <a:ext uri="{FF2B5EF4-FFF2-40B4-BE49-F238E27FC236}">
                <a16:creationId xmlns:a16="http://schemas.microsoft.com/office/drawing/2014/main" id="{4E4BB14E-5214-D1B9-A3C0-F2DE7FE7C2C6}"/>
              </a:ext>
            </a:extLst>
          </p:cNvPr>
          <p:cNvSpPr/>
          <p:nvPr/>
        </p:nvSpPr>
        <p:spPr>
          <a:xfrm rot="1791412">
            <a:off x="342989" y="1439589"/>
            <a:ext cx="636212" cy="65071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1">
            <a:extLst>
              <a:ext uri="{FF2B5EF4-FFF2-40B4-BE49-F238E27FC236}">
                <a16:creationId xmlns:a16="http://schemas.microsoft.com/office/drawing/2014/main" id="{8E409794-4B79-47FC-E3FF-1E6E767E7DD5}"/>
              </a:ext>
            </a:extLst>
          </p:cNvPr>
          <p:cNvSpPr/>
          <p:nvPr/>
        </p:nvSpPr>
        <p:spPr>
          <a:xfrm rot="1844305">
            <a:off x="4477647" y="4144906"/>
            <a:ext cx="636195" cy="650695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4" name="Picture 2" descr="Median - Wikipedia">
            <a:extLst>
              <a:ext uri="{FF2B5EF4-FFF2-40B4-BE49-F238E27FC236}">
                <a16:creationId xmlns:a16="http://schemas.microsoft.com/office/drawing/2014/main" id="{8F763D23-1419-CFFE-93F9-7A848027D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026" y="1252303"/>
            <a:ext cx="2923124" cy="214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44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D16F8B78-FE40-C014-5573-93F607ED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>
            <a:extLst>
              <a:ext uri="{FF2B5EF4-FFF2-40B4-BE49-F238E27FC236}">
                <a16:creationId xmlns:a16="http://schemas.microsoft.com/office/drawing/2014/main" id="{01298F71-9612-A49C-026E-3952DCDFA9CA}"/>
              </a:ext>
            </a:extLst>
          </p:cNvPr>
          <p:cNvSpPr/>
          <p:nvPr/>
        </p:nvSpPr>
        <p:spPr>
          <a:xfrm>
            <a:off x="690575" y="1392875"/>
            <a:ext cx="817500" cy="817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389" name="Google Shape;389;p39">
            <a:extLst>
              <a:ext uri="{FF2B5EF4-FFF2-40B4-BE49-F238E27FC236}">
                <a16:creationId xmlns:a16="http://schemas.microsoft.com/office/drawing/2014/main" id="{EFCA1BC9-BD69-1C04-F8F5-E3140E56014B}"/>
              </a:ext>
            </a:extLst>
          </p:cNvPr>
          <p:cNvSpPr/>
          <p:nvPr/>
        </p:nvSpPr>
        <p:spPr>
          <a:xfrm>
            <a:off x="4738087" y="1392863"/>
            <a:ext cx="817500" cy="8175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391" name="Google Shape;391;p39">
            <a:extLst>
              <a:ext uri="{FF2B5EF4-FFF2-40B4-BE49-F238E27FC236}">
                <a16:creationId xmlns:a16="http://schemas.microsoft.com/office/drawing/2014/main" id="{2039F162-1875-6AEB-0E48-CF05D30D8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2498" y="1443730"/>
            <a:ext cx="27453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pc="600" dirty="0"/>
              <a:t>Median</a:t>
            </a:r>
            <a:endParaRPr spc="600" dirty="0"/>
          </a:p>
        </p:txBody>
      </p:sp>
      <p:sp>
        <p:nvSpPr>
          <p:cNvPr id="392" name="Google Shape;392;p39">
            <a:extLst>
              <a:ext uri="{FF2B5EF4-FFF2-40B4-BE49-F238E27FC236}">
                <a16:creationId xmlns:a16="http://schemas.microsoft.com/office/drawing/2014/main" id="{59F64C7D-A9A8-523D-3883-427E16C4B2D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28602" y="1594513"/>
            <a:ext cx="941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3" name="Google Shape;393;p39">
            <a:extLst>
              <a:ext uri="{FF2B5EF4-FFF2-40B4-BE49-F238E27FC236}">
                <a16:creationId xmlns:a16="http://schemas.microsoft.com/office/drawing/2014/main" id="{2A2E7578-5FE8-FEF5-71E5-C45CCA5F34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32498" y="1920818"/>
            <a:ext cx="27453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example, </a:t>
            </a:r>
            <a:r>
              <a:rPr lang="en" b="1" dirty="0"/>
              <a:t>sorted</a:t>
            </a:r>
            <a:r>
              <a:rPr lang="en" dirty="0"/>
              <a:t> salary data, if everyone recieves 3000$ a month, but one person rec</a:t>
            </a:r>
            <a:r>
              <a:rPr lang="en-US" dirty="0" err="1"/>
              <a:t>eives</a:t>
            </a:r>
            <a:r>
              <a:rPr lang="en-US" dirty="0"/>
              <a:t> </a:t>
            </a:r>
            <a:r>
              <a:rPr lang="en" dirty="0"/>
              <a:t>10000$, the mean will give a misleading average, the median will remain the same</a:t>
            </a:r>
            <a:endParaRPr dirty="0"/>
          </a:p>
        </p:txBody>
      </p:sp>
      <p:sp>
        <p:nvSpPr>
          <p:cNvPr id="394" name="Google Shape;394;p39">
            <a:extLst>
              <a:ext uri="{FF2B5EF4-FFF2-40B4-BE49-F238E27FC236}">
                <a16:creationId xmlns:a16="http://schemas.microsoft.com/office/drawing/2014/main" id="{8F061C64-D3C5-CE2D-18BF-9E64DF5BE0EF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5773698" y="1443730"/>
            <a:ext cx="27417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pc="600" dirty="0"/>
              <a:t>Mode</a:t>
            </a:r>
            <a:endParaRPr spc="600" dirty="0"/>
          </a:p>
        </p:txBody>
      </p:sp>
      <p:sp>
        <p:nvSpPr>
          <p:cNvPr id="395" name="Google Shape;395;p39">
            <a:extLst>
              <a:ext uri="{FF2B5EF4-FFF2-40B4-BE49-F238E27FC236}">
                <a16:creationId xmlns:a16="http://schemas.microsoft.com/office/drawing/2014/main" id="{43FDE82B-07A3-2773-E994-57547577FB6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773698" y="1920818"/>
            <a:ext cx="27417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example, you want to know the most favourite colors amongst people, but you can’t mathematically average them. Modal comes in handy here.</a:t>
            </a:r>
            <a:endParaRPr dirty="0"/>
          </a:p>
        </p:txBody>
      </p:sp>
      <p:sp>
        <p:nvSpPr>
          <p:cNvPr id="402" name="Google Shape;402;p39">
            <a:extLst>
              <a:ext uri="{FF2B5EF4-FFF2-40B4-BE49-F238E27FC236}">
                <a16:creationId xmlns:a16="http://schemas.microsoft.com/office/drawing/2014/main" id="{6DFFB13B-4453-B324-D39A-4DFC6CD327EB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676132" y="1594513"/>
            <a:ext cx="941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3" name="Google Shape;403;p39">
            <a:extLst>
              <a:ext uri="{FF2B5EF4-FFF2-40B4-BE49-F238E27FC236}">
                <a16:creationId xmlns:a16="http://schemas.microsoft.com/office/drawing/2014/main" id="{BC285A3D-8EC3-9E63-AACC-19E25D4355BD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539500" y="445025"/>
            <a:ext cx="806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of usage</a:t>
            </a:r>
            <a:endParaRPr dirty="0"/>
          </a:p>
        </p:txBody>
      </p:sp>
      <p:grpSp>
        <p:nvGrpSpPr>
          <p:cNvPr id="404" name="Google Shape;404;p39">
            <a:extLst>
              <a:ext uri="{FF2B5EF4-FFF2-40B4-BE49-F238E27FC236}">
                <a16:creationId xmlns:a16="http://schemas.microsoft.com/office/drawing/2014/main" id="{9F316A06-5E92-CDFE-8321-54F638378BBE}"/>
              </a:ext>
            </a:extLst>
          </p:cNvPr>
          <p:cNvGrpSpPr/>
          <p:nvPr/>
        </p:nvGrpSpPr>
        <p:grpSpPr>
          <a:xfrm>
            <a:off x="11" y="4604930"/>
            <a:ext cx="520092" cy="669040"/>
            <a:chOff x="4938450" y="2419450"/>
            <a:chExt cx="243900" cy="313750"/>
          </a:xfrm>
        </p:grpSpPr>
        <p:sp>
          <p:nvSpPr>
            <p:cNvPr id="405" name="Google Shape;405;p39">
              <a:extLst>
                <a:ext uri="{FF2B5EF4-FFF2-40B4-BE49-F238E27FC236}">
                  <a16:creationId xmlns:a16="http://schemas.microsoft.com/office/drawing/2014/main" id="{E6C4461B-0297-5748-AC03-D5CE2B8656EB}"/>
                </a:ext>
              </a:extLst>
            </p:cNvPr>
            <p:cNvSpPr/>
            <p:nvPr/>
          </p:nvSpPr>
          <p:spPr>
            <a:xfrm>
              <a:off x="4988550" y="2432675"/>
              <a:ext cx="189850" cy="242075"/>
            </a:xfrm>
            <a:custGeom>
              <a:avLst/>
              <a:gdLst/>
              <a:ahLst/>
              <a:cxnLst/>
              <a:rect l="l" t="t" r="r" b="b"/>
              <a:pathLst>
                <a:path w="7594" h="9683" extrusionOk="0">
                  <a:moveTo>
                    <a:pt x="6788" y="0"/>
                  </a:moveTo>
                  <a:cubicBezTo>
                    <a:pt x="6773" y="47"/>
                    <a:pt x="6725" y="47"/>
                    <a:pt x="6694" y="79"/>
                  </a:cubicBezTo>
                  <a:cubicBezTo>
                    <a:pt x="6710" y="95"/>
                    <a:pt x="6741" y="142"/>
                    <a:pt x="6757" y="142"/>
                  </a:cubicBezTo>
                  <a:lnTo>
                    <a:pt x="6962" y="284"/>
                  </a:lnTo>
                  <a:cubicBezTo>
                    <a:pt x="7388" y="568"/>
                    <a:pt x="7483" y="1216"/>
                    <a:pt x="7136" y="1721"/>
                  </a:cubicBezTo>
                  <a:lnTo>
                    <a:pt x="2226" y="9029"/>
                  </a:lnTo>
                  <a:cubicBezTo>
                    <a:pt x="1989" y="9374"/>
                    <a:pt x="1619" y="9572"/>
                    <a:pt x="1273" y="9572"/>
                  </a:cubicBezTo>
                  <a:cubicBezTo>
                    <a:pt x="1112" y="9572"/>
                    <a:pt x="957" y="9530"/>
                    <a:pt x="822" y="9440"/>
                  </a:cubicBezTo>
                  <a:lnTo>
                    <a:pt x="616" y="9298"/>
                  </a:lnTo>
                  <a:cubicBezTo>
                    <a:pt x="190" y="9014"/>
                    <a:pt x="127" y="8366"/>
                    <a:pt x="474" y="7845"/>
                  </a:cubicBezTo>
                  <a:lnTo>
                    <a:pt x="2526" y="4799"/>
                  </a:lnTo>
                  <a:cubicBezTo>
                    <a:pt x="2561" y="4742"/>
                    <a:pt x="2529" y="4701"/>
                    <a:pt x="2490" y="4701"/>
                  </a:cubicBezTo>
                  <a:cubicBezTo>
                    <a:pt x="2476" y="4701"/>
                    <a:pt x="2461" y="4707"/>
                    <a:pt x="2447" y="4720"/>
                  </a:cubicBezTo>
                  <a:lnTo>
                    <a:pt x="380" y="7782"/>
                  </a:lnTo>
                  <a:cubicBezTo>
                    <a:pt x="1" y="8351"/>
                    <a:pt x="80" y="9077"/>
                    <a:pt x="537" y="9392"/>
                  </a:cubicBezTo>
                  <a:lnTo>
                    <a:pt x="743" y="9534"/>
                  </a:lnTo>
                  <a:cubicBezTo>
                    <a:pt x="893" y="9635"/>
                    <a:pt x="1067" y="9683"/>
                    <a:pt x="1245" y="9683"/>
                  </a:cubicBezTo>
                  <a:cubicBezTo>
                    <a:pt x="1626" y="9683"/>
                    <a:pt x="2031" y="9464"/>
                    <a:pt x="2290" y="9077"/>
                  </a:cubicBezTo>
                  <a:lnTo>
                    <a:pt x="7199" y="1784"/>
                  </a:lnTo>
                  <a:cubicBezTo>
                    <a:pt x="7593" y="1216"/>
                    <a:pt x="7515" y="489"/>
                    <a:pt x="7041" y="174"/>
                  </a:cubicBezTo>
                  <a:lnTo>
                    <a:pt x="6852" y="32"/>
                  </a:lnTo>
                  <a:cubicBezTo>
                    <a:pt x="6820" y="32"/>
                    <a:pt x="6804" y="16"/>
                    <a:pt x="6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9">
              <a:extLst>
                <a:ext uri="{FF2B5EF4-FFF2-40B4-BE49-F238E27FC236}">
                  <a16:creationId xmlns:a16="http://schemas.microsoft.com/office/drawing/2014/main" id="{2F122726-EF73-8B52-E5F3-FF619667CF67}"/>
                </a:ext>
              </a:extLst>
            </p:cNvPr>
            <p:cNvSpPr/>
            <p:nvPr/>
          </p:nvSpPr>
          <p:spPr>
            <a:xfrm>
              <a:off x="4986575" y="2431075"/>
              <a:ext cx="194200" cy="245425"/>
            </a:xfrm>
            <a:custGeom>
              <a:avLst/>
              <a:gdLst/>
              <a:ahLst/>
              <a:cxnLst/>
              <a:rect l="l" t="t" r="r" b="b"/>
              <a:pathLst>
                <a:path w="7768" h="9817" extrusionOk="0">
                  <a:moveTo>
                    <a:pt x="7138" y="303"/>
                  </a:moveTo>
                  <a:lnTo>
                    <a:pt x="7138" y="303"/>
                  </a:lnTo>
                  <a:cubicBezTo>
                    <a:pt x="7200" y="365"/>
                    <a:pt x="7263" y="428"/>
                    <a:pt x="7325" y="506"/>
                  </a:cubicBezTo>
                  <a:lnTo>
                    <a:pt x="7309" y="506"/>
                  </a:lnTo>
                  <a:cubicBezTo>
                    <a:pt x="7263" y="428"/>
                    <a:pt x="7200" y="365"/>
                    <a:pt x="7138" y="303"/>
                  </a:cubicBezTo>
                  <a:close/>
                  <a:moveTo>
                    <a:pt x="6867" y="1"/>
                  </a:moveTo>
                  <a:cubicBezTo>
                    <a:pt x="6836" y="17"/>
                    <a:pt x="6820" y="17"/>
                    <a:pt x="6820" y="48"/>
                  </a:cubicBezTo>
                  <a:cubicBezTo>
                    <a:pt x="6804" y="48"/>
                    <a:pt x="6804" y="48"/>
                    <a:pt x="6789" y="64"/>
                  </a:cubicBezTo>
                  <a:cubicBezTo>
                    <a:pt x="6773" y="64"/>
                    <a:pt x="6757" y="80"/>
                    <a:pt x="6741" y="80"/>
                  </a:cubicBezTo>
                  <a:cubicBezTo>
                    <a:pt x="6741" y="96"/>
                    <a:pt x="6725" y="96"/>
                    <a:pt x="6725" y="111"/>
                  </a:cubicBezTo>
                  <a:cubicBezTo>
                    <a:pt x="6694" y="143"/>
                    <a:pt x="6710" y="190"/>
                    <a:pt x="6741" y="206"/>
                  </a:cubicBezTo>
                  <a:lnTo>
                    <a:pt x="6757" y="222"/>
                  </a:lnTo>
                  <a:cubicBezTo>
                    <a:pt x="6773" y="238"/>
                    <a:pt x="6789" y="254"/>
                    <a:pt x="6804" y="269"/>
                  </a:cubicBezTo>
                  <a:lnTo>
                    <a:pt x="6994" y="396"/>
                  </a:lnTo>
                  <a:cubicBezTo>
                    <a:pt x="7404" y="664"/>
                    <a:pt x="7467" y="1280"/>
                    <a:pt x="7152" y="1753"/>
                  </a:cubicBezTo>
                  <a:lnTo>
                    <a:pt x="2242" y="9046"/>
                  </a:lnTo>
                  <a:cubicBezTo>
                    <a:pt x="2027" y="9380"/>
                    <a:pt x="1680" y="9567"/>
                    <a:pt x="1355" y="9567"/>
                  </a:cubicBezTo>
                  <a:cubicBezTo>
                    <a:pt x="1204" y="9567"/>
                    <a:pt x="1058" y="9526"/>
                    <a:pt x="932" y="9441"/>
                  </a:cubicBezTo>
                  <a:lnTo>
                    <a:pt x="743" y="9299"/>
                  </a:lnTo>
                  <a:cubicBezTo>
                    <a:pt x="348" y="9030"/>
                    <a:pt x="285" y="8430"/>
                    <a:pt x="616" y="7957"/>
                  </a:cubicBezTo>
                  <a:lnTo>
                    <a:pt x="2669" y="4894"/>
                  </a:lnTo>
                  <a:cubicBezTo>
                    <a:pt x="2684" y="4863"/>
                    <a:pt x="2700" y="4831"/>
                    <a:pt x="2684" y="4800"/>
                  </a:cubicBezTo>
                  <a:cubicBezTo>
                    <a:pt x="2684" y="4752"/>
                    <a:pt x="2669" y="4737"/>
                    <a:pt x="2637" y="4721"/>
                  </a:cubicBezTo>
                  <a:cubicBezTo>
                    <a:pt x="2618" y="4702"/>
                    <a:pt x="2595" y="4693"/>
                    <a:pt x="2571" y="4693"/>
                  </a:cubicBezTo>
                  <a:cubicBezTo>
                    <a:pt x="2535" y="4693"/>
                    <a:pt x="2498" y="4714"/>
                    <a:pt x="2479" y="4752"/>
                  </a:cubicBezTo>
                  <a:lnTo>
                    <a:pt x="411" y="7815"/>
                  </a:lnTo>
                  <a:cubicBezTo>
                    <a:pt x="1" y="8415"/>
                    <a:pt x="96" y="9188"/>
                    <a:pt x="585" y="9520"/>
                  </a:cubicBezTo>
                  <a:lnTo>
                    <a:pt x="790" y="9662"/>
                  </a:lnTo>
                  <a:cubicBezTo>
                    <a:pt x="950" y="9767"/>
                    <a:pt x="1134" y="9816"/>
                    <a:pt x="1324" y="9816"/>
                  </a:cubicBezTo>
                  <a:cubicBezTo>
                    <a:pt x="1731" y="9816"/>
                    <a:pt x="2162" y="9587"/>
                    <a:pt x="2432" y="9188"/>
                  </a:cubicBezTo>
                  <a:lnTo>
                    <a:pt x="7357" y="1879"/>
                  </a:lnTo>
                  <a:cubicBezTo>
                    <a:pt x="7767" y="1280"/>
                    <a:pt x="7672" y="522"/>
                    <a:pt x="7167" y="175"/>
                  </a:cubicBezTo>
                  <a:lnTo>
                    <a:pt x="6978" y="48"/>
                  </a:lnTo>
                  <a:lnTo>
                    <a:pt x="6931" y="17"/>
                  </a:lnTo>
                  <a:cubicBezTo>
                    <a:pt x="6899" y="1"/>
                    <a:pt x="6883" y="1"/>
                    <a:pt x="6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9">
              <a:extLst>
                <a:ext uri="{FF2B5EF4-FFF2-40B4-BE49-F238E27FC236}">
                  <a16:creationId xmlns:a16="http://schemas.microsoft.com/office/drawing/2014/main" id="{13B6E40B-B572-5069-798E-50AAD6207F1B}"/>
                </a:ext>
              </a:extLst>
            </p:cNvPr>
            <p:cNvSpPr/>
            <p:nvPr/>
          </p:nvSpPr>
          <p:spPr>
            <a:xfrm>
              <a:off x="4986975" y="2428325"/>
              <a:ext cx="193800" cy="248175"/>
            </a:xfrm>
            <a:custGeom>
              <a:avLst/>
              <a:gdLst/>
              <a:ahLst/>
              <a:cxnLst/>
              <a:rect l="l" t="t" r="r" b="b"/>
              <a:pathLst>
                <a:path w="7752" h="9927" extrusionOk="0">
                  <a:moveTo>
                    <a:pt x="6662" y="0"/>
                  </a:moveTo>
                  <a:cubicBezTo>
                    <a:pt x="6630" y="64"/>
                    <a:pt x="6567" y="127"/>
                    <a:pt x="6504" y="158"/>
                  </a:cubicBezTo>
                  <a:lnTo>
                    <a:pt x="6946" y="458"/>
                  </a:lnTo>
                  <a:cubicBezTo>
                    <a:pt x="7357" y="806"/>
                    <a:pt x="7451" y="1405"/>
                    <a:pt x="7136" y="1863"/>
                  </a:cubicBezTo>
                  <a:lnTo>
                    <a:pt x="2226" y="9156"/>
                  </a:lnTo>
                  <a:cubicBezTo>
                    <a:pt x="2011" y="9490"/>
                    <a:pt x="1664" y="9677"/>
                    <a:pt x="1339" y="9677"/>
                  </a:cubicBezTo>
                  <a:cubicBezTo>
                    <a:pt x="1188" y="9677"/>
                    <a:pt x="1042" y="9636"/>
                    <a:pt x="916" y="9551"/>
                  </a:cubicBezTo>
                  <a:lnTo>
                    <a:pt x="727" y="9409"/>
                  </a:lnTo>
                  <a:cubicBezTo>
                    <a:pt x="332" y="9140"/>
                    <a:pt x="269" y="8540"/>
                    <a:pt x="600" y="8067"/>
                  </a:cubicBezTo>
                  <a:lnTo>
                    <a:pt x="2653" y="5004"/>
                  </a:lnTo>
                  <a:cubicBezTo>
                    <a:pt x="2668" y="4973"/>
                    <a:pt x="2684" y="4941"/>
                    <a:pt x="2668" y="4910"/>
                  </a:cubicBezTo>
                  <a:cubicBezTo>
                    <a:pt x="2668" y="4862"/>
                    <a:pt x="2653" y="4847"/>
                    <a:pt x="2621" y="4831"/>
                  </a:cubicBezTo>
                  <a:cubicBezTo>
                    <a:pt x="2601" y="4818"/>
                    <a:pt x="2579" y="4810"/>
                    <a:pt x="2556" y="4810"/>
                  </a:cubicBezTo>
                  <a:cubicBezTo>
                    <a:pt x="2524" y="4810"/>
                    <a:pt x="2491" y="4825"/>
                    <a:pt x="2463" y="4862"/>
                  </a:cubicBezTo>
                  <a:lnTo>
                    <a:pt x="411" y="7925"/>
                  </a:lnTo>
                  <a:cubicBezTo>
                    <a:pt x="1" y="8525"/>
                    <a:pt x="80" y="9282"/>
                    <a:pt x="585" y="9630"/>
                  </a:cubicBezTo>
                  <a:lnTo>
                    <a:pt x="790" y="9772"/>
                  </a:lnTo>
                  <a:cubicBezTo>
                    <a:pt x="950" y="9877"/>
                    <a:pt x="1134" y="9926"/>
                    <a:pt x="1323" y="9926"/>
                  </a:cubicBezTo>
                  <a:cubicBezTo>
                    <a:pt x="1731" y="9926"/>
                    <a:pt x="2162" y="9697"/>
                    <a:pt x="2432" y="9298"/>
                  </a:cubicBezTo>
                  <a:lnTo>
                    <a:pt x="7341" y="1989"/>
                  </a:lnTo>
                  <a:cubicBezTo>
                    <a:pt x="7751" y="1390"/>
                    <a:pt x="7656" y="663"/>
                    <a:pt x="7167" y="332"/>
                  </a:cubicBezTo>
                  <a:lnTo>
                    <a:pt x="66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>
              <a:extLst>
                <a:ext uri="{FF2B5EF4-FFF2-40B4-BE49-F238E27FC236}">
                  <a16:creationId xmlns:a16="http://schemas.microsoft.com/office/drawing/2014/main" id="{58CFFD59-5430-8449-3D7F-63DD4485212A}"/>
                </a:ext>
              </a:extLst>
            </p:cNvPr>
            <p:cNvSpPr/>
            <p:nvPr/>
          </p:nvSpPr>
          <p:spPr>
            <a:xfrm>
              <a:off x="4984600" y="2426325"/>
              <a:ext cx="197750" cy="251975"/>
            </a:xfrm>
            <a:custGeom>
              <a:avLst/>
              <a:gdLst/>
              <a:ahLst/>
              <a:cxnLst/>
              <a:rect l="l" t="t" r="r" b="b"/>
              <a:pathLst>
                <a:path w="7910" h="10079" extrusionOk="0">
                  <a:moveTo>
                    <a:pt x="6773" y="191"/>
                  </a:moveTo>
                  <a:lnTo>
                    <a:pt x="7199" y="475"/>
                  </a:lnTo>
                  <a:cubicBezTo>
                    <a:pt x="7673" y="791"/>
                    <a:pt x="7751" y="1470"/>
                    <a:pt x="7373" y="2038"/>
                  </a:cubicBezTo>
                  <a:lnTo>
                    <a:pt x="2463" y="9331"/>
                  </a:lnTo>
                  <a:cubicBezTo>
                    <a:pt x="2194" y="9718"/>
                    <a:pt x="1786" y="9937"/>
                    <a:pt x="1408" y="9937"/>
                  </a:cubicBezTo>
                  <a:cubicBezTo>
                    <a:pt x="1232" y="9937"/>
                    <a:pt x="1062" y="9889"/>
                    <a:pt x="916" y="9788"/>
                  </a:cubicBezTo>
                  <a:lnTo>
                    <a:pt x="711" y="9646"/>
                  </a:lnTo>
                  <a:cubicBezTo>
                    <a:pt x="238" y="9331"/>
                    <a:pt x="175" y="8620"/>
                    <a:pt x="553" y="8052"/>
                  </a:cubicBezTo>
                  <a:lnTo>
                    <a:pt x="2621" y="4990"/>
                  </a:lnTo>
                  <a:cubicBezTo>
                    <a:pt x="2628" y="4970"/>
                    <a:pt x="2643" y="4961"/>
                    <a:pt x="2658" y="4961"/>
                  </a:cubicBezTo>
                  <a:cubicBezTo>
                    <a:pt x="2679" y="4961"/>
                    <a:pt x="2700" y="4978"/>
                    <a:pt x="2700" y="5005"/>
                  </a:cubicBezTo>
                  <a:cubicBezTo>
                    <a:pt x="2716" y="5021"/>
                    <a:pt x="2700" y="5037"/>
                    <a:pt x="2684" y="5053"/>
                  </a:cubicBezTo>
                  <a:lnTo>
                    <a:pt x="632" y="8099"/>
                  </a:lnTo>
                  <a:cubicBezTo>
                    <a:pt x="285" y="8620"/>
                    <a:pt x="364" y="9268"/>
                    <a:pt x="790" y="9567"/>
                  </a:cubicBezTo>
                  <a:lnTo>
                    <a:pt x="980" y="9694"/>
                  </a:lnTo>
                  <a:cubicBezTo>
                    <a:pt x="1117" y="9785"/>
                    <a:pt x="1276" y="9830"/>
                    <a:pt x="1440" y="9830"/>
                  </a:cubicBezTo>
                  <a:cubicBezTo>
                    <a:pt x="1784" y="9830"/>
                    <a:pt x="2149" y="9636"/>
                    <a:pt x="2384" y="9283"/>
                  </a:cubicBezTo>
                  <a:lnTo>
                    <a:pt x="7294" y="1991"/>
                  </a:lnTo>
                  <a:cubicBezTo>
                    <a:pt x="7625" y="1485"/>
                    <a:pt x="7530" y="791"/>
                    <a:pt x="7073" y="491"/>
                  </a:cubicBezTo>
                  <a:lnTo>
                    <a:pt x="6725" y="254"/>
                  </a:lnTo>
                  <a:cubicBezTo>
                    <a:pt x="6741" y="238"/>
                    <a:pt x="6757" y="207"/>
                    <a:pt x="6773" y="191"/>
                  </a:cubicBezTo>
                  <a:close/>
                  <a:moveTo>
                    <a:pt x="6735" y="1"/>
                  </a:moveTo>
                  <a:cubicBezTo>
                    <a:pt x="6712" y="1"/>
                    <a:pt x="6688" y="18"/>
                    <a:pt x="6678" y="49"/>
                  </a:cubicBezTo>
                  <a:cubicBezTo>
                    <a:pt x="6647" y="112"/>
                    <a:pt x="6631" y="128"/>
                    <a:pt x="6568" y="175"/>
                  </a:cubicBezTo>
                  <a:cubicBezTo>
                    <a:pt x="6552" y="175"/>
                    <a:pt x="6536" y="207"/>
                    <a:pt x="6520" y="238"/>
                  </a:cubicBezTo>
                  <a:cubicBezTo>
                    <a:pt x="6520" y="254"/>
                    <a:pt x="6536" y="270"/>
                    <a:pt x="6552" y="286"/>
                  </a:cubicBezTo>
                  <a:lnTo>
                    <a:pt x="6994" y="601"/>
                  </a:lnTo>
                  <a:cubicBezTo>
                    <a:pt x="7373" y="854"/>
                    <a:pt x="7452" y="1470"/>
                    <a:pt x="7167" y="1896"/>
                  </a:cubicBezTo>
                  <a:lnTo>
                    <a:pt x="2258" y="9189"/>
                  </a:lnTo>
                  <a:cubicBezTo>
                    <a:pt x="2052" y="9504"/>
                    <a:pt x="1733" y="9677"/>
                    <a:pt x="1436" y="9677"/>
                  </a:cubicBezTo>
                  <a:cubicBezTo>
                    <a:pt x="1302" y="9677"/>
                    <a:pt x="1172" y="9641"/>
                    <a:pt x="1059" y="9567"/>
                  </a:cubicBezTo>
                  <a:lnTo>
                    <a:pt x="853" y="9425"/>
                  </a:lnTo>
                  <a:cubicBezTo>
                    <a:pt x="490" y="9189"/>
                    <a:pt x="443" y="8620"/>
                    <a:pt x="743" y="8178"/>
                  </a:cubicBezTo>
                  <a:lnTo>
                    <a:pt x="2795" y="5132"/>
                  </a:lnTo>
                  <a:cubicBezTo>
                    <a:pt x="2842" y="5084"/>
                    <a:pt x="2842" y="5037"/>
                    <a:pt x="2842" y="4974"/>
                  </a:cubicBezTo>
                  <a:cubicBezTo>
                    <a:pt x="2826" y="4927"/>
                    <a:pt x="2795" y="4879"/>
                    <a:pt x="2763" y="4848"/>
                  </a:cubicBezTo>
                  <a:cubicBezTo>
                    <a:pt x="2729" y="4831"/>
                    <a:pt x="2693" y="4822"/>
                    <a:pt x="2658" y="4822"/>
                  </a:cubicBezTo>
                  <a:cubicBezTo>
                    <a:pt x="2595" y="4822"/>
                    <a:pt x="2535" y="4850"/>
                    <a:pt x="2495" y="4911"/>
                  </a:cubicBezTo>
                  <a:lnTo>
                    <a:pt x="427" y="7973"/>
                  </a:lnTo>
                  <a:cubicBezTo>
                    <a:pt x="1" y="8605"/>
                    <a:pt x="96" y="9410"/>
                    <a:pt x="632" y="9773"/>
                  </a:cubicBezTo>
                  <a:lnTo>
                    <a:pt x="838" y="9915"/>
                  </a:lnTo>
                  <a:cubicBezTo>
                    <a:pt x="1009" y="10026"/>
                    <a:pt x="1207" y="10079"/>
                    <a:pt x="1410" y="10079"/>
                  </a:cubicBezTo>
                  <a:cubicBezTo>
                    <a:pt x="1842" y="10079"/>
                    <a:pt x="2300" y="9839"/>
                    <a:pt x="2590" y="9410"/>
                  </a:cubicBezTo>
                  <a:lnTo>
                    <a:pt x="7483" y="2101"/>
                  </a:lnTo>
                  <a:cubicBezTo>
                    <a:pt x="7909" y="1485"/>
                    <a:pt x="7815" y="696"/>
                    <a:pt x="7278" y="349"/>
                  </a:cubicBezTo>
                  <a:lnTo>
                    <a:pt x="6773" y="17"/>
                  </a:lnTo>
                  <a:cubicBezTo>
                    <a:pt x="6762" y="6"/>
                    <a:pt x="6748" y="1"/>
                    <a:pt x="6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9">
              <a:extLst>
                <a:ext uri="{FF2B5EF4-FFF2-40B4-BE49-F238E27FC236}">
                  <a16:creationId xmlns:a16="http://schemas.microsoft.com/office/drawing/2014/main" id="{091E725C-9181-EA3D-AB06-7A0536A1A0C6}"/>
                </a:ext>
              </a:extLst>
            </p:cNvPr>
            <p:cNvSpPr/>
            <p:nvPr/>
          </p:nvSpPr>
          <p:spPr>
            <a:xfrm>
              <a:off x="4940800" y="2421300"/>
              <a:ext cx="224575" cy="310075"/>
            </a:xfrm>
            <a:custGeom>
              <a:avLst/>
              <a:gdLst/>
              <a:ahLst/>
              <a:cxnLst/>
              <a:rect l="l" t="t" r="r" b="b"/>
              <a:pathLst>
                <a:path w="8983" h="12403" extrusionOk="0">
                  <a:moveTo>
                    <a:pt x="7543" y="1"/>
                  </a:moveTo>
                  <a:cubicBezTo>
                    <a:pt x="7160" y="1"/>
                    <a:pt x="6836" y="166"/>
                    <a:pt x="6615" y="502"/>
                  </a:cubicBezTo>
                  <a:lnTo>
                    <a:pt x="459" y="9642"/>
                  </a:lnTo>
                  <a:cubicBezTo>
                    <a:pt x="1" y="10353"/>
                    <a:pt x="238" y="11347"/>
                    <a:pt x="1027" y="11868"/>
                  </a:cubicBezTo>
                  <a:lnTo>
                    <a:pt x="1358" y="12089"/>
                  </a:lnTo>
                  <a:cubicBezTo>
                    <a:pt x="1673" y="12301"/>
                    <a:pt x="2029" y="12403"/>
                    <a:pt x="2372" y="12403"/>
                  </a:cubicBezTo>
                  <a:cubicBezTo>
                    <a:pt x="2872" y="12403"/>
                    <a:pt x="3344" y="12185"/>
                    <a:pt x="3616" y="11773"/>
                  </a:cubicBezTo>
                  <a:lnTo>
                    <a:pt x="7278" y="6343"/>
                  </a:lnTo>
                  <a:cubicBezTo>
                    <a:pt x="7309" y="6296"/>
                    <a:pt x="7294" y="6217"/>
                    <a:pt x="7246" y="6185"/>
                  </a:cubicBezTo>
                  <a:cubicBezTo>
                    <a:pt x="7225" y="6171"/>
                    <a:pt x="7200" y="6163"/>
                    <a:pt x="7177" y="6163"/>
                  </a:cubicBezTo>
                  <a:cubicBezTo>
                    <a:pt x="7148" y="6163"/>
                    <a:pt x="7121" y="6175"/>
                    <a:pt x="7104" y="6201"/>
                  </a:cubicBezTo>
                  <a:lnTo>
                    <a:pt x="3426" y="11647"/>
                  </a:lnTo>
                  <a:cubicBezTo>
                    <a:pt x="3192" y="12002"/>
                    <a:pt x="2787" y="12191"/>
                    <a:pt x="2354" y="12191"/>
                  </a:cubicBezTo>
                  <a:cubicBezTo>
                    <a:pt x="2056" y="12191"/>
                    <a:pt x="1745" y="12102"/>
                    <a:pt x="1469" y="11915"/>
                  </a:cubicBezTo>
                  <a:lnTo>
                    <a:pt x="1153" y="11694"/>
                  </a:lnTo>
                  <a:cubicBezTo>
                    <a:pt x="474" y="11236"/>
                    <a:pt x="269" y="10368"/>
                    <a:pt x="664" y="9784"/>
                  </a:cubicBezTo>
                  <a:lnTo>
                    <a:pt x="6820" y="629"/>
                  </a:lnTo>
                  <a:cubicBezTo>
                    <a:pt x="6998" y="354"/>
                    <a:pt x="7262" y="216"/>
                    <a:pt x="7581" y="216"/>
                  </a:cubicBezTo>
                  <a:cubicBezTo>
                    <a:pt x="7886" y="216"/>
                    <a:pt x="8241" y="343"/>
                    <a:pt x="8620" y="597"/>
                  </a:cubicBezTo>
                  <a:lnTo>
                    <a:pt x="8856" y="771"/>
                  </a:lnTo>
                  <a:lnTo>
                    <a:pt x="8888" y="771"/>
                  </a:lnTo>
                  <a:cubicBezTo>
                    <a:pt x="8904" y="755"/>
                    <a:pt x="8904" y="755"/>
                    <a:pt x="8919" y="739"/>
                  </a:cubicBezTo>
                  <a:cubicBezTo>
                    <a:pt x="8919" y="708"/>
                    <a:pt x="8951" y="660"/>
                    <a:pt x="8983" y="629"/>
                  </a:cubicBezTo>
                  <a:cubicBezTo>
                    <a:pt x="8983" y="629"/>
                    <a:pt x="8983" y="613"/>
                    <a:pt x="8983" y="597"/>
                  </a:cubicBezTo>
                  <a:cubicBezTo>
                    <a:pt x="8983" y="597"/>
                    <a:pt x="8967" y="581"/>
                    <a:pt x="8967" y="581"/>
                  </a:cubicBezTo>
                  <a:lnTo>
                    <a:pt x="8730" y="424"/>
                  </a:lnTo>
                  <a:cubicBezTo>
                    <a:pt x="8305" y="143"/>
                    <a:pt x="7898" y="1"/>
                    <a:pt x="7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9">
              <a:extLst>
                <a:ext uri="{FF2B5EF4-FFF2-40B4-BE49-F238E27FC236}">
                  <a16:creationId xmlns:a16="http://schemas.microsoft.com/office/drawing/2014/main" id="{27C1D2D5-84E7-8D64-D016-29EEFF49D72E}"/>
                </a:ext>
              </a:extLst>
            </p:cNvPr>
            <p:cNvSpPr/>
            <p:nvPr/>
          </p:nvSpPr>
          <p:spPr>
            <a:xfrm>
              <a:off x="4938450" y="2419450"/>
              <a:ext cx="228500" cy="313750"/>
            </a:xfrm>
            <a:custGeom>
              <a:avLst/>
              <a:gdLst/>
              <a:ahLst/>
              <a:cxnLst/>
              <a:rect l="l" t="t" r="r" b="b"/>
              <a:pathLst>
                <a:path w="9140" h="12550" extrusionOk="0">
                  <a:moveTo>
                    <a:pt x="7635" y="146"/>
                  </a:moveTo>
                  <a:cubicBezTo>
                    <a:pt x="7978" y="146"/>
                    <a:pt x="8370" y="284"/>
                    <a:pt x="8777" y="561"/>
                  </a:cubicBezTo>
                  <a:lnTo>
                    <a:pt x="8982" y="687"/>
                  </a:lnTo>
                  <a:cubicBezTo>
                    <a:pt x="8966" y="703"/>
                    <a:pt x="8966" y="734"/>
                    <a:pt x="8950" y="750"/>
                  </a:cubicBezTo>
                  <a:lnTo>
                    <a:pt x="8745" y="608"/>
                  </a:lnTo>
                  <a:cubicBezTo>
                    <a:pt x="8354" y="347"/>
                    <a:pt x="7985" y="217"/>
                    <a:pt x="7664" y="217"/>
                  </a:cubicBezTo>
                  <a:cubicBezTo>
                    <a:pt x="7324" y="217"/>
                    <a:pt x="7038" y="363"/>
                    <a:pt x="6835" y="655"/>
                  </a:cubicBezTo>
                  <a:lnTo>
                    <a:pt x="679" y="9811"/>
                  </a:lnTo>
                  <a:cubicBezTo>
                    <a:pt x="253" y="10442"/>
                    <a:pt x="489" y="11342"/>
                    <a:pt x="1200" y="11816"/>
                  </a:cubicBezTo>
                  <a:lnTo>
                    <a:pt x="1515" y="12037"/>
                  </a:lnTo>
                  <a:cubicBezTo>
                    <a:pt x="1804" y="12235"/>
                    <a:pt x="2129" y="12330"/>
                    <a:pt x="2441" y="12330"/>
                  </a:cubicBezTo>
                  <a:cubicBezTo>
                    <a:pt x="2899" y="12330"/>
                    <a:pt x="3330" y="12128"/>
                    <a:pt x="3583" y="11752"/>
                  </a:cubicBezTo>
                  <a:lnTo>
                    <a:pt x="7245" y="6307"/>
                  </a:lnTo>
                  <a:cubicBezTo>
                    <a:pt x="7245" y="6307"/>
                    <a:pt x="7261" y="6307"/>
                    <a:pt x="7277" y="6322"/>
                  </a:cubicBezTo>
                  <a:cubicBezTo>
                    <a:pt x="7293" y="6322"/>
                    <a:pt x="7324" y="6354"/>
                    <a:pt x="7293" y="6385"/>
                  </a:cubicBezTo>
                  <a:lnTo>
                    <a:pt x="3646" y="11800"/>
                  </a:lnTo>
                  <a:cubicBezTo>
                    <a:pt x="3377" y="12200"/>
                    <a:pt x="2931" y="12408"/>
                    <a:pt x="2456" y="12408"/>
                  </a:cubicBezTo>
                  <a:cubicBezTo>
                    <a:pt x="2125" y="12408"/>
                    <a:pt x="1779" y="12307"/>
                    <a:pt x="1468" y="12100"/>
                  </a:cubicBezTo>
                  <a:lnTo>
                    <a:pt x="1152" y="11879"/>
                  </a:lnTo>
                  <a:cubicBezTo>
                    <a:pt x="410" y="11374"/>
                    <a:pt x="158" y="10427"/>
                    <a:pt x="600" y="9764"/>
                  </a:cubicBezTo>
                  <a:lnTo>
                    <a:pt x="6756" y="608"/>
                  </a:lnTo>
                  <a:cubicBezTo>
                    <a:pt x="6967" y="300"/>
                    <a:pt x="7273" y="146"/>
                    <a:pt x="7635" y="146"/>
                  </a:cubicBezTo>
                  <a:close/>
                  <a:moveTo>
                    <a:pt x="7649" y="1"/>
                  </a:moveTo>
                  <a:cubicBezTo>
                    <a:pt x="7239" y="1"/>
                    <a:pt x="6887" y="179"/>
                    <a:pt x="6646" y="529"/>
                  </a:cubicBezTo>
                  <a:lnTo>
                    <a:pt x="489" y="9685"/>
                  </a:lnTo>
                  <a:cubicBezTo>
                    <a:pt x="0" y="10427"/>
                    <a:pt x="268" y="11453"/>
                    <a:pt x="1073" y="12005"/>
                  </a:cubicBezTo>
                  <a:lnTo>
                    <a:pt x="1405" y="12226"/>
                  </a:lnTo>
                  <a:cubicBezTo>
                    <a:pt x="1731" y="12443"/>
                    <a:pt x="2098" y="12549"/>
                    <a:pt x="2454" y="12549"/>
                  </a:cubicBezTo>
                  <a:cubicBezTo>
                    <a:pt x="2976" y="12549"/>
                    <a:pt x="3472" y="12320"/>
                    <a:pt x="3773" y="11879"/>
                  </a:cubicBezTo>
                  <a:lnTo>
                    <a:pt x="7419" y="6449"/>
                  </a:lnTo>
                  <a:cubicBezTo>
                    <a:pt x="7466" y="6370"/>
                    <a:pt x="7451" y="6259"/>
                    <a:pt x="7356" y="6196"/>
                  </a:cubicBezTo>
                  <a:cubicBezTo>
                    <a:pt x="7331" y="6177"/>
                    <a:pt x="7299" y="6169"/>
                    <a:pt x="7266" y="6169"/>
                  </a:cubicBezTo>
                  <a:cubicBezTo>
                    <a:pt x="7215" y="6169"/>
                    <a:pt x="7164" y="6189"/>
                    <a:pt x="7135" y="6228"/>
                  </a:cubicBezTo>
                  <a:lnTo>
                    <a:pt x="3457" y="11674"/>
                  </a:lnTo>
                  <a:cubicBezTo>
                    <a:pt x="3233" y="12009"/>
                    <a:pt x="2850" y="12185"/>
                    <a:pt x="2440" y="12185"/>
                  </a:cubicBezTo>
                  <a:cubicBezTo>
                    <a:pt x="2156" y="12185"/>
                    <a:pt x="1859" y="12101"/>
                    <a:pt x="1594" y="11926"/>
                  </a:cubicBezTo>
                  <a:lnTo>
                    <a:pt x="1279" y="11705"/>
                  </a:lnTo>
                  <a:cubicBezTo>
                    <a:pt x="631" y="11279"/>
                    <a:pt x="426" y="10458"/>
                    <a:pt x="805" y="9890"/>
                  </a:cubicBezTo>
                  <a:lnTo>
                    <a:pt x="6961" y="734"/>
                  </a:lnTo>
                  <a:cubicBezTo>
                    <a:pt x="7128" y="488"/>
                    <a:pt x="7372" y="361"/>
                    <a:pt x="7667" y="361"/>
                  </a:cubicBezTo>
                  <a:cubicBezTo>
                    <a:pt x="7957" y="361"/>
                    <a:pt x="8298" y="484"/>
                    <a:pt x="8666" y="734"/>
                  </a:cubicBezTo>
                  <a:lnTo>
                    <a:pt x="8903" y="892"/>
                  </a:lnTo>
                  <a:cubicBezTo>
                    <a:pt x="8934" y="908"/>
                    <a:pt x="8966" y="908"/>
                    <a:pt x="8998" y="908"/>
                  </a:cubicBezTo>
                  <a:cubicBezTo>
                    <a:pt x="9029" y="892"/>
                    <a:pt x="9061" y="876"/>
                    <a:pt x="9061" y="845"/>
                  </a:cubicBezTo>
                  <a:cubicBezTo>
                    <a:pt x="9077" y="813"/>
                    <a:pt x="9092" y="782"/>
                    <a:pt x="9124" y="750"/>
                  </a:cubicBezTo>
                  <a:cubicBezTo>
                    <a:pt x="9140" y="734"/>
                    <a:pt x="9140" y="703"/>
                    <a:pt x="9140" y="671"/>
                  </a:cubicBezTo>
                  <a:cubicBezTo>
                    <a:pt x="9140" y="640"/>
                    <a:pt x="9124" y="608"/>
                    <a:pt x="9092" y="592"/>
                  </a:cubicBezTo>
                  <a:lnTo>
                    <a:pt x="8856" y="434"/>
                  </a:lnTo>
                  <a:cubicBezTo>
                    <a:pt x="8431" y="144"/>
                    <a:pt x="8016" y="1"/>
                    <a:pt x="7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" name="Google Shape;411;p39">
            <a:extLst>
              <a:ext uri="{FF2B5EF4-FFF2-40B4-BE49-F238E27FC236}">
                <a16:creationId xmlns:a16="http://schemas.microsoft.com/office/drawing/2014/main" id="{5D152F3E-E525-1E64-5A2D-B7DD2CD8444D}"/>
              </a:ext>
            </a:extLst>
          </p:cNvPr>
          <p:cNvGrpSpPr/>
          <p:nvPr/>
        </p:nvGrpSpPr>
        <p:grpSpPr>
          <a:xfrm rot="-1464382">
            <a:off x="8331009" y="961764"/>
            <a:ext cx="825540" cy="309244"/>
            <a:chOff x="5553275" y="2092625"/>
            <a:chExt cx="387150" cy="145025"/>
          </a:xfrm>
        </p:grpSpPr>
        <p:sp>
          <p:nvSpPr>
            <p:cNvPr id="412" name="Google Shape;412;p39">
              <a:extLst>
                <a:ext uri="{FF2B5EF4-FFF2-40B4-BE49-F238E27FC236}">
                  <a16:creationId xmlns:a16="http://schemas.microsoft.com/office/drawing/2014/main" id="{6FEE820B-080C-0958-D626-5FD9B04F2183}"/>
                </a:ext>
              </a:extLst>
            </p:cNvPr>
            <p:cNvSpPr/>
            <p:nvPr/>
          </p:nvSpPr>
          <p:spPr>
            <a:xfrm>
              <a:off x="5556825" y="2122250"/>
              <a:ext cx="312975" cy="75675"/>
            </a:xfrm>
            <a:custGeom>
              <a:avLst/>
              <a:gdLst/>
              <a:ahLst/>
              <a:cxnLst/>
              <a:rect l="l" t="t" r="r" b="b"/>
              <a:pathLst>
                <a:path w="12519" h="3027" extrusionOk="0">
                  <a:moveTo>
                    <a:pt x="11085" y="0"/>
                  </a:moveTo>
                  <a:cubicBezTo>
                    <a:pt x="11027" y="0"/>
                    <a:pt x="10968" y="4"/>
                    <a:pt x="10908" y="10"/>
                  </a:cubicBezTo>
                  <a:lnTo>
                    <a:pt x="1295" y="1194"/>
                  </a:lnTo>
                  <a:cubicBezTo>
                    <a:pt x="553" y="1288"/>
                    <a:pt x="1" y="1873"/>
                    <a:pt x="79" y="2488"/>
                  </a:cubicBezTo>
                  <a:lnTo>
                    <a:pt x="111" y="2757"/>
                  </a:lnTo>
                  <a:cubicBezTo>
                    <a:pt x="127" y="2788"/>
                    <a:pt x="127" y="2804"/>
                    <a:pt x="127" y="2820"/>
                  </a:cubicBezTo>
                  <a:cubicBezTo>
                    <a:pt x="134" y="2817"/>
                    <a:pt x="140" y="2816"/>
                    <a:pt x="146" y="2816"/>
                  </a:cubicBezTo>
                  <a:cubicBezTo>
                    <a:pt x="184" y="2816"/>
                    <a:pt x="215" y="2851"/>
                    <a:pt x="269" y="2851"/>
                  </a:cubicBezTo>
                  <a:lnTo>
                    <a:pt x="269" y="2757"/>
                  </a:lnTo>
                  <a:lnTo>
                    <a:pt x="237" y="2504"/>
                  </a:lnTo>
                  <a:cubicBezTo>
                    <a:pt x="158" y="1936"/>
                    <a:pt x="632" y="1383"/>
                    <a:pt x="1311" y="1304"/>
                  </a:cubicBezTo>
                  <a:lnTo>
                    <a:pt x="10908" y="120"/>
                  </a:lnTo>
                  <a:cubicBezTo>
                    <a:pt x="10968" y="113"/>
                    <a:pt x="11028" y="110"/>
                    <a:pt x="11087" y="110"/>
                  </a:cubicBezTo>
                  <a:cubicBezTo>
                    <a:pt x="11692" y="110"/>
                    <a:pt x="12208" y="471"/>
                    <a:pt x="12266" y="989"/>
                  </a:cubicBezTo>
                  <a:lnTo>
                    <a:pt x="12297" y="1257"/>
                  </a:lnTo>
                  <a:cubicBezTo>
                    <a:pt x="12376" y="1825"/>
                    <a:pt x="11871" y="2346"/>
                    <a:pt x="11192" y="2425"/>
                  </a:cubicBezTo>
                  <a:lnTo>
                    <a:pt x="7183" y="2914"/>
                  </a:lnTo>
                  <a:cubicBezTo>
                    <a:pt x="7094" y="2929"/>
                    <a:pt x="7102" y="3026"/>
                    <a:pt x="7168" y="3026"/>
                  </a:cubicBezTo>
                  <a:cubicBezTo>
                    <a:pt x="7173" y="3026"/>
                    <a:pt x="7178" y="3026"/>
                    <a:pt x="7183" y="3025"/>
                  </a:cubicBezTo>
                  <a:lnTo>
                    <a:pt x="11224" y="2536"/>
                  </a:lnTo>
                  <a:cubicBezTo>
                    <a:pt x="11966" y="2441"/>
                    <a:pt x="12518" y="1857"/>
                    <a:pt x="12439" y="1241"/>
                  </a:cubicBezTo>
                  <a:lnTo>
                    <a:pt x="12408" y="973"/>
                  </a:lnTo>
                  <a:cubicBezTo>
                    <a:pt x="12335" y="406"/>
                    <a:pt x="11755" y="0"/>
                    <a:pt x="110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9">
              <a:extLst>
                <a:ext uri="{FF2B5EF4-FFF2-40B4-BE49-F238E27FC236}">
                  <a16:creationId xmlns:a16="http://schemas.microsoft.com/office/drawing/2014/main" id="{D95C3AAC-9950-F739-3BBD-C8C9E7A3E6D6}"/>
                </a:ext>
              </a:extLst>
            </p:cNvPr>
            <p:cNvSpPr/>
            <p:nvPr/>
          </p:nvSpPr>
          <p:spPr>
            <a:xfrm>
              <a:off x="5554850" y="2120500"/>
              <a:ext cx="316525" cy="79425"/>
            </a:xfrm>
            <a:custGeom>
              <a:avLst/>
              <a:gdLst/>
              <a:ahLst/>
              <a:cxnLst/>
              <a:rect l="l" t="t" r="r" b="b"/>
              <a:pathLst>
                <a:path w="12661" h="3177" extrusionOk="0">
                  <a:moveTo>
                    <a:pt x="11200" y="1"/>
                  </a:moveTo>
                  <a:cubicBezTo>
                    <a:pt x="11125" y="1"/>
                    <a:pt x="11049" y="6"/>
                    <a:pt x="10971" y="17"/>
                  </a:cubicBezTo>
                  <a:lnTo>
                    <a:pt x="1374" y="1201"/>
                  </a:lnTo>
                  <a:cubicBezTo>
                    <a:pt x="569" y="1295"/>
                    <a:pt x="1" y="1911"/>
                    <a:pt x="80" y="2574"/>
                  </a:cubicBezTo>
                  <a:lnTo>
                    <a:pt x="111" y="2842"/>
                  </a:lnTo>
                  <a:cubicBezTo>
                    <a:pt x="111" y="2858"/>
                    <a:pt x="127" y="2890"/>
                    <a:pt x="127" y="2905"/>
                  </a:cubicBezTo>
                  <a:cubicBezTo>
                    <a:pt x="127" y="2921"/>
                    <a:pt x="143" y="2937"/>
                    <a:pt x="158" y="2953"/>
                  </a:cubicBezTo>
                  <a:cubicBezTo>
                    <a:pt x="174" y="2969"/>
                    <a:pt x="206" y="2969"/>
                    <a:pt x="222" y="2969"/>
                  </a:cubicBezTo>
                  <a:lnTo>
                    <a:pt x="253" y="2969"/>
                  </a:lnTo>
                  <a:cubicBezTo>
                    <a:pt x="269" y="2984"/>
                    <a:pt x="285" y="2984"/>
                    <a:pt x="316" y="2984"/>
                  </a:cubicBezTo>
                  <a:cubicBezTo>
                    <a:pt x="316" y="2992"/>
                    <a:pt x="320" y="2996"/>
                    <a:pt x="326" y="2996"/>
                  </a:cubicBezTo>
                  <a:cubicBezTo>
                    <a:pt x="332" y="2996"/>
                    <a:pt x="340" y="2992"/>
                    <a:pt x="348" y="2984"/>
                  </a:cubicBezTo>
                  <a:cubicBezTo>
                    <a:pt x="395" y="2984"/>
                    <a:pt x="427" y="2937"/>
                    <a:pt x="411" y="2905"/>
                  </a:cubicBezTo>
                  <a:lnTo>
                    <a:pt x="411" y="2874"/>
                  </a:lnTo>
                  <a:cubicBezTo>
                    <a:pt x="411" y="2858"/>
                    <a:pt x="411" y="2827"/>
                    <a:pt x="411" y="2811"/>
                  </a:cubicBezTo>
                  <a:lnTo>
                    <a:pt x="379" y="2558"/>
                  </a:lnTo>
                  <a:cubicBezTo>
                    <a:pt x="316" y="2021"/>
                    <a:pt x="774" y="1532"/>
                    <a:pt x="1390" y="1453"/>
                  </a:cubicBezTo>
                  <a:lnTo>
                    <a:pt x="11003" y="269"/>
                  </a:lnTo>
                  <a:cubicBezTo>
                    <a:pt x="11061" y="262"/>
                    <a:pt x="11119" y="259"/>
                    <a:pt x="11175" y="259"/>
                  </a:cubicBezTo>
                  <a:cubicBezTo>
                    <a:pt x="11735" y="259"/>
                    <a:pt x="12208" y="601"/>
                    <a:pt x="12266" y="1074"/>
                  </a:cubicBezTo>
                  <a:lnTo>
                    <a:pt x="12297" y="1343"/>
                  </a:lnTo>
                  <a:cubicBezTo>
                    <a:pt x="12361" y="1864"/>
                    <a:pt x="11903" y="2337"/>
                    <a:pt x="11271" y="2416"/>
                  </a:cubicBezTo>
                  <a:lnTo>
                    <a:pt x="7246" y="2921"/>
                  </a:lnTo>
                  <a:cubicBezTo>
                    <a:pt x="7215" y="2921"/>
                    <a:pt x="7167" y="2937"/>
                    <a:pt x="7136" y="2969"/>
                  </a:cubicBezTo>
                  <a:cubicBezTo>
                    <a:pt x="7120" y="3000"/>
                    <a:pt x="7104" y="3032"/>
                    <a:pt x="7120" y="3063"/>
                  </a:cubicBezTo>
                  <a:cubicBezTo>
                    <a:pt x="7120" y="3132"/>
                    <a:pt x="7180" y="3177"/>
                    <a:pt x="7237" y="3177"/>
                  </a:cubicBezTo>
                  <a:cubicBezTo>
                    <a:pt x="7245" y="3177"/>
                    <a:pt x="7254" y="3176"/>
                    <a:pt x="7262" y="3174"/>
                  </a:cubicBezTo>
                  <a:lnTo>
                    <a:pt x="11303" y="2684"/>
                  </a:lnTo>
                  <a:cubicBezTo>
                    <a:pt x="12092" y="2590"/>
                    <a:pt x="12660" y="1974"/>
                    <a:pt x="12582" y="1311"/>
                  </a:cubicBezTo>
                  <a:lnTo>
                    <a:pt x="12550" y="1043"/>
                  </a:lnTo>
                  <a:cubicBezTo>
                    <a:pt x="12479" y="445"/>
                    <a:pt x="11894" y="1"/>
                    <a:pt x="11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>
              <a:extLst>
                <a:ext uri="{FF2B5EF4-FFF2-40B4-BE49-F238E27FC236}">
                  <a16:creationId xmlns:a16="http://schemas.microsoft.com/office/drawing/2014/main" id="{401CB8E5-10CC-93B5-F88E-76CA10A9C875}"/>
                </a:ext>
              </a:extLst>
            </p:cNvPr>
            <p:cNvSpPr/>
            <p:nvPr/>
          </p:nvSpPr>
          <p:spPr>
            <a:xfrm>
              <a:off x="5555650" y="2120600"/>
              <a:ext cx="315725" cy="80050"/>
            </a:xfrm>
            <a:custGeom>
              <a:avLst/>
              <a:gdLst/>
              <a:ahLst/>
              <a:cxnLst/>
              <a:rect l="l" t="t" r="r" b="b"/>
              <a:pathLst>
                <a:path w="12629" h="3202" extrusionOk="0">
                  <a:moveTo>
                    <a:pt x="11146" y="0"/>
                  </a:moveTo>
                  <a:cubicBezTo>
                    <a:pt x="11078" y="0"/>
                    <a:pt x="11009" y="4"/>
                    <a:pt x="10939" y="13"/>
                  </a:cubicBezTo>
                  <a:lnTo>
                    <a:pt x="1326" y="1197"/>
                  </a:lnTo>
                  <a:cubicBezTo>
                    <a:pt x="537" y="1291"/>
                    <a:pt x="0" y="1891"/>
                    <a:pt x="79" y="2554"/>
                  </a:cubicBezTo>
                  <a:lnTo>
                    <a:pt x="174" y="3201"/>
                  </a:lnTo>
                  <a:cubicBezTo>
                    <a:pt x="213" y="3186"/>
                    <a:pt x="253" y="3178"/>
                    <a:pt x="292" y="3178"/>
                  </a:cubicBezTo>
                  <a:cubicBezTo>
                    <a:pt x="332" y="3178"/>
                    <a:pt x="371" y="3186"/>
                    <a:pt x="411" y="3201"/>
                  </a:cubicBezTo>
                  <a:lnTo>
                    <a:pt x="347" y="2633"/>
                  </a:lnTo>
                  <a:cubicBezTo>
                    <a:pt x="284" y="2096"/>
                    <a:pt x="742" y="1528"/>
                    <a:pt x="1358" y="1449"/>
                  </a:cubicBezTo>
                  <a:lnTo>
                    <a:pt x="10971" y="265"/>
                  </a:lnTo>
                  <a:cubicBezTo>
                    <a:pt x="11029" y="258"/>
                    <a:pt x="11087" y="255"/>
                    <a:pt x="11143" y="255"/>
                  </a:cubicBezTo>
                  <a:cubicBezTo>
                    <a:pt x="11703" y="255"/>
                    <a:pt x="12176" y="597"/>
                    <a:pt x="12234" y="1070"/>
                  </a:cubicBezTo>
                  <a:lnTo>
                    <a:pt x="12265" y="1339"/>
                  </a:lnTo>
                  <a:cubicBezTo>
                    <a:pt x="12329" y="1860"/>
                    <a:pt x="11871" y="2333"/>
                    <a:pt x="11239" y="2412"/>
                  </a:cubicBezTo>
                  <a:lnTo>
                    <a:pt x="7214" y="2917"/>
                  </a:lnTo>
                  <a:cubicBezTo>
                    <a:pt x="7183" y="2917"/>
                    <a:pt x="7135" y="2933"/>
                    <a:pt x="7119" y="2965"/>
                  </a:cubicBezTo>
                  <a:cubicBezTo>
                    <a:pt x="7088" y="2996"/>
                    <a:pt x="7072" y="3028"/>
                    <a:pt x="7088" y="3059"/>
                  </a:cubicBezTo>
                  <a:cubicBezTo>
                    <a:pt x="7088" y="3130"/>
                    <a:pt x="7138" y="3188"/>
                    <a:pt x="7206" y="3188"/>
                  </a:cubicBezTo>
                  <a:cubicBezTo>
                    <a:pt x="7214" y="3188"/>
                    <a:pt x="7222" y="3187"/>
                    <a:pt x="7230" y="3186"/>
                  </a:cubicBezTo>
                  <a:lnTo>
                    <a:pt x="11271" y="2696"/>
                  </a:lnTo>
                  <a:cubicBezTo>
                    <a:pt x="12060" y="2602"/>
                    <a:pt x="12628" y="1970"/>
                    <a:pt x="12550" y="1307"/>
                  </a:cubicBezTo>
                  <a:lnTo>
                    <a:pt x="12518" y="1039"/>
                  </a:lnTo>
                  <a:cubicBezTo>
                    <a:pt x="12446" y="434"/>
                    <a:pt x="11849" y="0"/>
                    <a:pt x="1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9">
              <a:extLst>
                <a:ext uri="{FF2B5EF4-FFF2-40B4-BE49-F238E27FC236}">
                  <a16:creationId xmlns:a16="http://schemas.microsoft.com/office/drawing/2014/main" id="{43431002-F545-A4B0-DEFE-9EF2846BFBCF}"/>
                </a:ext>
              </a:extLst>
            </p:cNvPr>
            <p:cNvSpPr/>
            <p:nvPr/>
          </p:nvSpPr>
          <p:spPr>
            <a:xfrm>
              <a:off x="5553275" y="2118650"/>
              <a:ext cx="320475" cy="83975"/>
            </a:xfrm>
            <a:custGeom>
              <a:avLst/>
              <a:gdLst/>
              <a:ahLst/>
              <a:cxnLst/>
              <a:rect l="l" t="t" r="r" b="b"/>
              <a:pathLst>
                <a:path w="12819" h="3359" extrusionOk="0">
                  <a:moveTo>
                    <a:pt x="11241" y="141"/>
                  </a:moveTo>
                  <a:cubicBezTo>
                    <a:pt x="11898" y="141"/>
                    <a:pt x="12462" y="544"/>
                    <a:pt x="12534" y="1117"/>
                  </a:cubicBezTo>
                  <a:lnTo>
                    <a:pt x="12566" y="1385"/>
                  </a:lnTo>
                  <a:cubicBezTo>
                    <a:pt x="12645" y="2001"/>
                    <a:pt x="12092" y="2585"/>
                    <a:pt x="11350" y="2680"/>
                  </a:cubicBezTo>
                  <a:lnTo>
                    <a:pt x="7309" y="3169"/>
                  </a:lnTo>
                  <a:cubicBezTo>
                    <a:pt x="7262" y="3169"/>
                    <a:pt x="7230" y="3122"/>
                    <a:pt x="7262" y="3090"/>
                  </a:cubicBezTo>
                  <a:cubicBezTo>
                    <a:pt x="7278" y="3074"/>
                    <a:pt x="7293" y="3058"/>
                    <a:pt x="7309" y="3058"/>
                  </a:cubicBezTo>
                  <a:lnTo>
                    <a:pt x="11334" y="2569"/>
                  </a:lnTo>
                  <a:cubicBezTo>
                    <a:pt x="12013" y="2474"/>
                    <a:pt x="12502" y="1953"/>
                    <a:pt x="12439" y="1401"/>
                  </a:cubicBezTo>
                  <a:lnTo>
                    <a:pt x="12408" y="1133"/>
                  </a:lnTo>
                  <a:cubicBezTo>
                    <a:pt x="12336" y="613"/>
                    <a:pt x="11828" y="239"/>
                    <a:pt x="11223" y="239"/>
                  </a:cubicBezTo>
                  <a:cubicBezTo>
                    <a:pt x="11166" y="239"/>
                    <a:pt x="11108" y="242"/>
                    <a:pt x="11050" y="249"/>
                  </a:cubicBezTo>
                  <a:lnTo>
                    <a:pt x="1437" y="1432"/>
                  </a:lnTo>
                  <a:cubicBezTo>
                    <a:pt x="790" y="1527"/>
                    <a:pt x="285" y="2111"/>
                    <a:pt x="364" y="2711"/>
                  </a:cubicBezTo>
                  <a:lnTo>
                    <a:pt x="411" y="3169"/>
                  </a:lnTo>
                  <a:lnTo>
                    <a:pt x="316" y="3169"/>
                  </a:lnTo>
                  <a:lnTo>
                    <a:pt x="237" y="2601"/>
                  </a:lnTo>
                  <a:cubicBezTo>
                    <a:pt x="174" y="1985"/>
                    <a:pt x="679" y="1417"/>
                    <a:pt x="1421" y="1338"/>
                  </a:cubicBezTo>
                  <a:lnTo>
                    <a:pt x="11034" y="154"/>
                  </a:lnTo>
                  <a:cubicBezTo>
                    <a:pt x="11104" y="145"/>
                    <a:pt x="11173" y="141"/>
                    <a:pt x="11241" y="141"/>
                  </a:cubicBezTo>
                  <a:close/>
                  <a:moveTo>
                    <a:pt x="11225" y="0"/>
                  </a:moveTo>
                  <a:cubicBezTo>
                    <a:pt x="11157" y="0"/>
                    <a:pt x="11088" y="4"/>
                    <a:pt x="11019" y="12"/>
                  </a:cubicBezTo>
                  <a:lnTo>
                    <a:pt x="1405" y="1196"/>
                  </a:lnTo>
                  <a:cubicBezTo>
                    <a:pt x="585" y="1306"/>
                    <a:pt x="1" y="1938"/>
                    <a:pt x="95" y="2648"/>
                  </a:cubicBezTo>
                  <a:lnTo>
                    <a:pt x="190" y="3295"/>
                  </a:lnTo>
                  <a:cubicBezTo>
                    <a:pt x="190" y="3327"/>
                    <a:pt x="206" y="3342"/>
                    <a:pt x="221" y="3358"/>
                  </a:cubicBezTo>
                  <a:lnTo>
                    <a:pt x="285" y="3358"/>
                  </a:lnTo>
                  <a:cubicBezTo>
                    <a:pt x="316" y="3342"/>
                    <a:pt x="348" y="3335"/>
                    <a:pt x="377" y="3335"/>
                  </a:cubicBezTo>
                  <a:cubicBezTo>
                    <a:pt x="407" y="3335"/>
                    <a:pt x="435" y="3342"/>
                    <a:pt x="458" y="3358"/>
                  </a:cubicBezTo>
                  <a:cubicBezTo>
                    <a:pt x="490" y="3358"/>
                    <a:pt x="521" y="3358"/>
                    <a:pt x="537" y="3342"/>
                  </a:cubicBezTo>
                  <a:cubicBezTo>
                    <a:pt x="569" y="3327"/>
                    <a:pt x="585" y="3295"/>
                    <a:pt x="569" y="3264"/>
                  </a:cubicBezTo>
                  <a:lnTo>
                    <a:pt x="521" y="2695"/>
                  </a:lnTo>
                  <a:cubicBezTo>
                    <a:pt x="458" y="2190"/>
                    <a:pt x="900" y="1669"/>
                    <a:pt x="1453" y="1606"/>
                  </a:cubicBezTo>
                  <a:lnTo>
                    <a:pt x="11066" y="422"/>
                  </a:lnTo>
                  <a:cubicBezTo>
                    <a:pt x="11126" y="414"/>
                    <a:pt x="11185" y="411"/>
                    <a:pt x="11243" y="411"/>
                  </a:cubicBezTo>
                  <a:cubicBezTo>
                    <a:pt x="11768" y="411"/>
                    <a:pt x="12207" y="722"/>
                    <a:pt x="12250" y="1148"/>
                  </a:cubicBezTo>
                  <a:lnTo>
                    <a:pt x="12281" y="1417"/>
                  </a:lnTo>
                  <a:cubicBezTo>
                    <a:pt x="12345" y="1890"/>
                    <a:pt x="11918" y="2348"/>
                    <a:pt x="11319" y="2411"/>
                  </a:cubicBezTo>
                  <a:lnTo>
                    <a:pt x="7309" y="2916"/>
                  </a:lnTo>
                  <a:cubicBezTo>
                    <a:pt x="7246" y="2916"/>
                    <a:pt x="7183" y="2948"/>
                    <a:pt x="7151" y="2995"/>
                  </a:cubicBezTo>
                  <a:cubicBezTo>
                    <a:pt x="7104" y="3043"/>
                    <a:pt x="7088" y="3090"/>
                    <a:pt x="7104" y="3153"/>
                  </a:cubicBezTo>
                  <a:cubicBezTo>
                    <a:pt x="7118" y="3254"/>
                    <a:pt x="7199" y="3329"/>
                    <a:pt x="7309" y="3329"/>
                  </a:cubicBezTo>
                  <a:cubicBezTo>
                    <a:pt x="7319" y="3329"/>
                    <a:pt x="7330" y="3328"/>
                    <a:pt x="7341" y="3327"/>
                  </a:cubicBezTo>
                  <a:lnTo>
                    <a:pt x="11366" y="2837"/>
                  </a:lnTo>
                  <a:cubicBezTo>
                    <a:pt x="12203" y="2727"/>
                    <a:pt x="12818" y="2080"/>
                    <a:pt x="12723" y="1385"/>
                  </a:cubicBezTo>
                  <a:lnTo>
                    <a:pt x="12692" y="1117"/>
                  </a:lnTo>
                  <a:cubicBezTo>
                    <a:pt x="12605" y="466"/>
                    <a:pt x="11974" y="0"/>
                    <a:pt x="1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9">
              <a:extLst>
                <a:ext uri="{FF2B5EF4-FFF2-40B4-BE49-F238E27FC236}">
                  <a16:creationId xmlns:a16="http://schemas.microsoft.com/office/drawing/2014/main" id="{B7A369B7-B30A-3214-0DD7-6F9F9645CBD2}"/>
                </a:ext>
              </a:extLst>
            </p:cNvPr>
            <p:cNvSpPr/>
            <p:nvPr/>
          </p:nvSpPr>
          <p:spPr>
            <a:xfrm>
              <a:off x="5558000" y="2094575"/>
              <a:ext cx="380450" cy="141425"/>
            </a:xfrm>
            <a:custGeom>
              <a:avLst/>
              <a:gdLst/>
              <a:ahLst/>
              <a:cxnLst/>
              <a:rect l="l" t="t" r="r" b="b"/>
              <a:pathLst>
                <a:path w="15218" h="5657" extrusionOk="0">
                  <a:moveTo>
                    <a:pt x="13318" y="1"/>
                  </a:moveTo>
                  <a:cubicBezTo>
                    <a:pt x="13257" y="1"/>
                    <a:pt x="13196" y="5"/>
                    <a:pt x="13134" y="12"/>
                  </a:cubicBezTo>
                  <a:lnTo>
                    <a:pt x="5999" y="880"/>
                  </a:lnTo>
                  <a:cubicBezTo>
                    <a:pt x="5920" y="896"/>
                    <a:pt x="5889" y="959"/>
                    <a:pt x="5889" y="1038"/>
                  </a:cubicBezTo>
                  <a:cubicBezTo>
                    <a:pt x="5905" y="1085"/>
                    <a:pt x="5952" y="1133"/>
                    <a:pt x="6015" y="1133"/>
                  </a:cubicBezTo>
                  <a:lnTo>
                    <a:pt x="13166" y="264"/>
                  </a:lnTo>
                  <a:cubicBezTo>
                    <a:pt x="13220" y="258"/>
                    <a:pt x="13273" y="255"/>
                    <a:pt x="13326" y="255"/>
                  </a:cubicBezTo>
                  <a:cubicBezTo>
                    <a:pt x="14065" y="255"/>
                    <a:pt x="14704" y="860"/>
                    <a:pt x="14808" y="1685"/>
                  </a:cubicBezTo>
                  <a:lnTo>
                    <a:pt x="14855" y="2127"/>
                  </a:lnTo>
                  <a:cubicBezTo>
                    <a:pt x="14965" y="3011"/>
                    <a:pt x="14413" y="3816"/>
                    <a:pt x="13624" y="3911"/>
                  </a:cubicBezTo>
                  <a:lnTo>
                    <a:pt x="1579" y="5395"/>
                  </a:lnTo>
                  <a:cubicBezTo>
                    <a:pt x="1536" y="5400"/>
                    <a:pt x="1493" y="5402"/>
                    <a:pt x="1450" y="5402"/>
                  </a:cubicBezTo>
                  <a:cubicBezTo>
                    <a:pt x="823" y="5402"/>
                    <a:pt x="373" y="4857"/>
                    <a:pt x="269" y="3911"/>
                  </a:cubicBezTo>
                  <a:lnTo>
                    <a:pt x="222" y="3595"/>
                  </a:lnTo>
                  <a:cubicBezTo>
                    <a:pt x="222" y="3579"/>
                    <a:pt x="206" y="3564"/>
                    <a:pt x="206" y="3564"/>
                  </a:cubicBezTo>
                  <a:lnTo>
                    <a:pt x="175" y="3564"/>
                  </a:lnTo>
                  <a:cubicBezTo>
                    <a:pt x="127" y="3579"/>
                    <a:pt x="80" y="3595"/>
                    <a:pt x="32" y="3595"/>
                  </a:cubicBezTo>
                  <a:cubicBezTo>
                    <a:pt x="27" y="3590"/>
                    <a:pt x="22" y="3588"/>
                    <a:pt x="17" y="3588"/>
                  </a:cubicBezTo>
                  <a:cubicBezTo>
                    <a:pt x="8" y="3588"/>
                    <a:pt x="1" y="3595"/>
                    <a:pt x="1" y="3595"/>
                  </a:cubicBezTo>
                  <a:cubicBezTo>
                    <a:pt x="1" y="3611"/>
                    <a:pt x="1" y="3627"/>
                    <a:pt x="1" y="3627"/>
                  </a:cubicBezTo>
                  <a:lnTo>
                    <a:pt x="48" y="3942"/>
                  </a:lnTo>
                  <a:cubicBezTo>
                    <a:pt x="166" y="5020"/>
                    <a:pt x="713" y="5656"/>
                    <a:pt x="1468" y="5656"/>
                  </a:cubicBezTo>
                  <a:cubicBezTo>
                    <a:pt x="1520" y="5656"/>
                    <a:pt x="1573" y="5653"/>
                    <a:pt x="1627" y="5647"/>
                  </a:cubicBezTo>
                  <a:lnTo>
                    <a:pt x="13655" y="4163"/>
                  </a:lnTo>
                  <a:cubicBezTo>
                    <a:pt x="14571" y="4053"/>
                    <a:pt x="15218" y="3122"/>
                    <a:pt x="15092" y="2096"/>
                  </a:cubicBezTo>
                  <a:lnTo>
                    <a:pt x="15044" y="1669"/>
                  </a:lnTo>
                  <a:cubicBezTo>
                    <a:pt x="14926" y="711"/>
                    <a:pt x="14175" y="1"/>
                    <a:pt x="1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>
              <a:extLst>
                <a:ext uri="{FF2B5EF4-FFF2-40B4-BE49-F238E27FC236}">
                  <a16:creationId xmlns:a16="http://schemas.microsoft.com/office/drawing/2014/main" id="{8FFB7A0D-C72E-A75C-F0BD-2A7B0EEC493F}"/>
                </a:ext>
              </a:extLst>
            </p:cNvPr>
            <p:cNvSpPr/>
            <p:nvPr/>
          </p:nvSpPr>
          <p:spPr>
            <a:xfrm>
              <a:off x="5555650" y="2092625"/>
              <a:ext cx="384775" cy="145025"/>
            </a:xfrm>
            <a:custGeom>
              <a:avLst/>
              <a:gdLst/>
              <a:ahLst/>
              <a:cxnLst/>
              <a:rect l="l" t="t" r="r" b="b"/>
              <a:pathLst>
                <a:path w="15391" h="5801" extrusionOk="0">
                  <a:moveTo>
                    <a:pt x="13464" y="170"/>
                  </a:moveTo>
                  <a:cubicBezTo>
                    <a:pt x="14264" y="170"/>
                    <a:pt x="14959" y="846"/>
                    <a:pt x="15075" y="1763"/>
                  </a:cubicBezTo>
                  <a:lnTo>
                    <a:pt x="15123" y="2189"/>
                  </a:lnTo>
                  <a:cubicBezTo>
                    <a:pt x="15233" y="3184"/>
                    <a:pt x="14617" y="4052"/>
                    <a:pt x="13733" y="4163"/>
                  </a:cubicBezTo>
                  <a:lnTo>
                    <a:pt x="1705" y="5646"/>
                  </a:lnTo>
                  <a:cubicBezTo>
                    <a:pt x="1653" y="5653"/>
                    <a:pt x="1602" y="5656"/>
                    <a:pt x="1551" y="5656"/>
                  </a:cubicBezTo>
                  <a:cubicBezTo>
                    <a:pt x="841" y="5656"/>
                    <a:pt x="323" y="5038"/>
                    <a:pt x="205" y="4020"/>
                  </a:cubicBezTo>
                  <a:lnTo>
                    <a:pt x="174" y="3736"/>
                  </a:lnTo>
                  <a:lnTo>
                    <a:pt x="253" y="3736"/>
                  </a:lnTo>
                  <a:lnTo>
                    <a:pt x="284" y="4005"/>
                  </a:lnTo>
                  <a:cubicBezTo>
                    <a:pt x="403" y="4997"/>
                    <a:pt x="869" y="5559"/>
                    <a:pt x="1552" y="5559"/>
                  </a:cubicBezTo>
                  <a:cubicBezTo>
                    <a:pt x="1597" y="5559"/>
                    <a:pt x="1643" y="5556"/>
                    <a:pt x="1689" y="5552"/>
                  </a:cubicBezTo>
                  <a:lnTo>
                    <a:pt x="13733" y="4068"/>
                  </a:lnTo>
                  <a:cubicBezTo>
                    <a:pt x="14554" y="3973"/>
                    <a:pt x="15154" y="3121"/>
                    <a:pt x="15028" y="2205"/>
                  </a:cubicBezTo>
                  <a:lnTo>
                    <a:pt x="14980" y="1763"/>
                  </a:lnTo>
                  <a:cubicBezTo>
                    <a:pt x="14877" y="891"/>
                    <a:pt x="14192" y="255"/>
                    <a:pt x="13419" y="255"/>
                  </a:cubicBezTo>
                  <a:cubicBezTo>
                    <a:pt x="13366" y="255"/>
                    <a:pt x="13313" y="257"/>
                    <a:pt x="13260" y="264"/>
                  </a:cubicBezTo>
                  <a:lnTo>
                    <a:pt x="6093" y="1148"/>
                  </a:lnTo>
                  <a:cubicBezTo>
                    <a:pt x="6093" y="1132"/>
                    <a:pt x="6078" y="1116"/>
                    <a:pt x="6078" y="1116"/>
                  </a:cubicBezTo>
                  <a:cubicBezTo>
                    <a:pt x="6078" y="1100"/>
                    <a:pt x="6078" y="1053"/>
                    <a:pt x="6125" y="1053"/>
                  </a:cubicBezTo>
                  <a:lnTo>
                    <a:pt x="13260" y="185"/>
                  </a:lnTo>
                  <a:cubicBezTo>
                    <a:pt x="13328" y="175"/>
                    <a:pt x="13396" y="170"/>
                    <a:pt x="13464" y="170"/>
                  </a:cubicBezTo>
                  <a:close/>
                  <a:moveTo>
                    <a:pt x="13412" y="0"/>
                  </a:moveTo>
                  <a:cubicBezTo>
                    <a:pt x="13351" y="0"/>
                    <a:pt x="13290" y="4"/>
                    <a:pt x="13228" y="11"/>
                  </a:cubicBezTo>
                  <a:lnTo>
                    <a:pt x="6078" y="895"/>
                  </a:lnTo>
                  <a:cubicBezTo>
                    <a:pt x="5967" y="895"/>
                    <a:pt x="5888" y="1005"/>
                    <a:pt x="5904" y="1116"/>
                  </a:cubicBezTo>
                  <a:cubicBezTo>
                    <a:pt x="5918" y="1217"/>
                    <a:pt x="5986" y="1292"/>
                    <a:pt x="6081" y="1292"/>
                  </a:cubicBezTo>
                  <a:cubicBezTo>
                    <a:pt x="6090" y="1292"/>
                    <a:pt x="6100" y="1291"/>
                    <a:pt x="6109" y="1290"/>
                  </a:cubicBezTo>
                  <a:lnTo>
                    <a:pt x="13276" y="421"/>
                  </a:lnTo>
                  <a:cubicBezTo>
                    <a:pt x="13327" y="415"/>
                    <a:pt x="13379" y="412"/>
                    <a:pt x="13430" y="412"/>
                  </a:cubicBezTo>
                  <a:cubicBezTo>
                    <a:pt x="14125" y="412"/>
                    <a:pt x="14734" y="999"/>
                    <a:pt x="14823" y="1779"/>
                  </a:cubicBezTo>
                  <a:lnTo>
                    <a:pt x="14870" y="2221"/>
                  </a:lnTo>
                  <a:cubicBezTo>
                    <a:pt x="14980" y="3058"/>
                    <a:pt x="14460" y="3815"/>
                    <a:pt x="13702" y="3910"/>
                  </a:cubicBezTo>
                  <a:lnTo>
                    <a:pt x="1673" y="5394"/>
                  </a:lnTo>
                  <a:cubicBezTo>
                    <a:pt x="1629" y="5399"/>
                    <a:pt x="1586" y="5402"/>
                    <a:pt x="1544" y="5402"/>
                  </a:cubicBezTo>
                  <a:cubicBezTo>
                    <a:pt x="951" y="5402"/>
                    <a:pt x="545" y="4888"/>
                    <a:pt x="442" y="3989"/>
                  </a:cubicBezTo>
                  <a:lnTo>
                    <a:pt x="395" y="3657"/>
                  </a:lnTo>
                  <a:cubicBezTo>
                    <a:pt x="381" y="3603"/>
                    <a:pt x="332" y="3560"/>
                    <a:pt x="267" y="3560"/>
                  </a:cubicBezTo>
                  <a:cubicBezTo>
                    <a:pt x="257" y="3560"/>
                    <a:pt x="247" y="3561"/>
                    <a:pt x="237" y="3563"/>
                  </a:cubicBezTo>
                  <a:cubicBezTo>
                    <a:pt x="205" y="3578"/>
                    <a:pt x="158" y="3594"/>
                    <a:pt x="126" y="3594"/>
                  </a:cubicBezTo>
                  <a:cubicBezTo>
                    <a:pt x="95" y="3594"/>
                    <a:pt x="63" y="3594"/>
                    <a:pt x="32" y="3626"/>
                  </a:cubicBezTo>
                  <a:cubicBezTo>
                    <a:pt x="16" y="3657"/>
                    <a:pt x="0" y="3689"/>
                    <a:pt x="16" y="3721"/>
                  </a:cubicBezTo>
                  <a:lnTo>
                    <a:pt x="48" y="4036"/>
                  </a:lnTo>
                  <a:cubicBezTo>
                    <a:pt x="194" y="5149"/>
                    <a:pt x="748" y="5800"/>
                    <a:pt x="1533" y="5800"/>
                  </a:cubicBezTo>
                  <a:cubicBezTo>
                    <a:pt x="1594" y="5800"/>
                    <a:pt x="1657" y="5796"/>
                    <a:pt x="1721" y="5788"/>
                  </a:cubicBezTo>
                  <a:lnTo>
                    <a:pt x="13765" y="4320"/>
                  </a:lnTo>
                  <a:cubicBezTo>
                    <a:pt x="14728" y="4194"/>
                    <a:pt x="15391" y="3231"/>
                    <a:pt x="15249" y="2174"/>
                  </a:cubicBezTo>
                  <a:lnTo>
                    <a:pt x="15201" y="1732"/>
                  </a:lnTo>
                  <a:cubicBezTo>
                    <a:pt x="15083" y="742"/>
                    <a:pt x="14301" y="0"/>
                    <a:pt x="13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39">
            <a:extLst>
              <a:ext uri="{FF2B5EF4-FFF2-40B4-BE49-F238E27FC236}">
                <a16:creationId xmlns:a16="http://schemas.microsoft.com/office/drawing/2014/main" id="{1A4B631B-DC54-0DB5-5408-24E07711FB2E}"/>
              </a:ext>
            </a:extLst>
          </p:cNvPr>
          <p:cNvSpPr/>
          <p:nvPr/>
        </p:nvSpPr>
        <p:spPr>
          <a:xfrm>
            <a:off x="671025" y="4514750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9">
            <a:extLst>
              <a:ext uri="{FF2B5EF4-FFF2-40B4-BE49-F238E27FC236}">
                <a16:creationId xmlns:a16="http://schemas.microsoft.com/office/drawing/2014/main" id="{5DAF77A7-6B5C-CDF1-E279-C81F5BF8C7D2}"/>
              </a:ext>
            </a:extLst>
          </p:cNvPr>
          <p:cNvSpPr/>
          <p:nvPr/>
        </p:nvSpPr>
        <p:spPr>
          <a:xfrm>
            <a:off x="8344450" y="4399092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0" name="Google Shape;420;p39">
            <a:extLst>
              <a:ext uri="{FF2B5EF4-FFF2-40B4-BE49-F238E27FC236}">
                <a16:creationId xmlns:a16="http://schemas.microsoft.com/office/drawing/2014/main" id="{7C4D879F-E74F-1BF1-AC3D-6FA462FDA539}"/>
              </a:ext>
            </a:extLst>
          </p:cNvPr>
          <p:cNvGrpSpPr/>
          <p:nvPr/>
        </p:nvGrpSpPr>
        <p:grpSpPr>
          <a:xfrm>
            <a:off x="347183" y="126467"/>
            <a:ext cx="384632" cy="574469"/>
            <a:chOff x="5896600" y="1746775"/>
            <a:chExt cx="180375" cy="269400"/>
          </a:xfrm>
        </p:grpSpPr>
        <p:sp>
          <p:nvSpPr>
            <p:cNvPr id="421" name="Google Shape;421;p39">
              <a:extLst>
                <a:ext uri="{FF2B5EF4-FFF2-40B4-BE49-F238E27FC236}">
                  <a16:creationId xmlns:a16="http://schemas.microsoft.com/office/drawing/2014/main" id="{61AB9A03-9A8B-EAC0-A183-AE8B2B53CDD4}"/>
                </a:ext>
              </a:extLst>
            </p:cNvPr>
            <p:cNvSpPr/>
            <p:nvPr/>
          </p:nvSpPr>
          <p:spPr>
            <a:xfrm>
              <a:off x="5900150" y="1796400"/>
              <a:ext cx="139325" cy="211275"/>
            </a:xfrm>
            <a:custGeom>
              <a:avLst/>
              <a:gdLst/>
              <a:ahLst/>
              <a:cxnLst/>
              <a:rect l="l" t="t" r="r" b="b"/>
              <a:pathLst>
                <a:path w="5573" h="8451" extrusionOk="0">
                  <a:moveTo>
                    <a:pt x="4511" y="1"/>
                  </a:moveTo>
                  <a:cubicBezTo>
                    <a:pt x="4172" y="1"/>
                    <a:pt x="3815" y="225"/>
                    <a:pt x="3616" y="589"/>
                  </a:cubicBezTo>
                  <a:lnTo>
                    <a:pt x="253" y="7030"/>
                  </a:lnTo>
                  <a:cubicBezTo>
                    <a:pt x="1" y="7535"/>
                    <a:pt x="111" y="8119"/>
                    <a:pt x="537" y="8324"/>
                  </a:cubicBezTo>
                  <a:lnTo>
                    <a:pt x="711" y="8419"/>
                  </a:lnTo>
                  <a:lnTo>
                    <a:pt x="758" y="8450"/>
                  </a:lnTo>
                  <a:cubicBezTo>
                    <a:pt x="774" y="8403"/>
                    <a:pt x="806" y="8403"/>
                    <a:pt x="837" y="8371"/>
                  </a:cubicBezTo>
                  <a:cubicBezTo>
                    <a:pt x="822" y="8371"/>
                    <a:pt x="790" y="8324"/>
                    <a:pt x="774" y="8324"/>
                  </a:cubicBezTo>
                  <a:lnTo>
                    <a:pt x="601" y="8245"/>
                  </a:lnTo>
                  <a:cubicBezTo>
                    <a:pt x="206" y="7993"/>
                    <a:pt x="80" y="7472"/>
                    <a:pt x="332" y="7061"/>
                  </a:cubicBezTo>
                  <a:lnTo>
                    <a:pt x="3679" y="637"/>
                  </a:lnTo>
                  <a:cubicBezTo>
                    <a:pt x="3856" y="294"/>
                    <a:pt x="4184" y="93"/>
                    <a:pt x="4496" y="93"/>
                  </a:cubicBezTo>
                  <a:cubicBezTo>
                    <a:pt x="4601" y="93"/>
                    <a:pt x="4704" y="115"/>
                    <a:pt x="4799" y="163"/>
                  </a:cubicBezTo>
                  <a:lnTo>
                    <a:pt x="4973" y="258"/>
                  </a:lnTo>
                  <a:cubicBezTo>
                    <a:pt x="5352" y="463"/>
                    <a:pt x="5462" y="984"/>
                    <a:pt x="5226" y="1442"/>
                  </a:cubicBezTo>
                  <a:lnTo>
                    <a:pt x="3821" y="4141"/>
                  </a:lnTo>
                  <a:cubicBezTo>
                    <a:pt x="3800" y="4183"/>
                    <a:pt x="3821" y="4211"/>
                    <a:pt x="3847" y="4211"/>
                  </a:cubicBezTo>
                  <a:cubicBezTo>
                    <a:pt x="3859" y="4211"/>
                    <a:pt x="3873" y="4204"/>
                    <a:pt x="3884" y="4188"/>
                  </a:cubicBezTo>
                  <a:lnTo>
                    <a:pt x="5305" y="1473"/>
                  </a:lnTo>
                  <a:cubicBezTo>
                    <a:pt x="5573" y="968"/>
                    <a:pt x="5447" y="384"/>
                    <a:pt x="5036" y="179"/>
                  </a:cubicBezTo>
                  <a:lnTo>
                    <a:pt x="4847" y="84"/>
                  </a:lnTo>
                  <a:cubicBezTo>
                    <a:pt x="4742" y="28"/>
                    <a:pt x="4627" y="1"/>
                    <a:pt x="4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>
              <a:extLst>
                <a:ext uri="{FF2B5EF4-FFF2-40B4-BE49-F238E27FC236}">
                  <a16:creationId xmlns:a16="http://schemas.microsoft.com/office/drawing/2014/main" id="{CCF805CE-7B86-66CA-A62F-4828D5526EAB}"/>
                </a:ext>
              </a:extLst>
            </p:cNvPr>
            <p:cNvSpPr/>
            <p:nvPr/>
          </p:nvSpPr>
          <p:spPr>
            <a:xfrm>
              <a:off x="5898175" y="1795025"/>
              <a:ext cx="142500" cy="213825"/>
            </a:xfrm>
            <a:custGeom>
              <a:avLst/>
              <a:gdLst/>
              <a:ahLst/>
              <a:cxnLst/>
              <a:rect l="l" t="t" r="r" b="b"/>
              <a:pathLst>
                <a:path w="5700" h="8553" extrusionOk="0">
                  <a:moveTo>
                    <a:pt x="4579" y="0"/>
                  </a:moveTo>
                  <a:cubicBezTo>
                    <a:pt x="4215" y="0"/>
                    <a:pt x="3845" y="233"/>
                    <a:pt x="3647" y="628"/>
                  </a:cubicBezTo>
                  <a:lnTo>
                    <a:pt x="285" y="7069"/>
                  </a:lnTo>
                  <a:cubicBezTo>
                    <a:pt x="1" y="7590"/>
                    <a:pt x="143" y="8205"/>
                    <a:pt x="585" y="8442"/>
                  </a:cubicBezTo>
                  <a:lnTo>
                    <a:pt x="759" y="8537"/>
                  </a:lnTo>
                  <a:lnTo>
                    <a:pt x="806" y="8553"/>
                  </a:lnTo>
                  <a:lnTo>
                    <a:pt x="853" y="8553"/>
                  </a:lnTo>
                  <a:cubicBezTo>
                    <a:pt x="869" y="8553"/>
                    <a:pt x="885" y="8537"/>
                    <a:pt x="885" y="8521"/>
                  </a:cubicBezTo>
                  <a:lnTo>
                    <a:pt x="901" y="8505"/>
                  </a:lnTo>
                  <a:cubicBezTo>
                    <a:pt x="916" y="8505"/>
                    <a:pt x="932" y="8490"/>
                    <a:pt x="948" y="8474"/>
                  </a:cubicBezTo>
                  <a:cubicBezTo>
                    <a:pt x="948" y="8474"/>
                    <a:pt x="948" y="8474"/>
                    <a:pt x="964" y="8458"/>
                  </a:cubicBezTo>
                  <a:cubicBezTo>
                    <a:pt x="980" y="8426"/>
                    <a:pt x="964" y="8395"/>
                    <a:pt x="932" y="8379"/>
                  </a:cubicBezTo>
                  <a:lnTo>
                    <a:pt x="916" y="8363"/>
                  </a:lnTo>
                  <a:cubicBezTo>
                    <a:pt x="901" y="8347"/>
                    <a:pt x="901" y="8347"/>
                    <a:pt x="885" y="8332"/>
                  </a:cubicBezTo>
                  <a:lnTo>
                    <a:pt x="711" y="8253"/>
                  </a:lnTo>
                  <a:cubicBezTo>
                    <a:pt x="348" y="8063"/>
                    <a:pt x="238" y="7574"/>
                    <a:pt x="459" y="7164"/>
                  </a:cubicBezTo>
                  <a:lnTo>
                    <a:pt x="3805" y="723"/>
                  </a:lnTo>
                  <a:cubicBezTo>
                    <a:pt x="3982" y="405"/>
                    <a:pt x="4281" y="210"/>
                    <a:pt x="4566" y="210"/>
                  </a:cubicBezTo>
                  <a:cubicBezTo>
                    <a:pt x="4663" y="210"/>
                    <a:pt x="4759" y="233"/>
                    <a:pt x="4847" y="281"/>
                  </a:cubicBezTo>
                  <a:lnTo>
                    <a:pt x="5021" y="376"/>
                  </a:lnTo>
                  <a:cubicBezTo>
                    <a:pt x="5368" y="550"/>
                    <a:pt x="5478" y="1055"/>
                    <a:pt x="5257" y="1481"/>
                  </a:cubicBezTo>
                  <a:lnTo>
                    <a:pt x="3852" y="4164"/>
                  </a:lnTo>
                  <a:cubicBezTo>
                    <a:pt x="3837" y="4196"/>
                    <a:pt x="3821" y="4228"/>
                    <a:pt x="3837" y="4259"/>
                  </a:cubicBezTo>
                  <a:cubicBezTo>
                    <a:pt x="3837" y="4275"/>
                    <a:pt x="3852" y="4306"/>
                    <a:pt x="3884" y="4306"/>
                  </a:cubicBezTo>
                  <a:cubicBezTo>
                    <a:pt x="3901" y="4318"/>
                    <a:pt x="3920" y="4323"/>
                    <a:pt x="3937" y="4323"/>
                  </a:cubicBezTo>
                  <a:cubicBezTo>
                    <a:pt x="3970" y="4323"/>
                    <a:pt x="4000" y="4305"/>
                    <a:pt x="4010" y="4275"/>
                  </a:cubicBezTo>
                  <a:lnTo>
                    <a:pt x="5431" y="1560"/>
                  </a:lnTo>
                  <a:cubicBezTo>
                    <a:pt x="5699" y="1039"/>
                    <a:pt x="5573" y="423"/>
                    <a:pt x="5131" y="186"/>
                  </a:cubicBezTo>
                  <a:lnTo>
                    <a:pt x="4957" y="92"/>
                  </a:lnTo>
                  <a:cubicBezTo>
                    <a:pt x="4837" y="30"/>
                    <a:pt x="4708" y="0"/>
                    <a:pt x="4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>
              <a:extLst>
                <a:ext uri="{FF2B5EF4-FFF2-40B4-BE49-F238E27FC236}">
                  <a16:creationId xmlns:a16="http://schemas.microsoft.com/office/drawing/2014/main" id="{A7CEE1E0-67BE-4839-571F-F8D9DCC8BEE3}"/>
                </a:ext>
              </a:extLst>
            </p:cNvPr>
            <p:cNvSpPr/>
            <p:nvPr/>
          </p:nvSpPr>
          <p:spPr>
            <a:xfrm>
              <a:off x="5897800" y="1795075"/>
              <a:ext cx="142875" cy="215750"/>
            </a:xfrm>
            <a:custGeom>
              <a:avLst/>
              <a:gdLst/>
              <a:ahLst/>
              <a:cxnLst/>
              <a:rect l="l" t="t" r="r" b="b"/>
              <a:pathLst>
                <a:path w="5715" h="8630" extrusionOk="0">
                  <a:moveTo>
                    <a:pt x="4595" y="0"/>
                  </a:moveTo>
                  <a:cubicBezTo>
                    <a:pt x="4234" y="0"/>
                    <a:pt x="3858" y="239"/>
                    <a:pt x="3646" y="626"/>
                  </a:cubicBezTo>
                  <a:lnTo>
                    <a:pt x="284" y="7067"/>
                  </a:lnTo>
                  <a:cubicBezTo>
                    <a:pt x="0" y="7588"/>
                    <a:pt x="142" y="8172"/>
                    <a:pt x="584" y="8409"/>
                  </a:cubicBezTo>
                  <a:lnTo>
                    <a:pt x="1042" y="8630"/>
                  </a:lnTo>
                  <a:cubicBezTo>
                    <a:pt x="1058" y="8566"/>
                    <a:pt x="1089" y="8519"/>
                    <a:pt x="1152" y="8488"/>
                  </a:cubicBezTo>
                  <a:lnTo>
                    <a:pt x="774" y="8282"/>
                  </a:lnTo>
                  <a:cubicBezTo>
                    <a:pt x="395" y="8046"/>
                    <a:pt x="253" y="7540"/>
                    <a:pt x="474" y="7162"/>
                  </a:cubicBezTo>
                  <a:lnTo>
                    <a:pt x="3820" y="721"/>
                  </a:lnTo>
                  <a:cubicBezTo>
                    <a:pt x="3997" y="403"/>
                    <a:pt x="4296" y="208"/>
                    <a:pt x="4581" y="208"/>
                  </a:cubicBezTo>
                  <a:cubicBezTo>
                    <a:pt x="4678" y="208"/>
                    <a:pt x="4774" y="231"/>
                    <a:pt x="4862" y="279"/>
                  </a:cubicBezTo>
                  <a:lnTo>
                    <a:pt x="5036" y="374"/>
                  </a:lnTo>
                  <a:cubicBezTo>
                    <a:pt x="5383" y="548"/>
                    <a:pt x="5493" y="1053"/>
                    <a:pt x="5272" y="1479"/>
                  </a:cubicBezTo>
                  <a:lnTo>
                    <a:pt x="3867" y="4162"/>
                  </a:lnTo>
                  <a:cubicBezTo>
                    <a:pt x="3852" y="4194"/>
                    <a:pt x="3836" y="4226"/>
                    <a:pt x="3852" y="4257"/>
                  </a:cubicBezTo>
                  <a:cubicBezTo>
                    <a:pt x="3852" y="4273"/>
                    <a:pt x="3867" y="4304"/>
                    <a:pt x="3899" y="4304"/>
                  </a:cubicBezTo>
                  <a:cubicBezTo>
                    <a:pt x="3916" y="4316"/>
                    <a:pt x="3933" y="4321"/>
                    <a:pt x="3949" y="4321"/>
                  </a:cubicBezTo>
                  <a:cubicBezTo>
                    <a:pt x="3978" y="4321"/>
                    <a:pt x="4005" y="4303"/>
                    <a:pt x="4025" y="4273"/>
                  </a:cubicBezTo>
                  <a:lnTo>
                    <a:pt x="5430" y="1558"/>
                  </a:lnTo>
                  <a:cubicBezTo>
                    <a:pt x="5714" y="1037"/>
                    <a:pt x="5572" y="421"/>
                    <a:pt x="5130" y="184"/>
                  </a:cubicBezTo>
                  <a:lnTo>
                    <a:pt x="4957" y="90"/>
                  </a:lnTo>
                  <a:cubicBezTo>
                    <a:pt x="4843" y="29"/>
                    <a:pt x="4720" y="0"/>
                    <a:pt x="4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>
              <a:extLst>
                <a:ext uri="{FF2B5EF4-FFF2-40B4-BE49-F238E27FC236}">
                  <a16:creationId xmlns:a16="http://schemas.microsoft.com/office/drawing/2014/main" id="{BB399115-D3CE-5069-5BE4-D51679D6FDB1}"/>
                </a:ext>
              </a:extLst>
            </p:cNvPr>
            <p:cNvSpPr/>
            <p:nvPr/>
          </p:nvSpPr>
          <p:spPr>
            <a:xfrm>
              <a:off x="5896600" y="1793500"/>
              <a:ext cx="146050" cy="218675"/>
            </a:xfrm>
            <a:custGeom>
              <a:avLst/>
              <a:gdLst/>
              <a:ahLst/>
              <a:cxnLst/>
              <a:rect l="l" t="t" r="r" b="b"/>
              <a:pathLst>
                <a:path w="5842" h="8747" extrusionOk="0">
                  <a:moveTo>
                    <a:pt x="4637" y="133"/>
                  </a:moveTo>
                  <a:cubicBezTo>
                    <a:pt x="4754" y="133"/>
                    <a:pt x="4868" y="159"/>
                    <a:pt x="4973" y="216"/>
                  </a:cubicBezTo>
                  <a:lnTo>
                    <a:pt x="5162" y="311"/>
                  </a:lnTo>
                  <a:cubicBezTo>
                    <a:pt x="5573" y="532"/>
                    <a:pt x="5699" y="1116"/>
                    <a:pt x="5431" y="1605"/>
                  </a:cubicBezTo>
                  <a:lnTo>
                    <a:pt x="4026" y="4320"/>
                  </a:lnTo>
                  <a:cubicBezTo>
                    <a:pt x="4018" y="4336"/>
                    <a:pt x="4002" y="4344"/>
                    <a:pt x="3986" y="4344"/>
                  </a:cubicBezTo>
                  <a:cubicBezTo>
                    <a:pt x="3971" y="4344"/>
                    <a:pt x="3955" y="4336"/>
                    <a:pt x="3947" y="4320"/>
                  </a:cubicBezTo>
                  <a:cubicBezTo>
                    <a:pt x="3947" y="4304"/>
                    <a:pt x="3947" y="4289"/>
                    <a:pt x="3947" y="4273"/>
                  </a:cubicBezTo>
                  <a:lnTo>
                    <a:pt x="5352" y="1573"/>
                  </a:lnTo>
                  <a:cubicBezTo>
                    <a:pt x="5589" y="1116"/>
                    <a:pt x="5478" y="595"/>
                    <a:pt x="5099" y="390"/>
                  </a:cubicBezTo>
                  <a:lnTo>
                    <a:pt x="4926" y="295"/>
                  </a:lnTo>
                  <a:cubicBezTo>
                    <a:pt x="4830" y="247"/>
                    <a:pt x="4728" y="225"/>
                    <a:pt x="4625" y="225"/>
                  </a:cubicBezTo>
                  <a:cubicBezTo>
                    <a:pt x="4317" y="225"/>
                    <a:pt x="3998" y="426"/>
                    <a:pt x="3821" y="768"/>
                  </a:cubicBezTo>
                  <a:lnTo>
                    <a:pt x="458" y="7193"/>
                  </a:lnTo>
                  <a:cubicBezTo>
                    <a:pt x="222" y="7619"/>
                    <a:pt x="364" y="8156"/>
                    <a:pt x="774" y="8408"/>
                  </a:cubicBezTo>
                  <a:lnTo>
                    <a:pt x="1090" y="8566"/>
                  </a:lnTo>
                  <a:cubicBezTo>
                    <a:pt x="1074" y="8582"/>
                    <a:pt x="1058" y="8598"/>
                    <a:pt x="1043" y="8629"/>
                  </a:cubicBezTo>
                  <a:lnTo>
                    <a:pt x="664" y="8440"/>
                  </a:lnTo>
                  <a:cubicBezTo>
                    <a:pt x="253" y="8219"/>
                    <a:pt x="127" y="7651"/>
                    <a:pt x="380" y="7161"/>
                  </a:cubicBezTo>
                  <a:lnTo>
                    <a:pt x="3758" y="721"/>
                  </a:lnTo>
                  <a:cubicBezTo>
                    <a:pt x="3945" y="357"/>
                    <a:pt x="4299" y="133"/>
                    <a:pt x="4637" y="133"/>
                  </a:cubicBezTo>
                  <a:close/>
                  <a:moveTo>
                    <a:pt x="4655" y="1"/>
                  </a:moveTo>
                  <a:cubicBezTo>
                    <a:pt x="4270" y="1"/>
                    <a:pt x="3871" y="246"/>
                    <a:pt x="3647" y="658"/>
                  </a:cubicBezTo>
                  <a:lnTo>
                    <a:pt x="285" y="7098"/>
                  </a:lnTo>
                  <a:cubicBezTo>
                    <a:pt x="1" y="7651"/>
                    <a:pt x="143" y="8282"/>
                    <a:pt x="616" y="8519"/>
                  </a:cubicBezTo>
                  <a:lnTo>
                    <a:pt x="1058" y="8740"/>
                  </a:lnTo>
                  <a:cubicBezTo>
                    <a:pt x="1067" y="8744"/>
                    <a:pt x="1075" y="8746"/>
                    <a:pt x="1083" y="8746"/>
                  </a:cubicBezTo>
                  <a:cubicBezTo>
                    <a:pt x="1106" y="8746"/>
                    <a:pt x="1126" y="8732"/>
                    <a:pt x="1137" y="8708"/>
                  </a:cubicBezTo>
                  <a:cubicBezTo>
                    <a:pt x="1153" y="8661"/>
                    <a:pt x="1169" y="8629"/>
                    <a:pt x="1216" y="8598"/>
                  </a:cubicBezTo>
                  <a:cubicBezTo>
                    <a:pt x="1232" y="8582"/>
                    <a:pt x="1248" y="8566"/>
                    <a:pt x="1248" y="8551"/>
                  </a:cubicBezTo>
                  <a:cubicBezTo>
                    <a:pt x="1248" y="8519"/>
                    <a:pt x="1232" y="8503"/>
                    <a:pt x="1216" y="8503"/>
                  </a:cubicBezTo>
                  <a:lnTo>
                    <a:pt x="837" y="8282"/>
                  </a:lnTo>
                  <a:cubicBezTo>
                    <a:pt x="474" y="8061"/>
                    <a:pt x="364" y="7603"/>
                    <a:pt x="569" y="7240"/>
                  </a:cubicBezTo>
                  <a:lnTo>
                    <a:pt x="3931" y="800"/>
                  </a:lnTo>
                  <a:cubicBezTo>
                    <a:pt x="4085" y="503"/>
                    <a:pt x="4365" y="332"/>
                    <a:pt x="4634" y="332"/>
                  </a:cubicBezTo>
                  <a:cubicBezTo>
                    <a:pt x="4724" y="332"/>
                    <a:pt x="4812" y="350"/>
                    <a:pt x="4894" y="390"/>
                  </a:cubicBezTo>
                  <a:lnTo>
                    <a:pt x="5068" y="484"/>
                  </a:lnTo>
                  <a:cubicBezTo>
                    <a:pt x="5383" y="658"/>
                    <a:pt x="5462" y="1116"/>
                    <a:pt x="5257" y="1510"/>
                  </a:cubicBezTo>
                  <a:lnTo>
                    <a:pt x="3852" y="4194"/>
                  </a:lnTo>
                  <a:cubicBezTo>
                    <a:pt x="3837" y="4241"/>
                    <a:pt x="3821" y="4289"/>
                    <a:pt x="3837" y="4336"/>
                  </a:cubicBezTo>
                  <a:cubicBezTo>
                    <a:pt x="3862" y="4403"/>
                    <a:pt x="3927" y="4439"/>
                    <a:pt x="3992" y="4439"/>
                  </a:cubicBezTo>
                  <a:cubicBezTo>
                    <a:pt x="4049" y="4439"/>
                    <a:pt x="4107" y="4411"/>
                    <a:pt x="4136" y="4352"/>
                  </a:cubicBezTo>
                  <a:lnTo>
                    <a:pt x="5541" y="1652"/>
                  </a:lnTo>
                  <a:cubicBezTo>
                    <a:pt x="5841" y="1100"/>
                    <a:pt x="5683" y="437"/>
                    <a:pt x="5210" y="184"/>
                  </a:cubicBezTo>
                  <a:lnTo>
                    <a:pt x="5036" y="90"/>
                  </a:lnTo>
                  <a:cubicBezTo>
                    <a:pt x="4916" y="29"/>
                    <a:pt x="4786" y="1"/>
                    <a:pt x="4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9">
              <a:extLst>
                <a:ext uri="{FF2B5EF4-FFF2-40B4-BE49-F238E27FC236}">
                  <a16:creationId xmlns:a16="http://schemas.microsoft.com/office/drawing/2014/main" id="{1E2A7895-91E7-12AB-2D23-C2A9031A3F0B}"/>
                </a:ext>
              </a:extLst>
            </p:cNvPr>
            <p:cNvSpPr/>
            <p:nvPr/>
          </p:nvSpPr>
          <p:spPr>
            <a:xfrm>
              <a:off x="5913175" y="1747925"/>
              <a:ext cx="162225" cy="266725"/>
            </a:xfrm>
            <a:custGeom>
              <a:avLst/>
              <a:gdLst/>
              <a:ahLst/>
              <a:cxnLst/>
              <a:rect l="l" t="t" r="r" b="b"/>
              <a:pathLst>
                <a:path w="6489" h="10669" extrusionOk="0">
                  <a:moveTo>
                    <a:pt x="4503" y="1"/>
                  </a:moveTo>
                  <a:cubicBezTo>
                    <a:pt x="4031" y="1"/>
                    <a:pt x="3591" y="236"/>
                    <a:pt x="3379" y="650"/>
                  </a:cubicBezTo>
                  <a:lnTo>
                    <a:pt x="869" y="5433"/>
                  </a:lnTo>
                  <a:cubicBezTo>
                    <a:pt x="853" y="5480"/>
                    <a:pt x="869" y="5527"/>
                    <a:pt x="916" y="5559"/>
                  </a:cubicBezTo>
                  <a:cubicBezTo>
                    <a:pt x="929" y="5563"/>
                    <a:pt x="942" y="5565"/>
                    <a:pt x="954" y="5565"/>
                  </a:cubicBezTo>
                  <a:cubicBezTo>
                    <a:pt x="987" y="5565"/>
                    <a:pt x="1015" y="5551"/>
                    <a:pt x="1027" y="5527"/>
                  </a:cubicBezTo>
                  <a:lnTo>
                    <a:pt x="3537" y="729"/>
                  </a:lnTo>
                  <a:cubicBezTo>
                    <a:pt x="3727" y="380"/>
                    <a:pt x="4107" y="180"/>
                    <a:pt x="4513" y="180"/>
                  </a:cubicBezTo>
                  <a:cubicBezTo>
                    <a:pt x="4714" y="180"/>
                    <a:pt x="4922" y="229"/>
                    <a:pt x="5115" y="334"/>
                  </a:cubicBezTo>
                  <a:lnTo>
                    <a:pt x="5415" y="492"/>
                  </a:lnTo>
                  <a:cubicBezTo>
                    <a:pt x="5999" y="792"/>
                    <a:pt x="6267" y="1486"/>
                    <a:pt x="5983" y="2007"/>
                  </a:cubicBezTo>
                  <a:lnTo>
                    <a:pt x="1769" y="10074"/>
                  </a:lnTo>
                  <a:cubicBezTo>
                    <a:pt x="1622" y="10348"/>
                    <a:pt x="1380" y="10490"/>
                    <a:pt x="1070" y="10490"/>
                  </a:cubicBezTo>
                  <a:cubicBezTo>
                    <a:pt x="846" y="10490"/>
                    <a:pt x="586" y="10416"/>
                    <a:pt x="301" y="10263"/>
                  </a:cubicBezTo>
                  <a:lnTo>
                    <a:pt x="80" y="10153"/>
                  </a:lnTo>
                  <a:lnTo>
                    <a:pt x="64" y="10153"/>
                  </a:lnTo>
                  <a:cubicBezTo>
                    <a:pt x="48" y="10153"/>
                    <a:pt x="48" y="10168"/>
                    <a:pt x="32" y="10168"/>
                  </a:cubicBezTo>
                  <a:cubicBezTo>
                    <a:pt x="32" y="10216"/>
                    <a:pt x="16" y="10247"/>
                    <a:pt x="1" y="10263"/>
                  </a:cubicBezTo>
                  <a:cubicBezTo>
                    <a:pt x="1" y="10279"/>
                    <a:pt x="1" y="10295"/>
                    <a:pt x="1" y="10295"/>
                  </a:cubicBezTo>
                  <a:cubicBezTo>
                    <a:pt x="1" y="10310"/>
                    <a:pt x="1" y="10310"/>
                    <a:pt x="16" y="10310"/>
                  </a:cubicBezTo>
                  <a:lnTo>
                    <a:pt x="222" y="10421"/>
                  </a:lnTo>
                  <a:cubicBezTo>
                    <a:pt x="536" y="10588"/>
                    <a:pt x="832" y="10668"/>
                    <a:pt x="1092" y="10668"/>
                  </a:cubicBezTo>
                  <a:cubicBezTo>
                    <a:pt x="1472" y="10668"/>
                    <a:pt x="1774" y="10496"/>
                    <a:pt x="1942" y="10168"/>
                  </a:cubicBezTo>
                  <a:lnTo>
                    <a:pt x="6157" y="2102"/>
                  </a:lnTo>
                  <a:cubicBezTo>
                    <a:pt x="6488" y="1486"/>
                    <a:pt x="6189" y="697"/>
                    <a:pt x="5494" y="334"/>
                  </a:cubicBezTo>
                  <a:lnTo>
                    <a:pt x="5194" y="176"/>
                  </a:lnTo>
                  <a:cubicBezTo>
                    <a:pt x="4971" y="57"/>
                    <a:pt x="4733" y="1"/>
                    <a:pt x="4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9">
              <a:extLst>
                <a:ext uri="{FF2B5EF4-FFF2-40B4-BE49-F238E27FC236}">
                  <a16:creationId xmlns:a16="http://schemas.microsoft.com/office/drawing/2014/main" id="{5DB5C49C-27CA-C101-51CC-9EB525138464}"/>
                </a:ext>
              </a:extLst>
            </p:cNvPr>
            <p:cNvSpPr/>
            <p:nvPr/>
          </p:nvSpPr>
          <p:spPr>
            <a:xfrm>
              <a:off x="5911600" y="1746775"/>
              <a:ext cx="165375" cy="269400"/>
            </a:xfrm>
            <a:custGeom>
              <a:avLst/>
              <a:gdLst/>
              <a:ahLst/>
              <a:cxnLst/>
              <a:rect l="l" t="t" r="r" b="b"/>
              <a:pathLst>
                <a:path w="6615" h="10776" extrusionOk="0">
                  <a:moveTo>
                    <a:pt x="4563" y="116"/>
                  </a:moveTo>
                  <a:cubicBezTo>
                    <a:pt x="4788" y="116"/>
                    <a:pt x="5021" y="170"/>
                    <a:pt x="5241" y="285"/>
                  </a:cubicBezTo>
                  <a:lnTo>
                    <a:pt x="5525" y="443"/>
                  </a:lnTo>
                  <a:cubicBezTo>
                    <a:pt x="6188" y="791"/>
                    <a:pt x="6473" y="1532"/>
                    <a:pt x="6157" y="2132"/>
                  </a:cubicBezTo>
                  <a:lnTo>
                    <a:pt x="1942" y="10183"/>
                  </a:lnTo>
                  <a:cubicBezTo>
                    <a:pt x="1784" y="10499"/>
                    <a:pt x="1500" y="10661"/>
                    <a:pt x="1142" y="10661"/>
                  </a:cubicBezTo>
                  <a:cubicBezTo>
                    <a:pt x="892" y="10661"/>
                    <a:pt x="606" y="10582"/>
                    <a:pt x="300" y="10420"/>
                  </a:cubicBezTo>
                  <a:lnTo>
                    <a:pt x="127" y="10325"/>
                  </a:lnTo>
                  <a:cubicBezTo>
                    <a:pt x="127" y="10309"/>
                    <a:pt x="143" y="10293"/>
                    <a:pt x="143" y="10277"/>
                  </a:cubicBezTo>
                  <a:lnTo>
                    <a:pt x="332" y="10372"/>
                  </a:lnTo>
                  <a:cubicBezTo>
                    <a:pt x="624" y="10528"/>
                    <a:pt x="895" y="10604"/>
                    <a:pt x="1130" y="10604"/>
                  </a:cubicBezTo>
                  <a:cubicBezTo>
                    <a:pt x="1467" y="10604"/>
                    <a:pt x="1730" y="10449"/>
                    <a:pt x="1879" y="10151"/>
                  </a:cubicBezTo>
                  <a:lnTo>
                    <a:pt x="6094" y="2101"/>
                  </a:lnTo>
                  <a:cubicBezTo>
                    <a:pt x="6394" y="1532"/>
                    <a:pt x="6125" y="822"/>
                    <a:pt x="5510" y="491"/>
                  </a:cubicBezTo>
                  <a:lnTo>
                    <a:pt x="5225" y="333"/>
                  </a:lnTo>
                  <a:cubicBezTo>
                    <a:pt x="5019" y="229"/>
                    <a:pt x="4800" y="180"/>
                    <a:pt x="4589" y="180"/>
                  </a:cubicBezTo>
                  <a:cubicBezTo>
                    <a:pt x="4155" y="180"/>
                    <a:pt x="3754" y="387"/>
                    <a:pt x="3552" y="759"/>
                  </a:cubicBezTo>
                  <a:lnTo>
                    <a:pt x="1058" y="5558"/>
                  </a:lnTo>
                  <a:lnTo>
                    <a:pt x="1011" y="5558"/>
                  </a:lnTo>
                  <a:cubicBezTo>
                    <a:pt x="995" y="5558"/>
                    <a:pt x="979" y="5526"/>
                    <a:pt x="979" y="5510"/>
                  </a:cubicBezTo>
                  <a:lnTo>
                    <a:pt x="3489" y="727"/>
                  </a:lnTo>
                  <a:cubicBezTo>
                    <a:pt x="3690" y="337"/>
                    <a:pt x="4109" y="116"/>
                    <a:pt x="4563" y="116"/>
                  </a:cubicBezTo>
                  <a:close/>
                  <a:moveTo>
                    <a:pt x="4570" y="0"/>
                  </a:moveTo>
                  <a:cubicBezTo>
                    <a:pt x="4077" y="0"/>
                    <a:pt x="3618" y="239"/>
                    <a:pt x="3394" y="664"/>
                  </a:cubicBezTo>
                  <a:lnTo>
                    <a:pt x="885" y="5463"/>
                  </a:lnTo>
                  <a:cubicBezTo>
                    <a:pt x="853" y="5542"/>
                    <a:pt x="885" y="5621"/>
                    <a:pt x="948" y="5668"/>
                  </a:cubicBezTo>
                  <a:cubicBezTo>
                    <a:pt x="974" y="5679"/>
                    <a:pt x="1000" y="5684"/>
                    <a:pt x="1025" y="5684"/>
                  </a:cubicBezTo>
                  <a:cubicBezTo>
                    <a:pt x="1076" y="5684"/>
                    <a:pt x="1121" y="5663"/>
                    <a:pt x="1153" y="5621"/>
                  </a:cubicBezTo>
                  <a:lnTo>
                    <a:pt x="3647" y="806"/>
                  </a:lnTo>
                  <a:cubicBezTo>
                    <a:pt x="3825" y="481"/>
                    <a:pt x="4185" y="295"/>
                    <a:pt x="4568" y="295"/>
                  </a:cubicBezTo>
                  <a:cubicBezTo>
                    <a:pt x="4762" y="295"/>
                    <a:pt x="4961" y="343"/>
                    <a:pt x="5147" y="443"/>
                  </a:cubicBezTo>
                  <a:lnTo>
                    <a:pt x="5446" y="585"/>
                  </a:lnTo>
                  <a:cubicBezTo>
                    <a:pt x="6015" y="885"/>
                    <a:pt x="6252" y="1532"/>
                    <a:pt x="5999" y="2038"/>
                  </a:cubicBezTo>
                  <a:lnTo>
                    <a:pt x="1768" y="10104"/>
                  </a:lnTo>
                  <a:cubicBezTo>
                    <a:pt x="1652" y="10354"/>
                    <a:pt x="1435" y="10478"/>
                    <a:pt x="1150" y="10478"/>
                  </a:cubicBezTo>
                  <a:cubicBezTo>
                    <a:pt x="933" y="10478"/>
                    <a:pt x="676" y="10405"/>
                    <a:pt x="395" y="10262"/>
                  </a:cubicBezTo>
                  <a:lnTo>
                    <a:pt x="174" y="10151"/>
                  </a:lnTo>
                  <a:cubicBezTo>
                    <a:pt x="161" y="10143"/>
                    <a:pt x="148" y="10139"/>
                    <a:pt x="134" y="10139"/>
                  </a:cubicBezTo>
                  <a:cubicBezTo>
                    <a:pt x="96" y="10139"/>
                    <a:pt x="59" y="10168"/>
                    <a:pt x="48" y="10214"/>
                  </a:cubicBezTo>
                  <a:cubicBezTo>
                    <a:pt x="48" y="10230"/>
                    <a:pt x="32" y="10262"/>
                    <a:pt x="16" y="10277"/>
                  </a:cubicBezTo>
                  <a:cubicBezTo>
                    <a:pt x="1" y="10309"/>
                    <a:pt x="1" y="10325"/>
                    <a:pt x="1" y="10356"/>
                  </a:cubicBezTo>
                  <a:cubicBezTo>
                    <a:pt x="16" y="10388"/>
                    <a:pt x="32" y="10404"/>
                    <a:pt x="48" y="10420"/>
                  </a:cubicBezTo>
                  <a:lnTo>
                    <a:pt x="253" y="10530"/>
                  </a:lnTo>
                  <a:cubicBezTo>
                    <a:pt x="576" y="10695"/>
                    <a:pt x="881" y="10776"/>
                    <a:pt x="1150" y="10776"/>
                  </a:cubicBezTo>
                  <a:cubicBezTo>
                    <a:pt x="1552" y="10776"/>
                    <a:pt x="1873" y="10596"/>
                    <a:pt x="2053" y="10246"/>
                  </a:cubicBezTo>
                  <a:lnTo>
                    <a:pt x="6267" y="2180"/>
                  </a:lnTo>
                  <a:cubicBezTo>
                    <a:pt x="6615" y="1532"/>
                    <a:pt x="6299" y="712"/>
                    <a:pt x="5589" y="333"/>
                  </a:cubicBezTo>
                  <a:lnTo>
                    <a:pt x="5289" y="175"/>
                  </a:lnTo>
                  <a:cubicBezTo>
                    <a:pt x="5057" y="56"/>
                    <a:pt x="4809" y="0"/>
                    <a:pt x="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603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6">
          <a:extLst>
            <a:ext uri="{FF2B5EF4-FFF2-40B4-BE49-F238E27FC236}">
              <a16:creationId xmlns:a16="http://schemas.microsoft.com/office/drawing/2014/main" id="{80F94DB1-7E12-23D3-0DA0-821BE51E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2">
            <a:extLst>
              <a:ext uri="{FF2B5EF4-FFF2-40B4-BE49-F238E27FC236}">
                <a16:creationId xmlns:a16="http://schemas.microsoft.com/office/drawing/2014/main" id="{021557FB-7D28-8B9E-F29D-68AE577FF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445025"/>
            <a:ext cx="806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Bimodal/Multimodal distributions</a:t>
            </a:r>
            <a:endParaRPr dirty="0"/>
          </a:p>
        </p:txBody>
      </p:sp>
      <p:sp>
        <p:nvSpPr>
          <p:cNvPr id="1240" name="Google Shape;1240;p52">
            <a:extLst>
              <a:ext uri="{FF2B5EF4-FFF2-40B4-BE49-F238E27FC236}">
                <a16:creationId xmlns:a16="http://schemas.microsoft.com/office/drawing/2014/main" id="{CB5F5B11-7282-D657-4172-3FCA967CC30F}"/>
              </a:ext>
            </a:extLst>
          </p:cNvPr>
          <p:cNvSpPr txBox="1"/>
          <p:nvPr/>
        </p:nvSpPr>
        <p:spPr>
          <a:xfrm>
            <a:off x="539500" y="1083435"/>
            <a:ext cx="8064900" cy="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You can have multiple modes(most frequent values). Bimodal – you have two modes, multimodal – more than two.</a:t>
            </a:r>
            <a:endParaRPr sz="1600" dirty="0">
              <a:solidFill>
                <a:schemeClr val="dk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1251" name="Google Shape;1251;p52">
            <a:extLst>
              <a:ext uri="{FF2B5EF4-FFF2-40B4-BE49-F238E27FC236}">
                <a16:creationId xmlns:a16="http://schemas.microsoft.com/office/drawing/2014/main" id="{189B9EFC-4F9E-D495-4FBD-ECB62BC139F7}"/>
              </a:ext>
            </a:extLst>
          </p:cNvPr>
          <p:cNvGrpSpPr/>
          <p:nvPr/>
        </p:nvGrpSpPr>
        <p:grpSpPr>
          <a:xfrm rot="-1464382">
            <a:off x="8291459" y="4070726"/>
            <a:ext cx="825540" cy="309244"/>
            <a:chOff x="5553275" y="2092625"/>
            <a:chExt cx="387150" cy="145025"/>
          </a:xfrm>
        </p:grpSpPr>
        <p:sp>
          <p:nvSpPr>
            <p:cNvPr id="1252" name="Google Shape;1252;p52">
              <a:extLst>
                <a:ext uri="{FF2B5EF4-FFF2-40B4-BE49-F238E27FC236}">
                  <a16:creationId xmlns:a16="http://schemas.microsoft.com/office/drawing/2014/main" id="{BD27F19E-9694-F719-8880-E4687C133D97}"/>
                </a:ext>
              </a:extLst>
            </p:cNvPr>
            <p:cNvSpPr/>
            <p:nvPr/>
          </p:nvSpPr>
          <p:spPr>
            <a:xfrm>
              <a:off x="5556825" y="2122250"/>
              <a:ext cx="312975" cy="75675"/>
            </a:xfrm>
            <a:custGeom>
              <a:avLst/>
              <a:gdLst/>
              <a:ahLst/>
              <a:cxnLst/>
              <a:rect l="l" t="t" r="r" b="b"/>
              <a:pathLst>
                <a:path w="12519" h="3027" extrusionOk="0">
                  <a:moveTo>
                    <a:pt x="11085" y="0"/>
                  </a:moveTo>
                  <a:cubicBezTo>
                    <a:pt x="11027" y="0"/>
                    <a:pt x="10968" y="4"/>
                    <a:pt x="10908" y="10"/>
                  </a:cubicBezTo>
                  <a:lnTo>
                    <a:pt x="1295" y="1194"/>
                  </a:lnTo>
                  <a:cubicBezTo>
                    <a:pt x="553" y="1288"/>
                    <a:pt x="1" y="1873"/>
                    <a:pt x="79" y="2488"/>
                  </a:cubicBezTo>
                  <a:lnTo>
                    <a:pt x="111" y="2757"/>
                  </a:lnTo>
                  <a:cubicBezTo>
                    <a:pt x="127" y="2788"/>
                    <a:pt x="127" y="2804"/>
                    <a:pt x="127" y="2820"/>
                  </a:cubicBezTo>
                  <a:cubicBezTo>
                    <a:pt x="134" y="2817"/>
                    <a:pt x="140" y="2816"/>
                    <a:pt x="146" y="2816"/>
                  </a:cubicBezTo>
                  <a:cubicBezTo>
                    <a:pt x="184" y="2816"/>
                    <a:pt x="215" y="2851"/>
                    <a:pt x="269" y="2851"/>
                  </a:cubicBezTo>
                  <a:lnTo>
                    <a:pt x="269" y="2757"/>
                  </a:lnTo>
                  <a:lnTo>
                    <a:pt x="237" y="2504"/>
                  </a:lnTo>
                  <a:cubicBezTo>
                    <a:pt x="158" y="1936"/>
                    <a:pt x="632" y="1383"/>
                    <a:pt x="1311" y="1304"/>
                  </a:cubicBezTo>
                  <a:lnTo>
                    <a:pt x="10908" y="120"/>
                  </a:lnTo>
                  <a:cubicBezTo>
                    <a:pt x="10968" y="113"/>
                    <a:pt x="11028" y="110"/>
                    <a:pt x="11087" y="110"/>
                  </a:cubicBezTo>
                  <a:cubicBezTo>
                    <a:pt x="11692" y="110"/>
                    <a:pt x="12208" y="471"/>
                    <a:pt x="12266" y="989"/>
                  </a:cubicBezTo>
                  <a:lnTo>
                    <a:pt x="12297" y="1257"/>
                  </a:lnTo>
                  <a:cubicBezTo>
                    <a:pt x="12376" y="1825"/>
                    <a:pt x="11871" y="2346"/>
                    <a:pt x="11192" y="2425"/>
                  </a:cubicBezTo>
                  <a:lnTo>
                    <a:pt x="7183" y="2914"/>
                  </a:lnTo>
                  <a:cubicBezTo>
                    <a:pt x="7094" y="2929"/>
                    <a:pt x="7102" y="3026"/>
                    <a:pt x="7168" y="3026"/>
                  </a:cubicBezTo>
                  <a:cubicBezTo>
                    <a:pt x="7173" y="3026"/>
                    <a:pt x="7178" y="3026"/>
                    <a:pt x="7183" y="3025"/>
                  </a:cubicBezTo>
                  <a:lnTo>
                    <a:pt x="11224" y="2536"/>
                  </a:lnTo>
                  <a:cubicBezTo>
                    <a:pt x="11966" y="2441"/>
                    <a:pt x="12518" y="1857"/>
                    <a:pt x="12439" y="1241"/>
                  </a:cubicBezTo>
                  <a:lnTo>
                    <a:pt x="12408" y="973"/>
                  </a:lnTo>
                  <a:cubicBezTo>
                    <a:pt x="12335" y="406"/>
                    <a:pt x="11755" y="0"/>
                    <a:pt x="110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52">
              <a:extLst>
                <a:ext uri="{FF2B5EF4-FFF2-40B4-BE49-F238E27FC236}">
                  <a16:creationId xmlns:a16="http://schemas.microsoft.com/office/drawing/2014/main" id="{AE79ECD4-94BC-8C33-C923-84F0315146D6}"/>
                </a:ext>
              </a:extLst>
            </p:cNvPr>
            <p:cNvSpPr/>
            <p:nvPr/>
          </p:nvSpPr>
          <p:spPr>
            <a:xfrm>
              <a:off x="5554850" y="2120500"/>
              <a:ext cx="316525" cy="79425"/>
            </a:xfrm>
            <a:custGeom>
              <a:avLst/>
              <a:gdLst/>
              <a:ahLst/>
              <a:cxnLst/>
              <a:rect l="l" t="t" r="r" b="b"/>
              <a:pathLst>
                <a:path w="12661" h="3177" extrusionOk="0">
                  <a:moveTo>
                    <a:pt x="11200" y="1"/>
                  </a:moveTo>
                  <a:cubicBezTo>
                    <a:pt x="11125" y="1"/>
                    <a:pt x="11049" y="6"/>
                    <a:pt x="10971" y="17"/>
                  </a:cubicBezTo>
                  <a:lnTo>
                    <a:pt x="1374" y="1201"/>
                  </a:lnTo>
                  <a:cubicBezTo>
                    <a:pt x="569" y="1295"/>
                    <a:pt x="1" y="1911"/>
                    <a:pt x="80" y="2574"/>
                  </a:cubicBezTo>
                  <a:lnTo>
                    <a:pt x="111" y="2842"/>
                  </a:lnTo>
                  <a:cubicBezTo>
                    <a:pt x="111" y="2858"/>
                    <a:pt x="127" y="2890"/>
                    <a:pt x="127" y="2905"/>
                  </a:cubicBezTo>
                  <a:cubicBezTo>
                    <a:pt x="127" y="2921"/>
                    <a:pt x="143" y="2937"/>
                    <a:pt x="158" y="2953"/>
                  </a:cubicBezTo>
                  <a:cubicBezTo>
                    <a:pt x="174" y="2969"/>
                    <a:pt x="206" y="2969"/>
                    <a:pt x="222" y="2969"/>
                  </a:cubicBezTo>
                  <a:lnTo>
                    <a:pt x="253" y="2969"/>
                  </a:lnTo>
                  <a:cubicBezTo>
                    <a:pt x="269" y="2984"/>
                    <a:pt x="285" y="2984"/>
                    <a:pt x="316" y="2984"/>
                  </a:cubicBezTo>
                  <a:cubicBezTo>
                    <a:pt x="316" y="2992"/>
                    <a:pt x="320" y="2996"/>
                    <a:pt x="326" y="2996"/>
                  </a:cubicBezTo>
                  <a:cubicBezTo>
                    <a:pt x="332" y="2996"/>
                    <a:pt x="340" y="2992"/>
                    <a:pt x="348" y="2984"/>
                  </a:cubicBezTo>
                  <a:cubicBezTo>
                    <a:pt x="395" y="2984"/>
                    <a:pt x="427" y="2937"/>
                    <a:pt x="411" y="2905"/>
                  </a:cubicBezTo>
                  <a:lnTo>
                    <a:pt x="411" y="2874"/>
                  </a:lnTo>
                  <a:cubicBezTo>
                    <a:pt x="411" y="2858"/>
                    <a:pt x="411" y="2827"/>
                    <a:pt x="411" y="2811"/>
                  </a:cubicBezTo>
                  <a:lnTo>
                    <a:pt x="379" y="2558"/>
                  </a:lnTo>
                  <a:cubicBezTo>
                    <a:pt x="316" y="2021"/>
                    <a:pt x="774" y="1532"/>
                    <a:pt x="1390" y="1453"/>
                  </a:cubicBezTo>
                  <a:lnTo>
                    <a:pt x="11003" y="269"/>
                  </a:lnTo>
                  <a:cubicBezTo>
                    <a:pt x="11061" y="262"/>
                    <a:pt x="11119" y="259"/>
                    <a:pt x="11175" y="259"/>
                  </a:cubicBezTo>
                  <a:cubicBezTo>
                    <a:pt x="11735" y="259"/>
                    <a:pt x="12208" y="601"/>
                    <a:pt x="12266" y="1074"/>
                  </a:cubicBezTo>
                  <a:lnTo>
                    <a:pt x="12297" y="1343"/>
                  </a:lnTo>
                  <a:cubicBezTo>
                    <a:pt x="12361" y="1864"/>
                    <a:pt x="11903" y="2337"/>
                    <a:pt x="11271" y="2416"/>
                  </a:cubicBezTo>
                  <a:lnTo>
                    <a:pt x="7246" y="2921"/>
                  </a:lnTo>
                  <a:cubicBezTo>
                    <a:pt x="7215" y="2921"/>
                    <a:pt x="7167" y="2937"/>
                    <a:pt x="7136" y="2969"/>
                  </a:cubicBezTo>
                  <a:cubicBezTo>
                    <a:pt x="7120" y="3000"/>
                    <a:pt x="7104" y="3032"/>
                    <a:pt x="7120" y="3063"/>
                  </a:cubicBezTo>
                  <a:cubicBezTo>
                    <a:pt x="7120" y="3132"/>
                    <a:pt x="7180" y="3177"/>
                    <a:pt x="7237" y="3177"/>
                  </a:cubicBezTo>
                  <a:cubicBezTo>
                    <a:pt x="7245" y="3177"/>
                    <a:pt x="7254" y="3176"/>
                    <a:pt x="7262" y="3174"/>
                  </a:cubicBezTo>
                  <a:lnTo>
                    <a:pt x="11303" y="2684"/>
                  </a:lnTo>
                  <a:cubicBezTo>
                    <a:pt x="12092" y="2590"/>
                    <a:pt x="12660" y="1974"/>
                    <a:pt x="12582" y="1311"/>
                  </a:cubicBezTo>
                  <a:lnTo>
                    <a:pt x="12550" y="1043"/>
                  </a:lnTo>
                  <a:cubicBezTo>
                    <a:pt x="12479" y="445"/>
                    <a:pt x="11894" y="1"/>
                    <a:pt x="11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2">
              <a:extLst>
                <a:ext uri="{FF2B5EF4-FFF2-40B4-BE49-F238E27FC236}">
                  <a16:creationId xmlns:a16="http://schemas.microsoft.com/office/drawing/2014/main" id="{71F87A08-8F92-23ED-30AC-966F20B8F411}"/>
                </a:ext>
              </a:extLst>
            </p:cNvPr>
            <p:cNvSpPr/>
            <p:nvPr/>
          </p:nvSpPr>
          <p:spPr>
            <a:xfrm>
              <a:off x="5555650" y="2120600"/>
              <a:ext cx="315725" cy="80050"/>
            </a:xfrm>
            <a:custGeom>
              <a:avLst/>
              <a:gdLst/>
              <a:ahLst/>
              <a:cxnLst/>
              <a:rect l="l" t="t" r="r" b="b"/>
              <a:pathLst>
                <a:path w="12629" h="3202" extrusionOk="0">
                  <a:moveTo>
                    <a:pt x="11146" y="0"/>
                  </a:moveTo>
                  <a:cubicBezTo>
                    <a:pt x="11078" y="0"/>
                    <a:pt x="11009" y="4"/>
                    <a:pt x="10939" y="13"/>
                  </a:cubicBezTo>
                  <a:lnTo>
                    <a:pt x="1326" y="1197"/>
                  </a:lnTo>
                  <a:cubicBezTo>
                    <a:pt x="537" y="1291"/>
                    <a:pt x="0" y="1891"/>
                    <a:pt x="79" y="2554"/>
                  </a:cubicBezTo>
                  <a:lnTo>
                    <a:pt x="174" y="3201"/>
                  </a:lnTo>
                  <a:cubicBezTo>
                    <a:pt x="213" y="3186"/>
                    <a:pt x="253" y="3178"/>
                    <a:pt x="292" y="3178"/>
                  </a:cubicBezTo>
                  <a:cubicBezTo>
                    <a:pt x="332" y="3178"/>
                    <a:pt x="371" y="3186"/>
                    <a:pt x="411" y="3201"/>
                  </a:cubicBezTo>
                  <a:lnTo>
                    <a:pt x="347" y="2633"/>
                  </a:lnTo>
                  <a:cubicBezTo>
                    <a:pt x="284" y="2096"/>
                    <a:pt x="742" y="1528"/>
                    <a:pt x="1358" y="1449"/>
                  </a:cubicBezTo>
                  <a:lnTo>
                    <a:pt x="10971" y="265"/>
                  </a:lnTo>
                  <a:cubicBezTo>
                    <a:pt x="11029" y="258"/>
                    <a:pt x="11087" y="255"/>
                    <a:pt x="11143" y="255"/>
                  </a:cubicBezTo>
                  <a:cubicBezTo>
                    <a:pt x="11703" y="255"/>
                    <a:pt x="12176" y="597"/>
                    <a:pt x="12234" y="1070"/>
                  </a:cubicBezTo>
                  <a:lnTo>
                    <a:pt x="12265" y="1339"/>
                  </a:lnTo>
                  <a:cubicBezTo>
                    <a:pt x="12329" y="1860"/>
                    <a:pt x="11871" y="2333"/>
                    <a:pt x="11239" y="2412"/>
                  </a:cubicBezTo>
                  <a:lnTo>
                    <a:pt x="7214" y="2917"/>
                  </a:lnTo>
                  <a:cubicBezTo>
                    <a:pt x="7183" y="2917"/>
                    <a:pt x="7135" y="2933"/>
                    <a:pt x="7119" y="2965"/>
                  </a:cubicBezTo>
                  <a:cubicBezTo>
                    <a:pt x="7088" y="2996"/>
                    <a:pt x="7072" y="3028"/>
                    <a:pt x="7088" y="3059"/>
                  </a:cubicBezTo>
                  <a:cubicBezTo>
                    <a:pt x="7088" y="3130"/>
                    <a:pt x="7138" y="3188"/>
                    <a:pt x="7206" y="3188"/>
                  </a:cubicBezTo>
                  <a:cubicBezTo>
                    <a:pt x="7214" y="3188"/>
                    <a:pt x="7222" y="3187"/>
                    <a:pt x="7230" y="3186"/>
                  </a:cubicBezTo>
                  <a:lnTo>
                    <a:pt x="11271" y="2696"/>
                  </a:lnTo>
                  <a:cubicBezTo>
                    <a:pt x="12060" y="2602"/>
                    <a:pt x="12628" y="1970"/>
                    <a:pt x="12550" y="1307"/>
                  </a:cubicBezTo>
                  <a:lnTo>
                    <a:pt x="12518" y="1039"/>
                  </a:lnTo>
                  <a:cubicBezTo>
                    <a:pt x="12446" y="434"/>
                    <a:pt x="11849" y="0"/>
                    <a:pt x="1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2">
              <a:extLst>
                <a:ext uri="{FF2B5EF4-FFF2-40B4-BE49-F238E27FC236}">
                  <a16:creationId xmlns:a16="http://schemas.microsoft.com/office/drawing/2014/main" id="{0615D2EE-717B-9552-0611-841D79404BC4}"/>
                </a:ext>
              </a:extLst>
            </p:cNvPr>
            <p:cNvSpPr/>
            <p:nvPr/>
          </p:nvSpPr>
          <p:spPr>
            <a:xfrm>
              <a:off x="5553275" y="2118650"/>
              <a:ext cx="320475" cy="83975"/>
            </a:xfrm>
            <a:custGeom>
              <a:avLst/>
              <a:gdLst/>
              <a:ahLst/>
              <a:cxnLst/>
              <a:rect l="l" t="t" r="r" b="b"/>
              <a:pathLst>
                <a:path w="12819" h="3359" extrusionOk="0">
                  <a:moveTo>
                    <a:pt x="11241" y="141"/>
                  </a:moveTo>
                  <a:cubicBezTo>
                    <a:pt x="11898" y="141"/>
                    <a:pt x="12462" y="544"/>
                    <a:pt x="12534" y="1117"/>
                  </a:cubicBezTo>
                  <a:lnTo>
                    <a:pt x="12566" y="1385"/>
                  </a:lnTo>
                  <a:cubicBezTo>
                    <a:pt x="12645" y="2001"/>
                    <a:pt x="12092" y="2585"/>
                    <a:pt x="11350" y="2680"/>
                  </a:cubicBezTo>
                  <a:lnTo>
                    <a:pt x="7309" y="3169"/>
                  </a:lnTo>
                  <a:cubicBezTo>
                    <a:pt x="7262" y="3169"/>
                    <a:pt x="7230" y="3122"/>
                    <a:pt x="7262" y="3090"/>
                  </a:cubicBezTo>
                  <a:cubicBezTo>
                    <a:pt x="7278" y="3074"/>
                    <a:pt x="7293" y="3058"/>
                    <a:pt x="7309" y="3058"/>
                  </a:cubicBezTo>
                  <a:lnTo>
                    <a:pt x="11334" y="2569"/>
                  </a:lnTo>
                  <a:cubicBezTo>
                    <a:pt x="12013" y="2474"/>
                    <a:pt x="12502" y="1953"/>
                    <a:pt x="12439" y="1401"/>
                  </a:cubicBezTo>
                  <a:lnTo>
                    <a:pt x="12408" y="1133"/>
                  </a:lnTo>
                  <a:cubicBezTo>
                    <a:pt x="12336" y="613"/>
                    <a:pt x="11828" y="239"/>
                    <a:pt x="11223" y="239"/>
                  </a:cubicBezTo>
                  <a:cubicBezTo>
                    <a:pt x="11166" y="239"/>
                    <a:pt x="11108" y="242"/>
                    <a:pt x="11050" y="249"/>
                  </a:cubicBezTo>
                  <a:lnTo>
                    <a:pt x="1437" y="1432"/>
                  </a:lnTo>
                  <a:cubicBezTo>
                    <a:pt x="790" y="1527"/>
                    <a:pt x="285" y="2111"/>
                    <a:pt x="364" y="2711"/>
                  </a:cubicBezTo>
                  <a:lnTo>
                    <a:pt x="411" y="3169"/>
                  </a:lnTo>
                  <a:lnTo>
                    <a:pt x="316" y="3169"/>
                  </a:lnTo>
                  <a:lnTo>
                    <a:pt x="237" y="2601"/>
                  </a:lnTo>
                  <a:cubicBezTo>
                    <a:pt x="174" y="1985"/>
                    <a:pt x="679" y="1417"/>
                    <a:pt x="1421" y="1338"/>
                  </a:cubicBezTo>
                  <a:lnTo>
                    <a:pt x="11034" y="154"/>
                  </a:lnTo>
                  <a:cubicBezTo>
                    <a:pt x="11104" y="145"/>
                    <a:pt x="11173" y="141"/>
                    <a:pt x="11241" y="141"/>
                  </a:cubicBezTo>
                  <a:close/>
                  <a:moveTo>
                    <a:pt x="11225" y="0"/>
                  </a:moveTo>
                  <a:cubicBezTo>
                    <a:pt x="11157" y="0"/>
                    <a:pt x="11088" y="4"/>
                    <a:pt x="11019" y="12"/>
                  </a:cubicBezTo>
                  <a:lnTo>
                    <a:pt x="1405" y="1196"/>
                  </a:lnTo>
                  <a:cubicBezTo>
                    <a:pt x="585" y="1306"/>
                    <a:pt x="1" y="1938"/>
                    <a:pt x="95" y="2648"/>
                  </a:cubicBezTo>
                  <a:lnTo>
                    <a:pt x="190" y="3295"/>
                  </a:lnTo>
                  <a:cubicBezTo>
                    <a:pt x="190" y="3327"/>
                    <a:pt x="206" y="3342"/>
                    <a:pt x="221" y="3358"/>
                  </a:cubicBezTo>
                  <a:lnTo>
                    <a:pt x="285" y="3358"/>
                  </a:lnTo>
                  <a:cubicBezTo>
                    <a:pt x="316" y="3342"/>
                    <a:pt x="348" y="3335"/>
                    <a:pt x="377" y="3335"/>
                  </a:cubicBezTo>
                  <a:cubicBezTo>
                    <a:pt x="407" y="3335"/>
                    <a:pt x="435" y="3342"/>
                    <a:pt x="458" y="3358"/>
                  </a:cubicBezTo>
                  <a:cubicBezTo>
                    <a:pt x="490" y="3358"/>
                    <a:pt x="521" y="3358"/>
                    <a:pt x="537" y="3342"/>
                  </a:cubicBezTo>
                  <a:cubicBezTo>
                    <a:pt x="569" y="3327"/>
                    <a:pt x="585" y="3295"/>
                    <a:pt x="569" y="3264"/>
                  </a:cubicBezTo>
                  <a:lnTo>
                    <a:pt x="521" y="2695"/>
                  </a:lnTo>
                  <a:cubicBezTo>
                    <a:pt x="458" y="2190"/>
                    <a:pt x="900" y="1669"/>
                    <a:pt x="1453" y="1606"/>
                  </a:cubicBezTo>
                  <a:lnTo>
                    <a:pt x="11066" y="422"/>
                  </a:lnTo>
                  <a:cubicBezTo>
                    <a:pt x="11126" y="414"/>
                    <a:pt x="11185" y="411"/>
                    <a:pt x="11243" y="411"/>
                  </a:cubicBezTo>
                  <a:cubicBezTo>
                    <a:pt x="11768" y="411"/>
                    <a:pt x="12207" y="722"/>
                    <a:pt x="12250" y="1148"/>
                  </a:cubicBezTo>
                  <a:lnTo>
                    <a:pt x="12281" y="1417"/>
                  </a:lnTo>
                  <a:cubicBezTo>
                    <a:pt x="12345" y="1890"/>
                    <a:pt x="11918" y="2348"/>
                    <a:pt x="11319" y="2411"/>
                  </a:cubicBezTo>
                  <a:lnTo>
                    <a:pt x="7309" y="2916"/>
                  </a:lnTo>
                  <a:cubicBezTo>
                    <a:pt x="7246" y="2916"/>
                    <a:pt x="7183" y="2948"/>
                    <a:pt x="7151" y="2995"/>
                  </a:cubicBezTo>
                  <a:cubicBezTo>
                    <a:pt x="7104" y="3043"/>
                    <a:pt x="7088" y="3090"/>
                    <a:pt x="7104" y="3153"/>
                  </a:cubicBezTo>
                  <a:cubicBezTo>
                    <a:pt x="7118" y="3254"/>
                    <a:pt x="7199" y="3329"/>
                    <a:pt x="7309" y="3329"/>
                  </a:cubicBezTo>
                  <a:cubicBezTo>
                    <a:pt x="7319" y="3329"/>
                    <a:pt x="7330" y="3328"/>
                    <a:pt x="7341" y="3327"/>
                  </a:cubicBezTo>
                  <a:lnTo>
                    <a:pt x="11366" y="2837"/>
                  </a:lnTo>
                  <a:cubicBezTo>
                    <a:pt x="12203" y="2727"/>
                    <a:pt x="12818" y="2080"/>
                    <a:pt x="12723" y="1385"/>
                  </a:cubicBezTo>
                  <a:lnTo>
                    <a:pt x="12692" y="1117"/>
                  </a:lnTo>
                  <a:cubicBezTo>
                    <a:pt x="12605" y="466"/>
                    <a:pt x="11974" y="0"/>
                    <a:pt x="1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2">
              <a:extLst>
                <a:ext uri="{FF2B5EF4-FFF2-40B4-BE49-F238E27FC236}">
                  <a16:creationId xmlns:a16="http://schemas.microsoft.com/office/drawing/2014/main" id="{821F3A9E-7A7A-E6ED-BB59-74989D1434BD}"/>
                </a:ext>
              </a:extLst>
            </p:cNvPr>
            <p:cNvSpPr/>
            <p:nvPr/>
          </p:nvSpPr>
          <p:spPr>
            <a:xfrm>
              <a:off x="5558000" y="2094575"/>
              <a:ext cx="380450" cy="141425"/>
            </a:xfrm>
            <a:custGeom>
              <a:avLst/>
              <a:gdLst/>
              <a:ahLst/>
              <a:cxnLst/>
              <a:rect l="l" t="t" r="r" b="b"/>
              <a:pathLst>
                <a:path w="15218" h="5657" extrusionOk="0">
                  <a:moveTo>
                    <a:pt x="13318" y="1"/>
                  </a:moveTo>
                  <a:cubicBezTo>
                    <a:pt x="13257" y="1"/>
                    <a:pt x="13196" y="5"/>
                    <a:pt x="13134" y="12"/>
                  </a:cubicBezTo>
                  <a:lnTo>
                    <a:pt x="5999" y="880"/>
                  </a:lnTo>
                  <a:cubicBezTo>
                    <a:pt x="5920" y="896"/>
                    <a:pt x="5889" y="959"/>
                    <a:pt x="5889" y="1038"/>
                  </a:cubicBezTo>
                  <a:cubicBezTo>
                    <a:pt x="5905" y="1085"/>
                    <a:pt x="5952" y="1133"/>
                    <a:pt x="6015" y="1133"/>
                  </a:cubicBezTo>
                  <a:lnTo>
                    <a:pt x="13166" y="264"/>
                  </a:lnTo>
                  <a:cubicBezTo>
                    <a:pt x="13220" y="258"/>
                    <a:pt x="13273" y="255"/>
                    <a:pt x="13326" y="255"/>
                  </a:cubicBezTo>
                  <a:cubicBezTo>
                    <a:pt x="14065" y="255"/>
                    <a:pt x="14704" y="860"/>
                    <a:pt x="14808" y="1685"/>
                  </a:cubicBezTo>
                  <a:lnTo>
                    <a:pt x="14855" y="2127"/>
                  </a:lnTo>
                  <a:cubicBezTo>
                    <a:pt x="14965" y="3011"/>
                    <a:pt x="14413" y="3816"/>
                    <a:pt x="13624" y="3911"/>
                  </a:cubicBezTo>
                  <a:lnTo>
                    <a:pt x="1579" y="5395"/>
                  </a:lnTo>
                  <a:cubicBezTo>
                    <a:pt x="1536" y="5400"/>
                    <a:pt x="1493" y="5402"/>
                    <a:pt x="1450" y="5402"/>
                  </a:cubicBezTo>
                  <a:cubicBezTo>
                    <a:pt x="823" y="5402"/>
                    <a:pt x="373" y="4857"/>
                    <a:pt x="269" y="3911"/>
                  </a:cubicBezTo>
                  <a:lnTo>
                    <a:pt x="222" y="3595"/>
                  </a:lnTo>
                  <a:cubicBezTo>
                    <a:pt x="222" y="3579"/>
                    <a:pt x="206" y="3564"/>
                    <a:pt x="206" y="3564"/>
                  </a:cubicBezTo>
                  <a:lnTo>
                    <a:pt x="175" y="3564"/>
                  </a:lnTo>
                  <a:cubicBezTo>
                    <a:pt x="127" y="3579"/>
                    <a:pt x="80" y="3595"/>
                    <a:pt x="32" y="3595"/>
                  </a:cubicBezTo>
                  <a:cubicBezTo>
                    <a:pt x="27" y="3590"/>
                    <a:pt x="22" y="3588"/>
                    <a:pt x="17" y="3588"/>
                  </a:cubicBezTo>
                  <a:cubicBezTo>
                    <a:pt x="8" y="3588"/>
                    <a:pt x="1" y="3595"/>
                    <a:pt x="1" y="3595"/>
                  </a:cubicBezTo>
                  <a:cubicBezTo>
                    <a:pt x="1" y="3611"/>
                    <a:pt x="1" y="3627"/>
                    <a:pt x="1" y="3627"/>
                  </a:cubicBezTo>
                  <a:lnTo>
                    <a:pt x="48" y="3942"/>
                  </a:lnTo>
                  <a:cubicBezTo>
                    <a:pt x="166" y="5020"/>
                    <a:pt x="713" y="5656"/>
                    <a:pt x="1468" y="5656"/>
                  </a:cubicBezTo>
                  <a:cubicBezTo>
                    <a:pt x="1520" y="5656"/>
                    <a:pt x="1573" y="5653"/>
                    <a:pt x="1627" y="5647"/>
                  </a:cubicBezTo>
                  <a:lnTo>
                    <a:pt x="13655" y="4163"/>
                  </a:lnTo>
                  <a:cubicBezTo>
                    <a:pt x="14571" y="4053"/>
                    <a:pt x="15218" y="3122"/>
                    <a:pt x="15092" y="2096"/>
                  </a:cubicBezTo>
                  <a:lnTo>
                    <a:pt x="15044" y="1669"/>
                  </a:lnTo>
                  <a:cubicBezTo>
                    <a:pt x="14926" y="711"/>
                    <a:pt x="14175" y="1"/>
                    <a:pt x="1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52">
              <a:extLst>
                <a:ext uri="{FF2B5EF4-FFF2-40B4-BE49-F238E27FC236}">
                  <a16:creationId xmlns:a16="http://schemas.microsoft.com/office/drawing/2014/main" id="{86A1A70A-5CAD-E193-AEAC-8400E4DB2A9E}"/>
                </a:ext>
              </a:extLst>
            </p:cNvPr>
            <p:cNvSpPr/>
            <p:nvPr/>
          </p:nvSpPr>
          <p:spPr>
            <a:xfrm>
              <a:off x="5555650" y="2092625"/>
              <a:ext cx="384775" cy="145025"/>
            </a:xfrm>
            <a:custGeom>
              <a:avLst/>
              <a:gdLst/>
              <a:ahLst/>
              <a:cxnLst/>
              <a:rect l="l" t="t" r="r" b="b"/>
              <a:pathLst>
                <a:path w="15391" h="5801" extrusionOk="0">
                  <a:moveTo>
                    <a:pt x="13464" y="170"/>
                  </a:moveTo>
                  <a:cubicBezTo>
                    <a:pt x="14264" y="170"/>
                    <a:pt x="14959" y="846"/>
                    <a:pt x="15075" y="1763"/>
                  </a:cubicBezTo>
                  <a:lnTo>
                    <a:pt x="15123" y="2189"/>
                  </a:lnTo>
                  <a:cubicBezTo>
                    <a:pt x="15233" y="3184"/>
                    <a:pt x="14617" y="4052"/>
                    <a:pt x="13733" y="4163"/>
                  </a:cubicBezTo>
                  <a:lnTo>
                    <a:pt x="1705" y="5646"/>
                  </a:lnTo>
                  <a:cubicBezTo>
                    <a:pt x="1653" y="5653"/>
                    <a:pt x="1602" y="5656"/>
                    <a:pt x="1551" y="5656"/>
                  </a:cubicBezTo>
                  <a:cubicBezTo>
                    <a:pt x="841" y="5656"/>
                    <a:pt x="323" y="5038"/>
                    <a:pt x="205" y="4020"/>
                  </a:cubicBezTo>
                  <a:lnTo>
                    <a:pt x="174" y="3736"/>
                  </a:lnTo>
                  <a:lnTo>
                    <a:pt x="253" y="3736"/>
                  </a:lnTo>
                  <a:lnTo>
                    <a:pt x="284" y="4005"/>
                  </a:lnTo>
                  <a:cubicBezTo>
                    <a:pt x="403" y="4997"/>
                    <a:pt x="869" y="5559"/>
                    <a:pt x="1552" y="5559"/>
                  </a:cubicBezTo>
                  <a:cubicBezTo>
                    <a:pt x="1597" y="5559"/>
                    <a:pt x="1643" y="5556"/>
                    <a:pt x="1689" y="5552"/>
                  </a:cubicBezTo>
                  <a:lnTo>
                    <a:pt x="13733" y="4068"/>
                  </a:lnTo>
                  <a:cubicBezTo>
                    <a:pt x="14554" y="3973"/>
                    <a:pt x="15154" y="3121"/>
                    <a:pt x="15028" y="2205"/>
                  </a:cubicBezTo>
                  <a:lnTo>
                    <a:pt x="14980" y="1763"/>
                  </a:lnTo>
                  <a:cubicBezTo>
                    <a:pt x="14877" y="891"/>
                    <a:pt x="14192" y="255"/>
                    <a:pt x="13419" y="255"/>
                  </a:cubicBezTo>
                  <a:cubicBezTo>
                    <a:pt x="13366" y="255"/>
                    <a:pt x="13313" y="257"/>
                    <a:pt x="13260" y="264"/>
                  </a:cubicBezTo>
                  <a:lnTo>
                    <a:pt x="6093" y="1148"/>
                  </a:lnTo>
                  <a:cubicBezTo>
                    <a:pt x="6093" y="1132"/>
                    <a:pt x="6078" y="1116"/>
                    <a:pt x="6078" y="1116"/>
                  </a:cubicBezTo>
                  <a:cubicBezTo>
                    <a:pt x="6078" y="1100"/>
                    <a:pt x="6078" y="1053"/>
                    <a:pt x="6125" y="1053"/>
                  </a:cubicBezTo>
                  <a:lnTo>
                    <a:pt x="13260" y="185"/>
                  </a:lnTo>
                  <a:cubicBezTo>
                    <a:pt x="13328" y="175"/>
                    <a:pt x="13396" y="170"/>
                    <a:pt x="13464" y="170"/>
                  </a:cubicBezTo>
                  <a:close/>
                  <a:moveTo>
                    <a:pt x="13412" y="0"/>
                  </a:moveTo>
                  <a:cubicBezTo>
                    <a:pt x="13351" y="0"/>
                    <a:pt x="13290" y="4"/>
                    <a:pt x="13228" y="11"/>
                  </a:cubicBezTo>
                  <a:lnTo>
                    <a:pt x="6078" y="895"/>
                  </a:lnTo>
                  <a:cubicBezTo>
                    <a:pt x="5967" y="895"/>
                    <a:pt x="5888" y="1005"/>
                    <a:pt x="5904" y="1116"/>
                  </a:cubicBezTo>
                  <a:cubicBezTo>
                    <a:pt x="5918" y="1217"/>
                    <a:pt x="5986" y="1292"/>
                    <a:pt x="6081" y="1292"/>
                  </a:cubicBezTo>
                  <a:cubicBezTo>
                    <a:pt x="6090" y="1292"/>
                    <a:pt x="6100" y="1291"/>
                    <a:pt x="6109" y="1290"/>
                  </a:cubicBezTo>
                  <a:lnTo>
                    <a:pt x="13276" y="421"/>
                  </a:lnTo>
                  <a:cubicBezTo>
                    <a:pt x="13327" y="415"/>
                    <a:pt x="13379" y="412"/>
                    <a:pt x="13430" y="412"/>
                  </a:cubicBezTo>
                  <a:cubicBezTo>
                    <a:pt x="14125" y="412"/>
                    <a:pt x="14734" y="999"/>
                    <a:pt x="14823" y="1779"/>
                  </a:cubicBezTo>
                  <a:lnTo>
                    <a:pt x="14870" y="2221"/>
                  </a:lnTo>
                  <a:cubicBezTo>
                    <a:pt x="14980" y="3058"/>
                    <a:pt x="14460" y="3815"/>
                    <a:pt x="13702" y="3910"/>
                  </a:cubicBezTo>
                  <a:lnTo>
                    <a:pt x="1673" y="5394"/>
                  </a:lnTo>
                  <a:cubicBezTo>
                    <a:pt x="1629" y="5399"/>
                    <a:pt x="1586" y="5402"/>
                    <a:pt x="1544" y="5402"/>
                  </a:cubicBezTo>
                  <a:cubicBezTo>
                    <a:pt x="951" y="5402"/>
                    <a:pt x="545" y="4888"/>
                    <a:pt x="442" y="3989"/>
                  </a:cubicBezTo>
                  <a:lnTo>
                    <a:pt x="395" y="3657"/>
                  </a:lnTo>
                  <a:cubicBezTo>
                    <a:pt x="381" y="3603"/>
                    <a:pt x="332" y="3560"/>
                    <a:pt x="267" y="3560"/>
                  </a:cubicBezTo>
                  <a:cubicBezTo>
                    <a:pt x="257" y="3560"/>
                    <a:pt x="247" y="3561"/>
                    <a:pt x="237" y="3563"/>
                  </a:cubicBezTo>
                  <a:cubicBezTo>
                    <a:pt x="205" y="3578"/>
                    <a:pt x="158" y="3594"/>
                    <a:pt x="126" y="3594"/>
                  </a:cubicBezTo>
                  <a:cubicBezTo>
                    <a:pt x="95" y="3594"/>
                    <a:pt x="63" y="3594"/>
                    <a:pt x="32" y="3626"/>
                  </a:cubicBezTo>
                  <a:cubicBezTo>
                    <a:pt x="16" y="3657"/>
                    <a:pt x="0" y="3689"/>
                    <a:pt x="16" y="3721"/>
                  </a:cubicBezTo>
                  <a:lnTo>
                    <a:pt x="48" y="4036"/>
                  </a:lnTo>
                  <a:cubicBezTo>
                    <a:pt x="194" y="5149"/>
                    <a:pt x="748" y="5800"/>
                    <a:pt x="1533" y="5800"/>
                  </a:cubicBezTo>
                  <a:cubicBezTo>
                    <a:pt x="1594" y="5800"/>
                    <a:pt x="1657" y="5796"/>
                    <a:pt x="1721" y="5788"/>
                  </a:cubicBezTo>
                  <a:lnTo>
                    <a:pt x="13765" y="4320"/>
                  </a:lnTo>
                  <a:cubicBezTo>
                    <a:pt x="14728" y="4194"/>
                    <a:pt x="15391" y="3231"/>
                    <a:pt x="15249" y="2174"/>
                  </a:cubicBezTo>
                  <a:lnTo>
                    <a:pt x="15201" y="1732"/>
                  </a:lnTo>
                  <a:cubicBezTo>
                    <a:pt x="15083" y="742"/>
                    <a:pt x="14301" y="0"/>
                    <a:pt x="13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8" name="Google Shape;1258;p52">
            <a:extLst>
              <a:ext uri="{FF2B5EF4-FFF2-40B4-BE49-F238E27FC236}">
                <a16:creationId xmlns:a16="http://schemas.microsoft.com/office/drawing/2014/main" id="{07F076F0-0856-9716-C34B-594807992A9B}"/>
              </a:ext>
            </a:extLst>
          </p:cNvPr>
          <p:cNvSpPr/>
          <p:nvPr/>
        </p:nvSpPr>
        <p:spPr>
          <a:xfrm>
            <a:off x="194116" y="4608263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9" name="Google Shape;1259;p52">
            <a:extLst>
              <a:ext uri="{FF2B5EF4-FFF2-40B4-BE49-F238E27FC236}">
                <a16:creationId xmlns:a16="http://schemas.microsoft.com/office/drawing/2014/main" id="{253467CE-0D98-F241-48F4-D4B9B19C084C}"/>
              </a:ext>
            </a:extLst>
          </p:cNvPr>
          <p:cNvGrpSpPr/>
          <p:nvPr/>
        </p:nvGrpSpPr>
        <p:grpSpPr>
          <a:xfrm>
            <a:off x="8458923" y="359216"/>
            <a:ext cx="490612" cy="415445"/>
            <a:chOff x="5278225" y="2418025"/>
            <a:chExt cx="230075" cy="194825"/>
          </a:xfrm>
        </p:grpSpPr>
        <p:sp>
          <p:nvSpPr>
            <p:cNvPr id="1260" name="Google Shape;1260;p52">
              <a:extLst>
                <a:ext uri="{FF2B5EF4-FFF2-40B4-BE49-F238E27FC236}">
                  <a16:creationId xmlns:a16="http://schemas.microsoft.com/office/drawing/2014/main" id="{C8AE0868-F768-E40C-2FE1-3C6E9E81FDFE}"/>
                </a:ext>
              </a:extLst>
            </p:cNvPr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2">
              <a:extLst>
                <a:ext uri="{FF2B5EF4-FFF2-40B4-BE49-F238E27FC236}">
                  <a16:creationId xmlns:a16="http://schemas.microsoft.com/office/drawing/2014/main" id="{E0732DDB-2AC2-9301-AE6B-301397B3895A}"/>
                </a:ext>
              </a:extLst>
            </p:cNvPr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2">
              <a:extLst>
                <a:ext uri="{FF2B5EF4-FFF2-40B4-BE49-F238E27FC236}">
                  <a16:creationId xmlns:a16="http://schemas.microsoft.com/office/drawing/2014/main" id="{86F5D8B5-B910-D3A5-8B03-B48DF7037E41}"/>
                </a:ext>
              </a:extLst>
            </p:cNvPr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52">
              <a:extLst>
                <a:ext uri="{FF2B5EF4-FFF2-40B4-BE49-F238E27FC236}">
                  <a16:creationId xmlns:a16="http://schemas.microsoft.com/office/drawing/2014/main" id="{081A38DF-E969-DA7E-C9D3-63B09BD72D91}"/>
                </a:ext>
              </a:extLst>
            </p:cNvPr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2">
              <a:extLst>
                <a:ext uri="{FF2B5EF4-FFF2-40B4-BE49-F238E27FC236}">
                  <a16:creationId xmlns:a16="http://schemas.microsoft.com/office/drawing/2014/main" id="{60A5126B-D999-F517-A111-A3154B539200}"/>
                </a:ext>
              </a:extLst>
            </p:cNvPr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2">
              <a:extLst>
                <a:ext uri="{FF2B5EF4-FFF2-40B4-BE49-F238E27FC236}">
                  <a16:creationId xmlns:a16="http://schemas.microsoft.com/office/drawing/2014/main" id="{3C178E68-3960-12DA-DA93-1E857CF3BA79}"/>
                </a:ext>
              </a:extLst>
            </p:cNvPr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6" name="Google Shape;1266;p52">
            <a:extLst>
              <a:ext uri="{FF2B5EF4-FFF2-40B4-BE49-F238E27FC236}">
                <a16:creationId xmlns:a16="http://schemas.microsoft.com/office/drawing/2014/main" id="{49682628-23AC-90DF-3C37-E6447CD82E77}"/>
              </a:ext>
            </a:extLst>
          </p:cNvPr>
          <p:cNvSpPr/>
          <p:nvPr/>
        </p:nvSpPr>
        <p:spPr>
          <a:xfrm rot="1791412">
            <a:off x="221387" y="241585"/>
            <a:ext cx="636212" cy="65071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52">
            <a:extLst>
              <a:ext uri="{FF2B5EF4-FFF2-40B4-BE49-F238E27FC236}">
                <a16:creationId xmlns:a16="http://schemas.microsoft.com/office/drawing/2014/main" id="{FC70818F-AFC4-E664-D359-65942C45D46D}"/>
              </a:ext>
            </a:extLst>
          </p:cNvPr>
          <p:cNvSpPr/>
          <p:nvPr/>
        </p:nvSpPr>
        <p:spPr>
          <a:xfrm rot="1844305">
            <a:off x="5509460" y="4571981"/>
            <a:ext cx="636195" cy="650695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2" name="Picture 6" descr="Statistics: Unimodal vs. Bimodal vs. Multimodal Distributions">
            <a:extLst>
              <a:ext uri="{FF2B5EF4-FFF2-40B4-BE49-F238E27FC236}">
                <a16:creationId xmlns:a16="http://schemas.microsoft.com/office/drawing/2014/main" id="{DF94118C-62D2-70A1-8ABD-0C6F6D28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85" y="2407644"/>
            <a:ext cx="3143663" cy="176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What is the Modal in Math? | Modal Number | Wiki - Twinkl">
            <a:extLst>
              <a:ext uri="{FF2B5EF4-FFF2-40B4-BE49-F238E27FC236}">
                <a16:creationId xmlns:a16="http://schemas.microsoft.com/office/drawing/2014/main" id="{70F9970F-13A4-1B60-9A93-94A1D0296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784" y="2268844"/>
            <a:ext cx="2703927" cy="189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95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6AB90298-3F69-F6BC-C9C0-9AD67D83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4">
            <a:extLst>
              <a:ext uri="{FF2B5EF4-FFF2-40B4-BE49-F238E27FC236}">
                <a16:creationId xmlns:a16="http://schemas.microsoft.com/office/drawing/2014/main" id="{29CCC20F-48B0-049B-C842-EAD3823545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78775" y="3906331"/>
            <a:ext cx="47127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 and 25 are most frequent(n = 3), that means they are modes. We have a bimodal distribution</a:t>
            </a:r>
            <a:endParaRPr dirty="0"/>
          </a:p>
        </p:txBody>
      </p:sp>
      <p:sp>
        <p:nvSpPr>
          <p:cNvPr id="674" name="Google Shape;674;p44">
            <a:extLst>
              <a:ext uri="{FF2B5EF4-FFF2-40B4-BE49-F238E27FC236}">
                <a16:creationId xmlns:a16="http://schemas.microsoft.com/office/drawing/2014/main" id="{144F9907-7131-F4CB-1712-0064E7DAD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2474" y="120747"/>
            <a:ext cx="47127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Exercise</a:t>
            </a:r>
            <a:endParaRPr dirty="0"/>
          </a:p>
        </p:txBody>
      </p:sp>
      <p:grpSp>
        <p:nvGrpSpPr>
          <p:cNvPr id="675" name="Google Shape;675;p44">
            <a:extLst>
              <a:ext uri="{FF2B5EF4-FFF2-40B4-BE49-F238E27FC236}">
                <a16:creationId xmlns:a16="http://schemas.microsoft.com/office/drawing/2014/main" id="{762FFD43-2995-2DFA-F7A4-E76A89CD6C54}"/>
              </a:ext>
            </a:extLst>
          </p:cNvPr>
          <p:cNvGrpSpPr/>
          <p:nvPr/>
        </p:nvGrpSpPr>
        <p:grpSpPr>
          <a:xfrm>
            <a:off x="2827636" y="4349530"/>
            <a:ext cx="520092" cy="669040"/>
            <a:chOff x="4938450" y="2419450"/>
            <a:chExt cx="243900" cy="313750"/>
          </a:xfrm>
        </p:grpSpPr>
        <p:sp>
          <p:nvSpPr>
            <p:cNvPr id="676" name="Google Shape;676;p44">
              <a:extLst>
                <a:ext uri="{FF2B5EF4-FFF2-40B4-BE49-F238E27FC236}">
                  <a16:creationId xmlns:a16="http://schemas.microsoft.com/office/drawing/2014/main" id="{A633E836-0F66-F696-723C-D7B7589C02A3}"/>
                </a:ext>
              </a:extLst>
            </p:cNvPr>
            <p:cNvSpPr/>
            <p:nvPr/>
          </p:nvSpPr>
          <p:spPr>
            <a:xfrm>
              <a:off x="4988550" y="2432675"/>
              <a:ext cx="189850" cy="242075"/>
            </a:xfrm>
            <a:custGeom>
              <a:avLst/>
              <a:gdLst/>
              <a:ahLst/>
              <a:cxnLst/>
              <a:rect l="l" t="t" r="r" b="b"/>
              <a:pathLst>
                <a:path w="7594" h="9683" extrusionOk="0">
                  <a:moveTo>
                    <a:pt x="6788" y="0"/>
                  </a:moveTo>
                  <a:cubicBezTo>
                    <a:pt x="6773" y="47"/>
                    <a:pt x="6725" y="47"/>
                    <a:pt x="6694" y="79"/>
                  </a:cubicBezTo>
                  <a:cubicBezTo>
                    <a:pt x="6710" y="95"/>
                    <a:pt x="6741" y="142"/>
                    <a:pt x="6757" y="142"/>
                  </a:cubicBezTo>
                  <a:lnTo>
                    <a:pt x="6962" y="284"/>
                  </a:lnTo>
                  <a:cubicBezTo>
                    <a:pt x="7388" y="568"/>
                    <a:pt x="7483" y="1216"/>
                    <a:pt x="7136" y="1721"/>
                  </a:cubicBezTo>
                  <a:lnTo>
                    <a:pt x="2226" y="9029"/>
                  </a:lnTo>
                  <a:cubicBezTo>
                    <a:pt x="1989" y="9374"/>
                    <a:pt x="1619" y="9572"/>
                    <a:pt x="1273" y="9572"/>
                  </a:cubicBezTo>
                  <a:cubicBezTo>
                    <a:pt x="1112" y="9572"/>
                    <a:pt x="957" y="9530"/>
                    <a:pt x="822" y="9440"/>
                  </a:cubicBezTo>
                  <a:lnTo>
                    <a:pt x="616" y="9298"/>
                  </a:lnTo>
                  <a:cubicBezTo>
                    <a:pt x="190" y="9014"/>
                    <a:pt x="127" y="8366"/>
                    <a:pt x="474" y="7845"/>
                  </a:cubicBezTo>
                  <a:lnTo>
                    <a:pt x="2526" y="4799"/>
                  </a:lnTo>
                  <a:cubicBezTo>
                    <a:pt x="2561" y="4742"/>
                    <a:pt x="2529" y="4701"/>
                    <a:pt x="2490" y="4701"/>
                  </a:cubicBezTo>
                  <a:cubicBezTo>
                    <a:pt x="2476" y="4701"/>
                    <a:pt x="2461" y="4707"/>
                    <a:pt x="2447" y="4720"/>
                  </a:cubicBezTo>
                  <a:lnTo>
                    <a:pt x="380" y="7782"/>
                  </a:lnTo>
                  <a:cubicBezTo>
                    <a:pt x="1" y="8351"/>
                    <a:pt x="80" y="9077"/>
                    <a:pt x="537" y="9392"/>
                  </a:cubicBezTo>
                  <a:lnTo>
                    <a:pt x="743" y="9534"/>
                  </a:lnTo>
                  <a:cubicBezTo>
                    <a:pt x="893" y="9635"/>
                    <a:pt x="1067" y="9683"/>
                    <a:pt x="1245" y="9683"/>
                  </a:cubicBezTo>
                  <a:cubicBezTo>
                    <a:pt x="1626" y="9683"/>
                    <a:pt x="2031" y="9464"/>
                    <a:pt x="2290" y="9077"/>
                  </a:cubicBezTo>
                  <a:lnTo>
                    <a:pt x="7199" y="1784"/>
                  </a:lnTo>
                  <a:cubicBezTo>
                    <a:pt x="7593" y="1216"/>
                    <a:pt x="7515" y="489"/>
                    <a:pt x="7041" y="174"/>
                  </a:cubicBezTo>
                  <a:lnTo>
                    <a:pt x="6852" y="32"/>
                  </a:lnTo>
                  <a:cubicBezTo>
                    <a:pt x="6820" y="32"/>
                    <a:pt x="6804" y="16"/>
                    <a:pt x="6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4">
              <a:extLst>
                <a:ext uri="{FF2B5EF4-FFF2-40B4-BE49-F238E27FC236}">
                  <a16:creationId xmlns:a16="http://schemas.microsoft.com/office/drawing/2014/main" id="{98A05962-94D1-A0A1-F40E-11B00D7217F4}"/>
                </a:ext>
              </a:extLst>
            </p:cNvPr>
            <p:cNvSpPr/>
            <p:nvPr/>
          </p:nvSpPr>
          <p:spPr>
            <a:xfrm>
              <a:off x="4986575" y="2431075"/>
              <a:ext cx="194200" cy="245425"/>
            </a:xfrm>
            <a:custGeom>
              <a:avLst/>
              <a:gdLst/>
              <a:ahLst/>
              <a:cxnLst/>
              <a:rect l="l" t="t" r="r" b="b"/>
              <a:pathLst>
                <a:path w="7768" h="9817" extrusionOk="0">
                  <a:moveTo>
                    <a:pt x="7138" y="303"/>
                  </a:moveTo>
                  <a:lnTo>
                    <a:pt x="7138" y="303"/>
                  </a:lnTo>
                  <a:cubicBezTo>
                    <a:pt x="7200" y="365"/>
                    <a:pt x="7263" y="428"/>
                    <a:pt x="7325" y="506"/>
                  </a:cubicBezTo>
                  <a:lnTo>
                    <a:pt x="7309" y="506"/>
                  </a:lnTo>
                  <a:cubicBezTo>
                    <a:pt x="7263" y="428"/>
                    <a:pt x="7200" y="365"/>
                    <a:pt x="7138" y="303"/>
                  </a:cubicBezTo>
                  <a:close/>
                  <a:moveTo>
                    <a:pt x="6867" y="1"/>
                  </a:moveTo>
                  <a:cubicBezTo>
                    <a:pt x="6836" y="17"/>
                    <a:pt x="6820" y="17"/>
                    <a:pt x="6820" y="48"/>
                  </a:cubicBezTo>
                  <a:cubicBezTo>
                    <a:pt x="6804" y="48"/>
                    <a:pt x="6804" y="48"/>
                    <a:pt x="6789" y="64"/>
                  </a:cubicBezTo>
                  <a:cubicBezTo>
                    <a:pt x="6773" y="64"/>
                    <a:pt x="6757" y="80"/>
                    <a:pt x="6741" y="80"/>
                  </a:cubicBezTo>
                  <a:cubicBezTo>
                    <a:pt x="6741" y="96"/>
                    <a:pt x="6725" y="96"/>
                    <a:pt x="6725" y="111"/>
                  </a:cubicBezTo>
                  <a:cubicBezTo>
                    <a:pt x="6694" y="143"/>
                    <a:pt x="6710" y="190"/>
                    <a:pt x="6741" y="206"/>
                  </a:cubicBezTo>
                  <a:lnTo>
                    <a:pt x="6757" y="222"/>
                  </a:lnTo>
                  <a:cubicBezTo>
                    <a:pt x="6773" y="238"/>
                    <a:pt x="6789" y="254"/>
                    <a:pt x="6804" y="269"/>
                  </a:cubicBezTo>
                  <a:lnTo>
                    <a:pt x="6994" y="396"/>
                  </a:lnTo>
                  <a:cubicBezTo>
                    <a:pt x="7404" y="664"/>
                    <a:pt x="7467" y="1280"/>
                    <a:pt x="7152" y="1753"/>
                  </a:cubicBezTo>
                  <a:lnTo>
                    <a:pt x="2242" y="9046"/>
                  </a:lnTo>
                  <a:cubicBezTo>
                    <a:pt x="2027" y="9380"/>
                    <a:pt x="1680" y="9567"/>
                    <a:pt x="1355" y="9567"/>
                  </a:cubicBezTo>
                  <a:cubicBezTo>
                    <a:pt x="1204" y="9567"/>
                    <a:pt x="1058" y="9526"/>
                    <a:pt x="932" y="9441"/>
                  </a:cubicBezTo>
                  <a:lnTo>
                    <a:pt x="743" y="9299"/>
                  </a:lnTo>
                  <a:cubicBezTo>
                    <a:pt x="348" y="9030"/>
                    <a:pt x="285" y="8430"/>
                    <a:pt x="616" y="7957"/>
                  </a:cubicBezTo>
                  <a:lnTo>
                    <a:pt x="2669" y="4894"/>
                  </a:lnTo>
                  <a:cubicBezTo>
                    <a:pt x="2684" y="4863"/>
                    <a:pt x="2700" y="4831"/>
                    <a:pt x="2684" y="4800"/>
                  </a:cubicBezTo>
                  <a:cubicBezTo>
                    <a:pt x="2684" y="4752"/>
                    <a:pt x="2669" y="4737"/>
                    <a:pt x="2637" y="4721"/>
                  </a:cubicBezTo>
                  <a:cubicBezTo>
                    <a:pt x="2618" y="4702"/>
                    <a:pt x="2595" y="4693"/>
                    <a:pt x="2571" y="4693"/>
                  </a:cubicBezTo>
                  <a:cubicBezTo>
                    <a:pt x="2535" y="4693"/>
                    <a:pt x="2498" y="4714"/>
                    <a:pt x="2479" y="4752"/>
                  </a:cubicBezTo>
                  <a:lnTo>
                    <a:pt x="411" y="7815"/>
                  </a:lnTo>
                  <a:cubicBezTo>
                    <a:pt x="1" y="8415"/>
                    <a:pt x="96" y="9188"/>
                    <a:pt x="585" y="9520"/>
                  </a:cubicBezTo>
                  <a:lnTo>
                    <a:pt x="790" y="9662"/>
                  </a:lnTo>
                  <a:cubicBezTo>
                    <a:pt x="950" y="9767"/>
                    <a:pt x="1134" y="9816"/>
                    <a:pt x="1324" y="9816"/>
                  </a:cubicBezTo>
                  <a:cubicBezTo>
                    <a:pt x="1731" y="9816"/>
                    <a:pt x="2162" y="9587"/>
                    <a:pt x="2432" y="9188"/>
                  </a:cubicBezTo>
                  <a:lnTo>
                    <a:pt x="7357" y="1879"/>
                  </a:lnTo>
                  <a:cubicBezTo>
                    <a:pt x="7767" y="1280"/>
                    <a:pt x="7672" y="522"/>
                    <a:pt x="7167" y="175"/>
                  </a:cubicBezTo>
                  <a:lnTo>
                    <a:pt x="6978" y="48"/>
                  </a:lnTo>
                  <a:lnTo>
                    <a:pt x="6931" y="17"/>
                  </a:lnTo>
                  <a:cubicBezTo>
                    <a:pt x="6899" y="1"/>
                    <a:pt x="6883" y="1"/>
                    <a:pt x="6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4">
              <a:extLst>
                <a:ext uri="{FF2B5EF4-FFF2-40B4-BE49-F238E27FC236}">
                  <a16:creationId xmlns:a16="http://schemas.microsoft.com/office/drawing/2014/main" id="{B5E872E6-2F67-0086-9F5E-3D8D9F7170F4}"/>
                </a:ext>
              </a:extLst>
            </p:cNvPr>
            <p:cNvSpPr/>
            <p:nvPr/>
          </p:nvSpPr>
          <p:spPr>
            <a:xfrm>
              <a:off x="4986975" y="2428325"/>
              <a:ext cx="193800" cy="248175"/>
            </a:xfrm>
            <a:custGeom>
              <a:avLst/>
              <a:gdLst/>
              <a:ahLst/>
              <a:cxnLst/>
              <a:rect l="l" t="t" r="r" b="b"/>
              <a:pathLst>
                <a:path w="7752" h="9927" extrusionOk="0">
                  <a:moveTo>
                    <a:pt x="6662" y="0"/>
                  </a:moveTo>
                  <a:cubicBezTo>
                    <a:pt x="6630" y="64"/>
                    <a:pt x="6567" y="127"/>
                    <a:pt x="6504" y="158"/>
                  </a:cubicBezTo>
                  <a:lnTo>
                    <a:pt x="6946" y="458"/>
                  </a:lnTo>
                  <a:cubicBezTo>
                    <a:pt x="7357" y="806"/>
                    <a:pt x="7451" y="1405"/>
                    <a:pt x="7136" y="1863"/>
                  </a:cubicBezTo>
                  <a:lnTo>
                    <a:pt x="2226" y="9156"/>
                  </a:lnTo>
                  <a:cubicBezTo>
                    <a:pt x="2011" y="9490"/>
                    <a:pt x="1664" y="9677"/>
                    <a:pt x="1339" y="9677"/>
                  </a:cubicBezTo>
                  <a:cubicBezTo>
                    <a:pt x="1188" y="9677"/>
                    <a:pt x="1042" y="9636"/>
                    <a:pt x="916" y="9551"/>
                  </a:cubicBezTo>
                  <a:lnTo>
                    <a:pt x="727" y="9409"/>
                  </a:lnTo>
                  <a:cubicBezTo>
                    <a:pt x="332" y="9140"/>
                    <a:pt x="269" y="8540"/>
                    <a:pt x="600" y="8067"/>
                  </a:cubicBezTo>
                  <a:lnTo>
                    <a:pt x="2653" y="5004"/>
                  </a:lnTo>
                  <a:cubicBezTo>
                    <a:pt x="2668" y="4973"/>
                    <a:pt x="2684" y="4941"/>
                    <a:pt x="2668" y="4910"/>
                  </a:cubicBezTo>
                  <a:cubicBezTo>
                    <a:pt x="2668" y="4862"/>
                    <a:pt x="2653" y="4847"/>
                    <a:pt x="2621" y="4831"/>
                  </a:cubicBezTo>
                  <a:cubicBezTo>
                    <a:pt x="2601" y="4818"/>
                    <a:pt x="2579" y="4810"/>
                    <a:pt x="2556" y="4810"/>
                  </a:cubicBezTo>
                  <a:cubicBezTo>
                    <a:pt x="2524" y="4810"/>
                    <a:pt x="2491" y="4825"/>
                    <a:pt x="2463" y="4862"/>
                  </a:cubicBezTo>
                  <a:lnTo>
                    <a:pt x="411" y="7925"/>
                  </a:lnTo>
                  <a:cubicBezTo>
                    <a:pt x="1" y="8525"/>
                    <a:pt x="80" y="9282"/>
                    <a:pt x="585" y="9630"/>
                  </a:cubicBezTo>
                  <a:lnTo>
                    <a:pt x="790" y="9772"/>
                  </a:lnTo>
                  <a:cubicBezTo>
                    <a:pt x="950" y="9877"/>
                    <a:pt x="1134" y="9926"/>
                    <a:pt x="1323" y="9926"/>
                  </a:cubicBezTo>
                  <a:cubicBezTo>
                    <a:pt x="1731" y="9926"/>
                    <a:pt x="2162" y="9697"/>
                    <a:pt x="2432" y="9298"/>
                  </a:cubicBezTo>
                  <a:lnTo>
                    <a:pt x="7341" y="1989"/>
                  </a:lnTo>
                  <a:cubicBezTo>
                    <a:pt x="7751" y="1390"/>
                    <a:pt x="7656" y="663"/>
                    <a:pt x="7167" y="332"/>
                  </a:cubicBezTo>
                  <a:lnTo>
                    <a:pt x="66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4">
              <a:extLst>
                <a:ext uri="{FF2B5EF4-FFF2-40B4-BE49-F238E27FC236}">
                  <a16:creationId xmlns:a16="http://schemas.microsoft.com/office/drawing/2014/main" id="{7BFE5228-3496-64AD-75E8-0044C40AEA28}"/>
                </a:ext>
              </a:extLst>
            </p:cNvPr>
            <p:cNvSpPr/>
            <p:nvPr/>
          </p:nvSpPr>
          <p:spPr>
            <a:xfrm>
              <a:off x="4984600" y="2426325"/>
              <a:ext cx="197750" cy="251975"/>
            </a:xfrm>
            <a:custGeom>
              <a:avLst/>
              <a:gdLst/>
              <a:ahLst/>
              <a:cxnLst/>
              <a:rect l="l" t="t" r="r" b="b"/>
              <a:pathLst>
                <a:path w="7910" h="10079" extrusionOk="0">
                  <a:moveTo>
                    <a:pt x="6773" y="191"/>
                  </a:moveTo>
                  <a:lnTo>
                    <a:pt x="7199" y="475"/>
                  </a:lnTo>
                  <a:cubicBezTo>
                    <a:pt x="7673" y="791"/>
                    <a:pt x="7751" y="1470"/>
                    <a:pt x="7373" y="2038"/>
                  </a:cubicBezTo>
                  <a:lnTo>
                    <a:pt x="2463" y="9331"/>
                  </a:lnTo>
                  <a:cubicBezTo>
                    <a:pt x="2194" y="9718"/>
                    <a:pt x="1786" y="9937"/>
                    <a:pt x="1408" y="9937"/>
                  </a:cubicBezTo>
                  <a:cubicBezTo>
                    <a:pt x="1232" y="9937"/>
                    <a:pt x="1062" y="9889"/>
                    <a:pt x="916" y="9788"/>
                  </a:cubicBezTo>
                  <a:lnTo>
                    <a:pt x="711" y="9646"/>
                  </a:lnTo>
                  <a:cubicBezTo>
                    <a:pt x="238" y="9331"/>
                    <a:pt x="175" y="8620"/>
                    <a:pt x="553" y="8052"/>
                  </a:cubicBezTo>
                  <a:lnTo>
                    <a:pt x="2621" y="4990"/>
                  </a:lnTo>
                  <a:cubicBezTo>
                    <a:pt x="2628" y="4970"/>
                    <a:pt x="2643" y="4961"/>
                    <a:pt x="2658" y="4961"/>
                  </a:cubicBezTo>
                  <a:cubicBezTo>
                    <a:pt x="2679" y="4961"/>
                    <a:pt x="2700" y="4978"/>
                    <a:pt x="2700" y="5005"/>
                  </a:cubicBezTo>
                  <a:cubicBezTo>
                    <a:pt x="2716" y="5021"/>
                    <a:pt x="2700" y="5037"/>
                    <a:pt x="2684" y="5053"/>
                  </a:cubicBezTo>
                  <a:lnTo>
                    <a:pt x="632" y="8099"/>
                  </a:lnTo>
                  <a:cubicBezTo>
                    <a:pt x="285" y="8620"/>
                    <a:pt x="364" y="9268"/>
                    <a:pt x="790" y="9567"/>
                  </a:cubicBezTo>
                  <a:lnTo>
                    <a:pt x="980" y="9694"/>
                  </a:lnTo>
                  <a:cubicBezTo>
                    <a:pt x="1117" y="9785"/>
                    <a:pt x="1276" y="9830"/>
                    <a:pt x="1440" y="9830"/>
                  </a:cubicBezTo>
                  <a:cubicBezTo>
                    <a:pt x="1784" y="9830"/>
                    <a:pt x="2149" y="9636"/>
                    <a:pt x="2384" y="9283"/>
                  </a:cubicBezTo>
                  <a:lnTo>
                    <a:pt x="7294" y="1991"/>
                  </a:lnTo>
                  <a:cubicBezTo>
                    <a:pt x="7625" y="1485"/>
                    <a:pt x="7530" y="791"/>
                    <a:pt x="7073" y="491"/>
                  </a:cubicBezTo>
                  <a:lnTo>
                    <a:pt x="6725" y="254"/>
                  </a:lnTo>
                  <a:cubicBezTo>
                    <a:pt x="6741" y="238"/>
                    <a:pt x="6757" y="207"/>
                    <a:pt x="6773" y="191"/>
                  </a:cubicBezTo>
                  <a:close/>
                  <a:moveTo>
                    <a:pt x="6735" y="1"/>
                  </a:moveTo>
                  <a:cubicBezTo>
                    <a:pt x="6712" y="1"/>
                    <a:pt x="6688" y="18"/>
                    <a:pt x="6678" y="49"/>
                  </a:cubicBezTo>
                  <a:cubicBezTo>
                    <a:pt x="6647" y="112"/>
                    <a:pt x="6631" y="128"/>
                    <a:pt x="6568" y="175"/>
                  </a:cubicBezTo>
                  <a:cubicBezTo>
                    <a:pt x="6552" y="175"/>
                    <a:pt x="6536" y="207"/>
                    <a:pt x="6520" y="238"/>
                  </a:cubicBezTo>
                  <a:cubicBezTo>
                    <a:pt x="6520" y="254"/>
                    <a:pt x="6536" y="270"/>
                    <a:pt x="6552" y="286"/>
                  </a:cubicBezTo>
                  <a:lnTo>
                    <a:pt x="6994" y="601"/>
                  </a:lnTo>
                  <a:cubicBezTo>
                    <a:pt x="7373" y="854"/>
                    <a:pt x="7452" y="1470"/>
                    <a:pt x="7167" y="1896"/>
                  </a:cubicBezTo>
                  <a:lnTo>
                    <a:pt x="2258" y="9189"/>
                  </a:lnTo>
                  <a:cubicBezTo>
                    <a:pt x="2052" y="9504"/>
                    <a:pt x="1733" y="9677"/>
                    <a:pt x="1436" y="9677"/>
                  </a:cubicBezTo>
                  <a:cubicBezTo>
                    <a:pt x="1302" y="9677"/>
                    <a:pt x="1172" y="9641"/>
                    <a:pt x="1059" y="9567"/>
                  </a:cubicBezTo>
                  <a:lnTo>
                    <a:pt x="853" y="9425"/>
                  </a:lnTo>
                  <a:cubicBezTo>
                    <a:pt x="490" y="9189"/>
                    <a:pt x="443" y="8620"/>
                    <a:pt x="743" y="8178"/>
                  </a:cubicBezTo>
                  <a:lnTo>
                    <a:pt x="2795" y="5132"/>
                  </a:lnTo>
                  <a:cubicBezTo>
                    <a:pt x="2842" y="5084"/>
                    <a:pt x="2842" y="5037"/>
                    <a:pt x="2842" y="4974"/>
                  </a:cubicBezTo>
                  <a:cubicBezTo>
                    <a:pt x="2826" y="4927"/>
                    <a:pt x="2795" y="4879"/>
                    <a:pt x="2763" y="4848"/>
                  </a:cubicBezTo>
                  <a:cubicBezTo>
                    <a:pt x="2729" y="4831"/>
                    <a:pt x="2693" y="4822"/>
                    <a:pt x="2658" y="4822"/>
                  </a:cubicBezTo>
                  <a:cubicBezTo>
                    <a:pt x="2595" y="4822"/>
                    <a:pt x="2535" y="4850"/>
                    <a:pt x="2495" y="4911"/>
                  </a:cubicBezTo>
                  <a:lnTo>
                    <a:pt x="427" y="7973"/>
                  </a:lnTo>
                  <a:cubicBezTo>
                    <a:pt x="1" y="8605"/>
                    <a:pt x="96" y="9410"/>
                    <a:pt x="632" y="9773"/>
                  </a:cubicBezTo>
                  <a:lnTo>
                    <a:pt x="838" y="9915"/>
                  </a:lnTo>
                  <a:cubicBezTo>
                    <a:pt x="1009" y="10026"/>
                    <a:pt x="1207" y="10079"/>
                    <a:pt x="1410" y="10079"/>
                  </a:cubicBezTo>
                  <a:cubicBezTo>
                    <a:pt x="1842" y="10079"/>
                    <a:pt x="2300" y="9839"/>
                    <a:pt x="2590" y="9410"/>
                  </a:cubicBezTo>
                  <a:lnTo>
                    <a:pt x="7483" y="2101"/>
                  </a:lnTo>
                  <a:cubicBezTo>
                    <a:pt x="7909" y="1485"/>
                    <a:pt x="7815" y="696"/>
                    <a:pt x="7278" y="349"/>
                  </a:cubicBezTo>
                  <a:lnTo>
                    <a:pt x="6773" y="17"/>
                  </a:lnTo>
                  <a:cubicBezTo>
                    <a:pt x="6762" y="6"/>
                    <a:pt x="6748" y="1"/>
                    <a:pt x="6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4">
              <a:extLst>
                <a:ext uri="{FF2B5EF4-FFF2-40B4-BE49-F238E27FC236}">
                  <a16:creationId xmlns:a16="http://schemas.microsoft.com/office/drawing/2014/main" id="{6620ADAA-BA6E-C33B-1E86-EDB897D998F1}"/>
                </a:ext>
              </a:extLst>
            </p:cNvPr>
            <p:cNvSpPr/>
            <p:nvPr/>
          </p:nvSpPr>
          <p:spPr>
            <a:xfrm>
              <a:off x="4940800" y="2421300"/>
              <a:ext cx="224575" cy="310075"/>
            </a:xfrm>
            <a:custGeom>
              <a:avLst/>
              <a:gdLst/>
              <a:ahLst/>
              <a:cxnLst/>
              <a:rect l="l" t="t" r="r" b="b"/>
              <a:pathLst>
                <a:path w="8983" h="12403" extrusionOk="0">
                  <a:moveTo>
                    <a:pt x="7543" y="1"/>
                  </a:moveTo>
                  <a:cubicBezTo>
                    <a:pt x="7160" y="1"/>
                    <a:pt x="6836" y="166"/>
                    <a:pt x="6615" y="502"/>
                  </a:cubicBezTo>
                  <a:lnTo>
                    <a:pt x="459" y="9642"/>
                  </a:lnTo>
                  <a:cubicBezTo>
                    <a:pt x="1" y="10353"/>
                    <a:pt x="238" y="11347"/>
                    <a:pt x="1027" y="11868"/>
                  </a:cubicBezTo>
                  <a:lnTo>
                    <a:pt x="1358" y="12089"/>
                  </a:lnTo>
                  <a:cubicBezTo>
                    <a:pt x="1673" y="12301"/>
                    <a:pt x="2029" y="12403"/>
                    <a:pt x="2372" y="12403"/>
                  </a:cubicBezTo>
                  <a:cubicBezTo>
                    <a:pt x="2872" y="12403"/>
                    <a:pt x="3344" y="12185"/>
                    <a:pt x="3616" y="11773"/>
                  </a:cubicBezTo>
                  <a:lnTo>
                    <a:pt x="7278" y="6343"/>
                  </a:lnTo>
                  <a:cubicBezTo>
                    <a:pt x="7309" y="6296"/>
                    <a:pt x="7294" y="6217"/>
                    <a:pt x="7246" y="6185"/>
                  </a:cubicBezTo>
                  <a:cubicBezTo>
                    <a:pt x="7225" y="6171"/>
                    <a:pt x="7200" y="6163"/>
                    <a:pt x="7177" y="6163"/>
                  </a:cubicBezTo>
                  <a:cubicBezTo>
                    <a:pt x="7148" y="6163"/>
                    <a:pt x="7121" y="6175"/>
                    <a:pt x="7104" y="6201"/>
                  </a:cubicBezTo>
                  <a:lnTo>
                    <a:pt x="3426" y="11647"/>
                  </a:lnTo>
                  <a:cubicBezTo>
                    <a:pt x="3192" y="12002"/>
                    <a:pt x="2787" y="12191"/>
                    <a:pt x="2354" y="12191"/>
                  </a:cubicBezTo>
                  <a:cubicBezTo>
                    <a:pt x="2056" y="12191"/>
                    <a:pt x="1745" y="12102"/>
                    <a:pt x="1469" y="11915"/>
                  </a:cubicBezTo>
                  <a:lnTo>
                    <a:pt x="1153" y="11694"/>
                  </a:lnTo>
                  <a:cubicBezTo>
                    <a:pt x="474" y="11236"/>
                    <a:pt x="269" y="10368"/>
                    <a:pt x="664" y="9784"/>
                  </a:cubicBezTo>
                  <a:lnTo>
                    <a:pt x="6820" y="629"/>
                  </a:lnTo>
                  <a:cubicBezTo>
                    <a:pt x="6998" y="354"/>
                    <a:pt x="7262" y="216"/>
                    <a:pt x="7581" y="216"/>
                  </a:cubicBezTo>
                  <a:cubicBezTo>
                    <a:pt x="7886" y="216"/>
                    <a:pt x="8241" y="343"/>
                    <a:pt x="8620" y="597"/>
                  </a:cubicBezTo>
                  <a:lnTo>
                    <a:pt x="8856" y="771"/>
                  </a:lnTo>
                  <a:lnTo>
                    <a:pt x="8888" y="771"/>
                  </a:lnTo>
                  <a:cubicBezTo>
                    <a:pt x="8904" y="755"/>
                    <a:pt x="8904" y="755"/>
                    <a:pt x="8919" y="739"/>
                  </a:cubicBezTo>
                  <a:cubicBezTo>
                    <a:pt x="8919" y="708"/>
                    <a:pt x="8951" y="660"/>
                    <a:pt x="8983" y="629"/>
                  </a:cubicBezTo>
                  <a:cubicBezTo>
                    <a:pt x="8983" y="629"/>
                    <a:pt x="8983" y="613"/>
                    <a:pt x="8983" y="597"/>
                  </a:cubicBezTo>
                  <a:cubicBezTo>
                    <a:pt x="8983" y="597"/>
                    <a:pt x="8967" y="581"/>
                    <a:pt x="8967" y="581"/>
                  </a:cubicBezTo>
                  <a:lnTo>
                    <a:pt x="8730" y="424"/>
                  </a:lnTo>
                  <a:cubicBezTo>
                    <a:pt x="8305" y="143"/>
                    <a:pt x="7898" y="1"/>
                    <a:pt x="7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4">
              <a:extLst>
                <a:ext uri="{FF2B5EF4-FFF2-40B4-BE49-F238E27FC236}">
                  <a16:creationId xmlns:a16="http://schemas.microsoft.com/office/drawing/2014/main" id="{A73AC6F8-E8D2-D845-3347-27A3A8E581F1}"/>
                </a:ext>
              </a:extLst>
            </p:cNvPr>
            <p:cNvSpPr/>
            <p:nvPr/>
          </p:nvSpPr>
          <p:spPr>
            <a:xfrm>
              <a:off x="4938450" y="2419450"/>
              <a:ext cx="228500" cy="313750"/>
            </a:xfrm>
            <a:custGeom>
              <a:avLst/>
              <a:gdLst/>
              <a:ahLst/>
              <a:cxnLst/>
              <a:rect l="l" t="t" r="r" b="b"/>
              <a:pathLst>
                <a:path w="9140" h="12550" extrusionOk="0">
                  <a:moveTo>
                    <a:pt x="7635" y="146"/>
                  </a:moveTo>
                  <a:cubicBezTo>
                    <a:pt x="7978" y="146"/>
                    <a:pt x="8370" y="284"/>
                    <a:pt x="8777" y="561"/>
                  </a:cubicBezTo>
                  <a:lnTo>
                    <a:pt x="8982" y="687"/>
                  </a:lnTo>
                  <a:cubicBezTo>
                    <a:pt x="8966" y="703"/>
                    <a:pt x="8966" y="734"/>
                    <a:pt x="8950" y="750"/>
                  </a:cubicBezTo>
                  <a:lnTo>
                    <a:pt x="8745" y="608"/>
                  </a:lnTo>
                  <a:cubicBezTo>
                    <a:pt x="8354" y="347"/>
                    <a:pt x="7985" y="217"/>
                    <a:pt x="7664" y="217"/>
                  </a:cubicBezTo>
                  <a:cubicBezTo>
                    <a:pt x="7324" y="217"/>
                    <a:pt x="7038" y="363"/>
                    <a:pt x="6835" y="655"/>
                  </a:cubicBezTo>
                  <a:lnTo>
                    <a:pt x="679" y="9811"/>
                  </a:lnTo>
                  <a:cubicBezTo>
                    <a:pt x="253" y="10442"/>
                    <a:pt x="489" y="11342"/>
                    <a:pt x="1200" y="11816"/>
                  </a:cubicBezTo>
                  <a:lnTo>
                    <a:pt x="1515" y="12037"/>
                  </a:lnTo>
                  <a:cubicBezTo>
                    <a:pt x="1804" y="12235"/>
                    <a:pt x="2129" y="12330"/>
                    <a:pt x="2441" y="12330"/>
                  </a:cubicBezTo>
                  <a:cubicBezTo>
                    <a:pt x="2899" y="12330"/>
                    <a:pt x="3330" y="12128"/>
                    <a:pt x="3583" y="11752"/>
                  </a:cubicBezTo>
                  <a:lnTo>
                    <a:pt x="7245" y="6307"/>
                  </a:lnTo>
                  <a:cubicBezTo>
                    <a:pt x="7245" y="6307"/>
                    <a:pt x="7261" y="6307"/>
                    <a:pt x="7277" y="6322"/>
                  </a:cubicBezTo>
                  <a:cubicBezTo>
                    <a:pt x="7293" y="6322"/>
                    <a:pt x="7324" y="6354"/>
                    <a:pt x="7293" y="6385"/>
                  </a:cubicBezTo>
                  <a:lnTo>
                    <a:pt x="3646" y="11800"/>
                  </a:lnTo>
                  <a:cubicBezTo>
                    <a:pt x="3377" y="12200"/>
                    <a:pt x="2931" y="12408"/>
                    <a:pt x="2456" y="12408"/>
                  </a:cubicBezTo>
                  <a:cubicBezTo>
                    <a:pt x="2125" y="12408"/>
                    <a:pt x="1779" y="12307"/>
                    <a:pt x="1468" y="12100"/>
                  </a:cubicBezTo>
                  <a:lnTo>
                    <a:pt x="1152" y="11879"/>
                  </a:lnTo>
                  <a:cubicBezTo>
                    <a:pt x="410" y="11374"/>
                    <a:pt x="158" y="10427"/>
                    <a:pt x="600" y="9764"/>
                  </a:cubicBezTo>
                  <a:lnTo>
                    <a:pt x="6756" y="608"/>
                  </a:lnTo>
                  <a:cubicBezTo>
                    <a:pt x="6967" y="300"/>
                    <a:pt x="7273" y="146"/>
                    <a:pt x="7635" y="146"/>
                  </a:cubicBezTo>
                  <a:close/>
                  <a:moveTo>
                    <a:pt x="7649" y="1"/>
                  </a:moveTo>
                  <a:cubicBezTo>
                    <a:pt x="7239" y="1"/>
                    <a:pt x="6887" y="179"/>
                    <a:pt x="6646" y="529"/>
                  </a:cubicBezTo>
                  <a:lnTo>
                    <a:pt x="489" y="9685"/>
                  </a:lnTo>
                  <a:cubicBezTo>
                    <a:pt x="0" y="10427"/>
                    <a:pt x="268" y="11453"/>
                    <a:pt x="1073" y="12005"/>
                  </a:cubicBezTo>
                  <a:lnTo>
                    <a:pt x="1405" y="12226"/>
                  </a:lnTo>
                  <a:cubicBezTo>
                    <a:pt x="1731" y="12443"/>
                    <a:pt x="2098" y="12549"/>
                    <a:pt x="2454" y="12549"/>
                  </a:cubicBezTo>
                  <a:cubicBezTo>
                    <a:pt x="2976" y="12549"/>
                    <a:pt x="3472" y="12320"/>
                    <a:pt x="3773" y="11879"/>
                  </a:cubicBezTo>
                  <a:lnTo>
                    <a:pt x="7419" y="6449"/>
                  </a:lnTo>
                  <a:cubicBezTo>
                    <a:pt x="7466" y="6370"/>
                    <a:pt x="7451" y="6259"/>
                    <a:pt x="7356" y="6196"/>
                  </a:cubicBezTo>
                  <a:cubicBezTo>
                    <a:pt x="7331" y="6177"/>
                    <a:pt x="7299" y="6169"/>
                    <a:pt x="7266" y="6169"/>
                  </a:cubicBezTo>
                  <a:cubicBezTo>
                    <a:pt x="7215" y="6169"/>
                    <a:pt x="7164" y="6189"/>
                    <a:pt x="7135" y="6228"/>
                  </a:cubicBezTo>
                  <a:lnTo>
                    <a:pt x="3457" y="11674"/>
                  </a:lnTo>
                  <a:cubicBezTo>
                    <a:pt x="3233" y="12009"/>
                    <a:pt x="2850" y="12185"/>
                    <a:pt x="2440" y="12185"/>
                  </a:cubicBezTo>
                  <a:cubicBezTo>
                    <a:pt x="2156" y="12185"/>
                    <a:pt x="1859" y="12101"/>
                    <a:pt x="1594" y="11926"/>
                  </a:cubicBezTo>
                  <a:lnTo>
                    <a:pt x="1279" y="11705"/>
                  </a:lnTo>
                  <a:cubicBezTo>
                    <a:pt x="631" y="11279"/>
                    <a:pt x="426" y="10458"/>
                    <a:pt x="805" y="9890"/>
                  </a:cubicBezTo>
                  <a:lnTo>
                    <a:pt x="6961" y="734"/>
                  </a:lnTo>
                  <a:cubicBezTo>
                    <a:pt x="7128" y="488"/>
                    <a:pt x="7372" y="361"/>
                    <a:pt x="7667" y="361"/>
                  </a:cubicBezTo>
                  <a:cubicBezTo>
                    <a:pt x="7957" y="361"/>
                    <a:pt x="8298" y="484"/>
                    <a:pt x="8666" y="734"/>
                  </a:cubicBezTo>
                  <a:lnTo>
                    <a:pt x="8903" y="892"/>
                  </a:lnTo>
                  <a:cubicBezTo>
                    <a:pt x="8934" y="908"/>
                    <a:pt x="8966" y="908"/>
                    <a:pt x="8998" y="908"/>
                  </a:cubicBezTo>
                  <a:cubicBezTo>
                    <a:pt x="9029" y="892"/>
                    <a:pt x="9061" y="876"/>
                    <a:pt x="9061" y="845"/>
                  </a:cubicBezTo>
                  <a:cubicBezTo>
                    <a:pt x="9077" y="813"/>
                    <a:pt x="9092" y="782"/>
                    <a:pt x="9124" y="750"/>
                  </a:cubicBezTo>
                  <a:cubicBezTo>
                    <a:pt x="9140" y="734"/>
                    <a:pt x="9140" y="703"/>
                    <a:pt x="9140" y="671"/>
                  </a:cubicBezTo>
                  <a:cubicBezTo>
                    <a:pt x="9140" y="640"/>
                    <a:pt x="9124" y="608"/>
                    <a:pt x="9092" y="592"/>
                  </a:cubicBezTo>
                  <a:lnTo>
                    <a:pt x="8856" y="434"/>
                  </a:lnTo>
                  <a:cubicBezTo>
                    <a:pt x="8431" y="144"/>
                    <a:pt x="8016" y="1"/>
                    <a:pt x="7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44">
            <a:extLst>
              <a:ext uri="{FF2B5EF4-FFF2-40B4-BE49-F238E27FC236}">
                <a16:creationId xmlns:a16="http://schemas.microsoft.com/office/drawing/2014/main" id="{85655F53-1EBB-22FB-AB93-185087998906}"/>
              </a:ext>
            </a:extLst>
          </p:cNvPr>
          <p:cNvSpPr/>
          <p:nvPr/>
        </p:nvSpPr>
        <p:spPr>
          <a:xfrm>
            <a:off x="685800" y="400550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44">
            <a:extLst>
              <a:ext uri="{FF2B5EF4-FFF2-40B4-BE49-F238E27FC236}">
                <a16:creationId xmlns:a16="http://schemas.microsoft.com/office/drawing/2014/main" id="{90546B20-D972-AA2B-0054-E0A681E289AA}"/>
              </a:ext>
            </a:extLst>
          </p:cNvPr>
          <p:cNvSpPr/>
          <p:nvPr/>
        </p:nvSpPr>
        <p:spPr>
          <a:xfrm>
            <a:off x="8343600" y="4328392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4" name="Google Shape;684;p44">
            <a:extLst>
              <a:ext uri="{FF2B5EF4-FFF2-40B4-BE49-F238E27FC236}">
                <a16:creationId xmlns:a16="http://schemas.microsoft.com/office/drawing/2014/main" id="{6DB12974-D89B-D508-9CE2-A269E94BA9A9}"/>
              </a:ext>
            </a:extLst>
          </p:cNvPr>
          <p:cNvGrpSpPr/>
          <p:nvPr/>
        </p:nvGrpSpPr>
        <p:grpSpPr>
          <a:xfrm>
            <a:off x="8520179" y="1348214"/>
            <a:ext cx="490612" cy="415445"/>
            <a:chOff x="5278225" y="2418025"/>
            <a:chExt cx="230075" cy="194825"/>
          </a:xfrm>
        </p:grpSpPr>
        <p:sp>
          <p:nvSpPr>
            <p:cNvPr id="685" name="Google Shape;685;p44">
              <a:extLst>
                <a:ext uri="{FF2B5EF4-FFF2-40B4-BE49-F238E27FC236}">
                  <a16:creationId xmlns:a16="http://schemas.microsoft.com/office/drawing/2014/main" id="{81CFDAF1-6612-8F47-3797-464414B655DA}"/>
                </a:ext>
              </a:extLst>
            </p:cNvPr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4">
              <a:extLst>
                <a:ext uri="{FF2B5EF4-FFF2-40B4-BE49-F238E27FC236}">
                  <a16:creationId xmlns:a16="http://schemas.microsoft.com/office/drawing/2014/main" id="{79525658-9672-3E69-D0B7-40919676EF70}"/>
                </a:ext>
              </a:extLst>
            </p:cNvPr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4">
              <a:extLst>
                <a:ext uri="{FF2B5EF4-FFF2-40B4-BE49-F238E27FC236}">
                  <a16:creationId xmlns:a16="http://schemas.microsoft.com/office/drawing/2014/main" id="{2B1F4776-0146-28CA-E636-397C9307B8A7}"/>
                </a:ext>
              </a:extLst>
            </p:cNvPr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4">
              <a:extLst>
                <a:ext uri="{FF2B5EF4-FFF2-40B4-BE49-F238E27FC236}">
                  <a16:creationId xmlns:a16="http://schemas.microsoft.com/office/drawing/2014/main" id="{57327DB9-D99F-65F5-CD13-6C92A8BF02B5}"/>
                </a:ext>
              </a:extLst>
            </p:cNvPr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4">
              <a:extLst>
                <a:ext uri="{FF2B5EF4-FFF2-40B4-BE49-F238E27FC236}">
                  <a16:creationId xmlns:a16="http://schemas.microsoft.com/office/drawing/2014/main" id="{4B5EEDFA-5707-3498-F489-23C7503D21A2}"/>
                </a:ext>
              </a:extLst>
            </p:cNvPr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4">
              <a:extLst>
                <a:ext uri="{FF2B5EF4-FFF2-40B4-BE49-F238E27FC236}">
                  <a16:creationId xmlns:a16="http://schemas.microsoft.com/office/drawing/2014/main" id="{13595786-FDDC-A289-232D-4A885AA330E4}"/>
                </a:ext>
              </a:extLst>
            </p:cNvPr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1" name="Google Shape;691;p44">
            <a:extLst>
              <a:ext uri="{FF2B5EF4-FFF2-40B4-BE49-F238E27FC236}">
                <a16:creationId xmlns:a16="http://schemas.microsoft.com/office/drawing/2014/main" id="{F7F05859-AF85-CBAF-D170-596860BF697D}"/>
              </a:ext>
            </a:extLst>
          </p:cNvPr>
          <p:cNvSpPr/>
          <p:nvPr/>
        </p:nvSpPr>
        <p:spPr>
          <a:xfrm rot="5991009">
            <a:off x="8158679" y="464391"/>
            <a:ext cx="636212" cy="650713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44">
            <a:extLst>
              <a:ext uri="{FF2B5EF4-FFF2-40B4-BE49-F238E27FC236}">
                <a16:creationId xmlns:a16="http://schemas.microsoft.com/office/drawing/2014/main" id="{60EC194F-8B28-E2F5-90FA-C11F34F66C55}"/>
              </a:ext>
            </a:extLst>
          </p:cNvPr>
          <p:cNvSpPr/>
          <p:nvPr/>
        </p:nvSpPr>
        <p:spPr>
          <a:xfrm>
            <a:off x="221392" y="1458682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44">
            <a:extLst>
              <a:ext uri="{FF2B5EF4-FFF2-40B4-BE49-F238E27FC236}">
                <a16:creationId xmlns:a16="http://schemas.microsoft.com/office/drawing/2014/main" id="{DF9A1D92-9117-0ECD-6EB2-0F715971DE71}"/>
              </a:ext>
            </a:extLst>
          </p:cNvPr>
          <p:cNvGrpSpPr/>
          <p:nvPr/>
        </p:nvGrpSpPr>
        <p:grpSpPr>
          <a:xfrm>
            <a:off x="618350" y="2174725"/>
            <a:ext cx="1901875" cy="3154425"/>
            <a:chOff x="618350" y="2174725"/>
            <a:chExt cx="1901875" cy="3154425"/>
          </a:xfrm>
        </p:grpSpPr>
        <p:sp>
          <p:nvSpPr>
            <p:cNvPr id="694" name="Google Shape;694;p44">
              <a:extLst>
                <a:ext uri="{FF2B5EF4-FFF2-40B4-BE49-F238E27FC236}">
                  <a16:creationId xmlns:a16="http://schemas.microsoft.com/office/drawing/2014/main" id="{95C90A3E-A1F9-A433-A983-925BF53FC93F}"/>
                </a:ext>
              </a:extLst>
            </p:cNvPr>
            <p:cNvSpPr/>
            <p:nvPr/>
          </p:nvSpPr>
          <p:spPr>
            <a:xfrm rot="10643846">
              <a:off x="1470123" y="2543481"/>
              <a:ext cx="52855" cy="120421"/>
            </a:xfrm>
            <a:prstGeom prst="chord">
              <a:avLst>
                <a:gd name="adj1" fmla="val 4359744"/>
                <a:gd name="adj2" fmla="val 1575885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5" name="Google Shape;695;p44">
              <a:extLst>
                <a:ext uri="{FF2B5EF4-FFF2-40B4-BE49-F238E27FC236}">
                  <a16:creationId xmlns:a16="http://schemas.microsoft.com/office/drawing/2014/main" id="{1F24E605-2CC1-70AD-808B-0A76DFC5B811}"/>
                </a:ext>
              </a:extLst>
            </p:cNvPr>
            <p:cNvGrpSpPr/>
            <p:nvPr/>
          </p:nvGrpSpPr>
          <p:grpSpPr>
            <a:xfrm flipH="1">
              <a:off x="618350" y="2174725"/>
              <a:ext cx="1901875" cy="3154425"/>
              <a:chOff x="2248788" y="6468350"/>
              <a:chExt cx="1901875" cy="3154425"/>
            </a:xfrm>
          </p:grpSpPr>
          <p:sp>
            <p:nvSpPr>
              <p:cNvPr id="696" name="Google Shape;696;p44">
                <a:extLst>
                  <a:ext uri="{FF2B5EF4-FFF2-40B4-BE49-F238E27FC236}">
                    <a16:creationId xmlns:a16="http://schemas.microsoft.com/office/drawing/2014/main" id="{E5928D2B-1609-E200-DD79-A4FEB0513360}"/>
                  </a:ext>
                </a:extLst>
              </p:cNvPr>
              <p:cNvSpPr/>
              <p:nvPr/>
            </p:nvSpPr>
            <p:spPr>
              <a:xfrm>
                <a:off x="2808863" y="8429400"/>
                <a:ext cx="944025" cy="1193375"/>
              </a:xfrm>
              <a:custGeom>
                <a:avLst/>
                <a:gdLst/>
                <a:ahLst/>
                <a:cxnLst/>
                <a:rect l="l" t="t" r="r" b="b"/>
                <a:pathLst>
                  <a:path w="37761" h="47735" extrusionOk="0">
                    <a:moveTo>
                      <a:pt x="501" y="0"/>
                    </a:moveTo>
                    <a:lnTo>
                      <a:pt x="0" y="24551"/>
                    </a:lnTo>
                    <a:lnTo>
                      <a:pt x="1168" y="38962"/>
                    </a:lnTo>
                    <a:cubicBezTo>
                      <a:pt x="10474" y="42131"/>
                      <a:pt x="19481" y="46334"/>
                      <a:pt x="29555" y="47401"/>
                    </a:cubicBezTo>
                    <a:cubicBezTo>
                      <a:pt x="31656" y="47601"/>
                      <a:pt x="33791" y="47701"/>
                      <a:pt x="35893" y="47735"/>
                    </a:cubicBezTo>
                    <a:lnTo>
                      <a:pt x="37761" y="19981"/>
                    </a:lnTo>
                    <a:lnTo>
                      <a:pt x="35859" y="2536"/>
                    </a:lnTo>
                    <a:cubicBezTo>
                      <a:pt x="35859" y="2536"/>
                      <a:pt x="32205" y="3034"/>
                      <a:pt x="26253" y="3034"/>
                    </a:cubicBezTo>
                    <a:cubicBezTo>
                      <a:pt x="19797" y="3034"/>
                      <a:pt x="10636" y="2448"/>
                      <a:pt x="5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4">
                <a:extLst>
                  <a:ext uri="{FF2B5EF4-FFF2-40B4-BE49-F238E27FC236}">
                    <a16:creationId xmlns:a16="http://schemas.microsoft.com/office/drawing/2014/main" id="{0F7AE5DC-31B9-9D49-5AF7-7B682FD07EF5}"/>
                  </a:ext>
                </a:extLst>
              </p:cNvPr>
              <p:cNvSpPr/>
              <p:nvPr/>
            </p:nvSpPr>
            <p:spPr>
              <a:xfrm>
                <a:off x="2819688" y="8428575"/>
                <a:ext cx="894850" cy="196725"/>
              </a:xfrm>
              <a:custGeom>
                <a:avLst/>
                <a:gdLst/>
                <a:ahLst/>
                <a:cxnLst/>
                <a:rect l="l" t="t" r="r" b="b"/>
                <a:pathLst>
                  <a:path w="35794" h="7869" extrusionOk="0">
                    <a:moveTo>
                      <a:pt x="68" y="0"/>
                    </a:moveTo>
                    <a:lnTo>
                      <a:pt x="1" y="2869"/>
                    </a:lnTo>
                    <a:cubicBezTo>
                      <a:pt x="1602" y="4070"/>
                      <a:pt x="5772" y="6405"/>
                      <a:pt x="14711" y="7505"/>
                    </a:cubicBezTo>
                    <a:cubicBezTo>
                      <a:pt x="16754" y="7762"/>
                      <a:pt x="18749" y="7868"/>
                      <a:pt x="20655" y="7868"/>
                    </a:cubicBezTo>
                    <a:cubicBezTo>
                      <a:pt x="27432" y="7868"/>
                      <a:pt x="33086" y="6518"/>
                      <a:pt x="35793" y="5737"/>
                    </a:cubicBezTo>
                    <a:lnTo>
                      <a:pt x="35426" y="2569"/>
                    </a:lnTo>
                    <a:cubicBezTo>
                      <a:pt x="35426" y="2569"/>
                      <a:pt x="31831" y="3052"/>
                      <a:pt x="25963" y="3052"/>
                    </a:cubicBezTo>
                    <a:cubicBezTo>
                      <a:pt x="19500" y="3052"/>
                      <a:pt x="10279" y="2465"/>
                      <a:pt x="6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4">
                <a:extLst>
                  <a:ext uri="{FF2B5EF4-FFF2-40B4-BE49-F238E27FC236}">
                    <a16:creationId xmlns:a16="http://schemas.microsoft.com/office/drawing/2014/main" id="{AB388CB3-239B-D2A8-ABB2-274576677158}"/>
                  </a:ext>
                </a:extLst>
              </p:cNvPr>
              <p:cNvSpPr/>
              <p:nvPr/>
            </p:nvSpPr>
            <p:spPr>
              <a:xfrm>
                <a:off x="2945613" y="8456075"/>
                <a:ext cx="549600" cy="165150"/>
              </a:xfrm>
              <a:custGeom>
                <a:avLst/>
                <a:gdLst/>
                <a:ahLst/>
                <a:cxnLst/>
                <a:rect l="l" t="t" r="r" b="b"/>
                <a:pathLst>
                  <a:path w="21984" h="6606" extrusionOk="0">
                    <a:moveTo>
                      <a:pt x="1" y="1"/>
                    </a:moveTo>
                    <a:lnTo>
                      <a:pt x="501" y="1469"/>
                    </a:lnTo>
                    <a:lnTo>
                      <a:pt x="501" y="4437"/>
                    </a:lnTo>
                    <a:cubicBezTo>
                      <a:pt x="1035" y="4637"/>
                      <a:pt x="1635" y="4804"/>
                      <a:pt x="2302" y="5004"/>
                    </a:cubicBezTo>
                    <a:lnTo>
                      <a:pt x="2403" y="1569"/>
                    </a:lnTo>
                    <a:lnTo>
                      <a:pt x="20082" y="2970"/>
                    </a:lnTo>
                    <a:lnTo>
                      <a:pt x="19915" y="6606"/>
                    </a:lnTo>
                    <a:cubicBezTo>
                      <a:pt x="20616" y="6539"/>
                      <a:pt x="21316" y="6472"/>
                      <a:pt x="21983" y="6405"/>
                    </a:cubicBezTo>
                    <a:lnTo>
                      <a:pt x="21983" y="1936"/>
                    </a:lnTo>
                    <a:cubicBezTo>
                      <a:pt x="21633" y="1939"/>
                      <a:pt x="21282" y="1940"/>
                      <a:pt x="20931" y="1940"/>
                    </a:cubicBezTo>
                    <a:cubicBezTo>
                      <a:pt x="13910" y="1940"/>
                      <a:pt x="6895" y="1303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4">
                <a:extLst>
                  <a:ext uri="{FF2B5EF4-FFF2-40B4-BE49-F238E27FC236}">
                    <a16:creationId xmlns:a16="http://schemas.microsoft.com/office/drawing/2014/main" id="{009E81E2-C59A-EB1F-7A1B-E52630613251}"/>
                  </a:ext>
                </a:extLst>
              </p:cNvPr>
              <p:cNvSpPr/>
              <p:nvPr/>
            </p:nvSpPr>
            <p:spPr>
              <a:xfrm>
                <a:off x="3109063" y="8527800"/>
                <a:ext cx="176825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3870" extrusionOk="0">
                    <a:moveTo>
                      <a:pt x="201" y="1"/>
                    </a:moveTo>
                    <a:lnTo>
                      <a:pt x="1" y="3069"/>
                    </a:lnTo>
                    <a:cubicBezTo>
                      <a:pt x="968" y="3236"/>
                      <a:pt x="2002" y="3403"/>
                      <a:pt x="3136" y="3536"/>
                    </a:cubicBezTo>
                    <a:cubicBezTo>
                      <a:pt x="4437" y="3703"/>
                      <a:pt x="5738" y="3803"/>
                      <a:pt x="6972" y="3870"/>
                    </a:cubicBezTo>
                    <a:lnTo>
                      <a:pt x="7073" y="1135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FFFFFF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4">
                <a:extLst>
                  <a:ext uri="{FF2B5EF4-FFF2-40B4-BE49-F238E27FC236}">
                    <a16:creationId xmlns:a16="http://schemas.microsoft.com/office/drawing/2014/main" id="{112DCB72-BBD9-8613-DD45-7782285D5516}"/>
                  </a:ext>
                </a:extLst>
              </p:cNvPr>
              <p:cNvSpPr/>
              <p:nvPr/>
            </p:nvSpPr>
            <p:spPr>
              <a:xfrm>
                <a:off x="2840538" y="8594525"/>
                <a:ext cx="152650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6106" h="5838" fill="none" extrusionOk="0">
                    <a:moveTo>
                      <a:pt x="6105" y="0"/>
                    </a:moveTo>
                    <a:cubicBezTo>
                      <a:pt x="6105" y="0"/>
                      <a:pt x="3437" y="5204"/>
                      <a:pt x="1" y="5838"/>
                    </a:cubicBezTo>
                  </a:path>
                </a:pathLst>
              </a:custGeom>
              <a:noFill/>
              <a:ln w="10850" cap="rnd" cmpd="sng">
                <a:solidFill>
                  <a:srgbClr val="8585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4">
                <a:extLst>
                  <a:ext uri="{FF2B5EF4-FFF2-40B4-BE49-F238E27FC236}">
                    <a16:creationId xmlns:a16="http://schemas.microsoft.com/office/drawing/2014/main" id="{5252B754-293B-819C-D5EB-13B6DE9DFB11}"/>
                  </a:ext>
                </a:extLst>
              </p:cNvPr>
              <p:cNvSpPr/>
              <p:nvPr/>
            </p:nvSpPr>
            <p:spPr>
              <a:xfrm>
                <a:off x="3560238" y="8831350"/>
                <a:ext cx="208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702" fill="none" extrusionOk="0">
                    <a:moveTo>
                      <a:pt x="0" y="1"/>
                    </a:moveTo>
                    <a:cubicBezTo>
                      <a:pt x="267" y="234"/>
                      <a:pt x="534" y="468"/>
                      <a:pt x="834" y="701"/>
                    </a:cubicBezTo>
                  </a:path>
                </a:pathLst>
              </a:custGeom>
              <a:noFill/>
              <a:ln w="10850" cap="rnd" cmpd="sng">
                <a:solidFill>
                  <a:srgbClr val="8585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4">
                <a:extLst>
                  <a:ext uri="{FF2B5EF4-FFF2-40B4-BE49-F238E27FC236}">
                    <a16:creationId xmlns:a16="http://schemas.microsoft.com/office/drawing/2014/main" id="{774CD002-02EB-2581-D44F-853DEF1FAE25}"/>
                  </a:ext>
                </a:extLst>
              </p:cNvPr>
              <p:cNvSpPr/>
              <p:nvPr/>
            </p:nvSpPr>
            <p:spPr>
              <a:xfrm>
                <a:off x="3473488" y="8654550"/>
                <a:ext cx="60900" cy="147650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5906" fill="none" extrusionOk="0">
                    <a:moveTo>
                      <a:pt x="1" y="1"/>
                    </a:moveTo>
                    <a:cubicBezTo>
                      <a:pt x="334" y="2136"/>
                      <a:pt x="1168" y="4137"/>
                      <a:pt x="2436" y="5905"/>
                    </a:cubicBezTo>
                  </a:path>
                </a:pathLst>
              </a:custGeom>
              <a:noFill/>
              <a:ln w="10850" cap="rnd" cmpd="sng">
                <a:solidFill>
                  <a:srgbClr val="8585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4">
                <a:extLst>
                  <a:ext uri="{FF2B5EF4-FFF2-40B4-BE49-F238E27FC236}">
                    <a16:creationId xmlns:a16="http://schemas.microsoft.com/office/drawing/2014/main" id="{8C406E76-421D-727B-7E52-125E8AA952DD}"/>
                  </a:ext>
                </a:extLst>
              </p:cNvPr>
              <p:cNvSpPr/>
              <p:nvPr/>
            </p:nvSpPr>
            <p:spPr>
              <a:xfrm>
                <a:off x="3149088" y="9064850"/>
                <a:ext cx="127625" cy="381125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15245" fill="none" extrusionOk="0">
                    <a:moveTo>
                      <a:pt x="1" y="1"/>
                    </a:moveTo>
                    <a:lnTo>
                      <a:pt x="5105" y="4437"/>
                    </a:lnTo>
                    <a:lnTo>
                      <a:pt x="5105" y="15245"/>
                    </a:lnTo>
                  </a:path>
                </a:pathLst>
              </a:custGeom>
              <a:noFill/>
              <a:ln w="10850" cap="rnd" cmpd="sng">
                <a:solidFill>
                  <a:srgbClr val="8585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44">
                <a:extLst>
                  <a:ext uri="{FF2B5EF4-FFF2-40B4-BE49-F238E27FC236}">
                    <a16:creationId xmlns:a16="http://schemas.microsoft.com/office/drawing/2014/main" id="{4744B3B9-95D9-6690-B161-0D18F735E16F}"/>
                  </a:ext>
                </a:extLst>
              </p:cNvPr>
              <p:cNvSpPr/>
              <p:nvPr/>
            </p:nvSpPr>
            <p:spPr>
              <a:xfrm>
                <a:off x="3149938" y="8750450"/>
                <a:ext cx="75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176" fill="none" extrusionOk="0">
                    <a:moveTo>
                      <a:pt x="0" y="1"/>
                    </a:moveTo>
                    <a:lnTo>
                      <a:pt x="367" y="9141"/>
                    </a:lnTo>
                    <a:lnTo>
                      <a:pt x="3036" y="11176"/>
                    </a:lnTo>
                    <a:lnTo>
                      <a:pt x="2769" y="1635"/>
                    </a:lnTo>
                  </a:path>
                </a:pathLst>
              </a:custGeom>
              <a:noFill/>
              <a:ln w="10850" cap="rnd" cmpd="sng">
                <a:solidFill>
                  <a:srgbClr val="8585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44">
                <a:extLst>
                  <a:ext uri="{FF2B5EF4-FFF2-40B4-BE49-F238E27FC236}">
                    <a16:creationId xmlns:a16="http://schemas.microsoft.com/office/drawing/2014/main" id="{B067D93A-5058-7E7E-D941-3DC5CF3B983E}"/>
                  </a:ext>
                </a:extLst>
              </p:cNvPr>
              <p:cNvSpPr/>
              <p:nvPr/>
            </p:nvSpPr>
            <p:spPr>
              <a:xfrm>
                <a:off x="3145763" y="8654550"/>
                <a:ext cx="1700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636" fill="none" extrusionOk="0">
                    <a:moveTo>
                      <a:pt x="1" y="1"/>
                    </a:moveTo>
                    <a:lnTo>
                      <a:pt x="67" y="1635"/>
                    </a:lnTo>
                  </a:path>
                </a:pathLst>
              </a:custGeom>
              <a:noFill/>
              <a:ln w="10850" cap="rnd" cmpd="sng">
                <a:solidFill>
                  <a:srgbClr val="85858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44">
                <a:extLst>
                  <a:ext uri="{FF2B5EF4-FFF2-40B4-BE49-F238E27FC236}">
                    <a16:creationId xmlns:a16="http://schemas.microsoft.com/office/drawing/2014/main" id="{408C0374-AC78-0773-EC16-D0205EE4D6F3}"/>
                  </a:ext>
                </a:extLst>
              </p:cNvPr>
              <p:cNvSpPr/>
              <p:nvPr/>
            </p:nvSpPr>
            <p:spPr>
              <a:xfrm>
                <a:off x="2248788" y="7049275"/>
                <a:ext cx="1867700" cy="1532175"/>
              </a:xfrm>
              <a:custGeom>
                <a:avLst/>
                <a:gdLst/>
                <a:ahLst/>
                <a:cxnLst/>
                <a:rect l="l" t="t" r="r" b="b"/>
                <a:pathLst>
                  <a:path w="74708" h="61287" extrusionOk="0">
                    <a:moveTo>
                      <a:pt x="12454" y="1"/>
                    </a:moveTo>
                    <a:cubicBezTo>
                      <a:pt x="9671" y="1"/>
                      <a:pt x="6792" y="1523"/>
                      <a:pt x="6092" y="3468"/>
                    </a:cubicBezTo>
                    <a:cubicBezTo>
                      <a:pt x="5191" y="5937"/>
                      <a:pt x="888" y="21281"/>
                      <a:pt x="454" y="25684"/>
                    </a:cubicBezTo>
                    <a:cubicBezTo>
                      <a:pt x="1" y="29959"/>
                      <a:pt x="5522" y="33700"/>
                      <a:pt x="8134" y="33700"/>
                    </a:cubicBezTo>
                    <a:cubicBezTo>
                      <a:pt x="8212" y="33700"/>
                      <a:pt x="8287" y="33697"/>
                      <a:pt x="8360" y="33690"/>
                    </a:cubicBezTo>
                    <a:cubicBezTo>
                      <a:pt x="10828" y="33456"/>
                      <a:pt x="23470" y="28853"/>
                      <a:pt x="23471" y="28853"/>
                    </a:cubicBezTo>
                    <a:lnTo>
                      <a:pt x="23471" y="28853"/>
                    </a:lnTo>
                    <a:cubicBezTo>
                      <a:pt x="23471" y="28854"/>
                      <a:pt x="22570" y="53671"/>
                      <a:pt x="22570" y="54338"/>
                    </a:cubicBezTo>
                    <a:cubicBezTo>
                      <a:pt x="22570" y="55039"/>
                      <a:pt x="22570" y="56039"/>
                      <a:pt x="23904" y="56606"/>
                    </a:cubicBezTo>
                    <a:cubicBezTo>
                      <a:pt x="25272" y="57173"/>
                      <a:pt x="31710" y="60442"/>
                      <a:pt x="39482" y="61110"/>
                    </a:cubicBezTo>
                    <a:cubicBezTo>
                      <a:pt x="40875" y="61235"/>
                      <a:pt x="42300" y="61286"/>
                      <a:pt x="43708" y="61286"/>
                    </a:cubicBezTo>
                    <a:cubicBezTo>
                      <a:pt x="50186" y="61286"/>
                      <a:pt x="56290" y="60191"/>
                      <a:pt x="57195" y="60109"/>
                    </a:cubicBezTo>
                    <a:cubicBezTo>
                      <a:pt x="58329" y="60009"/>
                      <a:pt x="59363" y="57640"/>
                      <a:pt x="59363" y="56606"/>
                    </a:cubicBezTo>
                    <a:cubicBezTo>
                      <a:pt x="59363" y="55606"/>
                      <a:pt x="60297" y="47800"/>
                      <a:pt x="60297" y="47800"/>
                    </a:cubicBezTo>
                    <a:lnTo>
                      <a:pt x="61965" y="54705"/>
                    </a:lnTo>
                    <a:cubicBezTo>
                      <a:pt x="61965" y="54705"/>
                      <a:pt x="63066" y="55939"/>
                      <a:pt x="66702" y="56273"/>
                    </a:cubicBezTo>
                    <a:cubicBezTo>
                      <a:pt x="66995" y="56300"/>
                      <a:pt x="67283" y="56313"/>
                      <a:pt x="67565" y="56313"/>
                    </a:cubicBezTo>
                    <a:cubicBezTo>
                      <a:pt x="70747" y="56313"/>
                      <a:pt x="73171" y="54658"/>
                      <a:pt x="73907" y="53004"/>
                    </a:cubicBezTo>
                    <a:cubicBezTo>
                      <a:pt x="74707" y="51202"/>
                      <a:pt x="74707" y="50735"/>
                      <a:pt x="74707" y="50735"/>
                    </a:cubicBezTo>
                    <a:cubicBezTo>
                      <a:pt x="74707" y="50735"/>
                      <a:pt x="67369" y="22749"/>
                      <a:pt x="66802" y="20280"/>
                    </a:cubicBezTo>
                    <a:cubicBezTo>
                      <a:pt x="66268" y="17779"/>
                      <a:pt x="66368" y="17779"/>
                      <a:pt x="64800" y="15977"/>
                    </a:cubicBezTo>
                    <a:cubicBezTo>
                      <a:pt x="63199" y="14209"/>
                      <a:pt x="52925" y="10106"/>
                      <a:pt x="50123" y="9306"/>
                    </a:cubicBezTo>
                    <a:cubicBezTo>
                      <a:pt x="47288" y="8505"/>
                      <a:pt x="41884" y="7738"/>
                      <a:pt x="41884" y="7738"/>
                    </a:cubicBezTo>
                    <a:cubicBezTo>
                      <a:pt x="41884" y="7738"/>
                      <a:pt x="27440" y="8205"/>
                      <a:pt x="26406" y="8872"/>
                    </a:cubicBezTo>
                    <a:cubicBezTo>
                      <a:pt x="25405" y="9539"/>
                      <a:pt x="16933" y="13742"/>
                      <a:pt x="16933" y="13742"/>
                    </a:cubicBezTo>
                    <a:cubicBezTo>
                      <a:pt x="16933" y="13742"/>
                      <a:pt x="19868" y="7838"/>
                      <a:pt x="19868" y="5503"/>
                    </a:cubicBezTo>
                    <a:cubicBezTo>
                      <a:pt x="19868" y="3135"/>
                      <a:pt x="18067" y="1667"/>
                      <a:pt x="14764" y="399"/>
                    </a:cubicBezTo>
                    <a:cubicBezTo>
                      <a:pt x="14038" y="125"/>
                      <a:pt x="13250" y="1"/>
                      <a:pt x="124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44">
                <a:extLst>
                  <a:ext uri="{FF2B5EF4-FFF2-40B4-BE49-F238E27FC236}">
                    <a16:creationId xmlns:a16="http://schemas.microsoft.com/office/drawing/2014/main" id="{3B63D3CE-32EE-1340-9B36-67C1A545AA04}"/>
                  </a:ext>
                </a:extLst>
              </p:cNvPr>
              <p:cNvSpPr/>
              <p:nvPr/>
            </p:nvSpPr>
            <p:spPr>
              <a:xfrm>
                <a:off x="2553663" y="7391975"/>
                <a:ext cx="118450" cy="330275"/>
              </a:xfrm>
              <a:custGeom>
                <a:avLst/>
                <a:gdLst/>
                <a:ahLst/>
                <a:cxnLst/>
                <a:rect l="l" t="t" r="r" b="b"/>
                <a:pathLst>
                  <a:path w="4738" h="13211" fill="none" extrusionOk="0">
                    <a:moveTo>
                      <a:pt x="4738" y="1"/>
                    </a:moveTo>
                    <a:lnTo>
                      <a:pt x="1" y="13210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4">
                <a:extLst>
                  <a:ext uri="{FF2B5EF4-FFF2-40B4-BE49-F238E27FC236}">
                    <a16:creationId xmlns:a16="http://schemas.microsoft.com/office/drawing/2014/main" id="{E639FE0A-3EDA-CF6E-1C2F-CBB1EF51EAF4}"/>
                  </a:ext>
                </a:extLst>
              </p:cNvPr>
              <p:cNvSpPr/>
              <p:nvPr/>
            </p:nvSpPr>
            <p:spPr>
              <a:xfrm>
                <a:off x="2618713" y="7533750"/>
                <a:ext cx="8375" cy="1601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6406" fill="none" extrusionOk="0">
                    <a:moveTo>
                      <a:pt x="234" y="1"/>
                    </a:moveTo>
                    <a:cubicBezTo>
                      <a:pt x="334" y="2136"/>
                      <a:pt x="268" y="4270"/>
                      <a:pt x="1" y="6405"/>
                    </a:cubicBez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4">
                <a:extLst>
                  <a:ext uri="{FF2B5EF4-FFF2-40B4-BE49-F238E27FC236}">
                    <a16:creationId xmlns:a16="http://schemas.microsoft.com/office/drawing/2014/main" id="{1A7099BE-8B21-84D9-F66A-7A16E5176146}"/>
                  </a:ext>
                </a:extLst>
              </p:cNvPr>
              <p:cNvSpPr/>
              <p:nvPr/>
            </p:nvSpPr>
            <p:spPr>
              <a:xfrm>
                <a:off x="2835538" y="7462875"/>
                <a:ext cx="8375" cy="3077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2310" fill="none" extrusionOk="0">
                    <a:moveTo>
                      <a:pt x="1" y="12309"/>
                    </a:moveTo>
                    <a:lnTo>
                      <a:pt x="334" y="0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44">
                <a:extLst>
                  <a:ext uri="{FF2B5EF4-FFF2-40B4-BE49-F238E27FC236}">
                    <a16:creationId xmlns:a16="http://schemas.microsoft.com/office/drawing/2014/main" id="{88242E31-2897-0808-4747-7F2C5772B3A2}"/>
                  </a:ext>
                </a:extLst>
              </p:cNvPr>
              <p:cNvSpPr/>
              <p:nvPr/>
            </p:nvSpPr>
            <p:spPr>
              <a:xfrm>
                <a:off x="2779663" y="7497050"/>
                <a:ext cx="55900" cy="2202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8808" fill="none" extrusionOk="0">
                    <a:moveTo>
                      <a:pt x="2236" y="8807"/>
                    </a:moveTo>
                    <a:cubicBezTo>
                      <a:pt x="2236" y="8807"/>
                      <a:pt x="334" y="417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44">
                <a:extLst>
                  <a:ext uri="{FF2B5EF4-FFF2-40B4-BE49-F238E27FC236}">
                    <a16:creationId xmlns:a16="http://schemas.microsoft.com/office/drawing/2014/main" id="{C2203AEF-5398-1DE1-7765-7CE7A1486305}"/>
                  </a:ext>
                </a:extLst>
              </p:cNvPr>
              <p:cNvSpPr/>
              <p:nvPr/>
            </p:nvSpPr>
            <p:spPr>
              <a:xfrm>
                <a:off x="3755363" y="7680525"/>
                <a:ext cx="95100" cy="563775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22551" fill="none" extrusionOk="0">
                    <a:moveTo>
                      <a:pt x="1" y="22550"/>
                    </a:moveTo>
                    <a:lnTo>
                      <a:pt x="3803" y="1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44">
                <a:extLst>
                  <a:ext uri="{FF2B5EF4-FFF2-40B4-BE49-F238E27FC236}">
                    <a16:creationId xmlns:a16="http://schemas.microsoft.com/office/drawing/2014/main" id="{9DFC1863-1794-A115-4533-51D822A97335}"/>
                  </a:ext>
                </a:extLst>
              </p:cNvPr>
              <p:cNvSpPr/>
              <p:nvPr/>
            </p:nvSpPr>
            <p:spPr>
              <a:xfrm>
                <a:off x="3792888" y="7760575"/>
                <a:ext cx="86750" cy="26940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10776" fill="none" extrusionOk="0">
                    <a:moveTo>
                      <a:pt x="1" y="10775"/>
                    </a:moveTo>
                    <a:lnTo>
                      <a:pt x="3470" y="1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44">
                <a:extLst>
                  <a:ext uri="{FF2B5EF4-FFF2-40B4-BE49-F238E27FC236}">
                    <a16:creationId xmlns:a16="http://schemas.microsoft.com/office/drawing/2014/main" id="{53EECC30-2CCC-4949-8CAA-3C0045CE9B06}"/>
                  </a:ext>
                </a:extLst>
              </p:cNvPr>
              <p:cNvSpPr/>
              <p:nvPr/>
            </p:nvSpPr>
            <p:spPr>
              <a:xfrm>
                <a:off x="3073213" y="7382825"/>
                <a:ext cx="393650" cy="1084125"/>
              </a:xfrm>
              <a:custGeom>
                <a:avLst/>
                <a:gdLst/>
                <a:ahLst/>
                <a:cxnLst/>
                <a:rect l="l" t="t" r="r" b="b"/>
                <a:pathLst>
                  <a:path w="15746" h="43365" extrusionOk="0">
                    <a:moveTo>
                      <a:pt x="11575" y="0"/>
                    </a:moveTo>
                    <a:lnTo>
                      <a:pt x="6739" y="3803"/>
                    </a:lnTo>
                    <a:lnTo>
                      <a:pt x="8507" y="8006"/>
                    </a:lnTo>
                    <a:lnTo>
                      <a:pt x="0" y="36893"/>
                    </a:lnTo>
                    <a:lnTo>
                      <a:pt x="4304" y="43364"/>
                    </a:lnTo>
                    <a:lnTo>
                      <a:pt x="9541" y="37260"/>
                    </a:lnTo>
                    <a:lnTo>
                      <a:pt x="10408" y="8640"/>
                    </a:lnTo>
                    <a:lnTo>
                      <a:pt x="15745" y="5604"/>
                    </a:lnTo>
                    <a:lnTo>
                      <a:pt x="11575" y="0"/>
                    </a:lnTo>
                    <a:close/>
                  </a:path>
                </a:pathLst>
              </a:custGeom>
              <a:solidFill>
                <a:srgbClr val="263238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44">
                <a:extLst>
                  <a:ext uri="{FF2B5EF4-FFF2-40B4-BE49-F238E27FC236}">
                    <a16:creationId xmlns:a16="http://schemas.microsoft.com/office/drawing/2014/main" id="{0D944E2C-C8E7-04DF-37C0-D767375B846C}"/>
                  </a:ext>
                </a:extLst>
              </p:cNvPr>
              <p:cNvSpPr/>
              <p:nvPr/>
            </p:nvSpPr>
            <p:spPr>
              <a:xfrm>
                <a:off x="3180788" y="7188500"/>
                <a:ext cx="458675" cy="402875"/>
              </a:xfrm>
              <a:custGeom>
                <a:avLst/>
                <a:gdLst/>
                <a:ahLst/>
                <a:cxnLst/>
                <a:rect l="l" t="t" r="r" b="b"/>
                <a:pathLst>
                  <a:path w="18347" h="16115" extrusionOk="0">
                    <a:moveTo>
                      <a:pt x="4837" y="1"/>
                    </a:moveTo>
                    <a:cubicBezTo>
                      <a:pt x="4837" y="1"/>
                      <a:pt x="2803" y="401"/>
                      <a:pt x="2669" y="1168"/>
                    </a:cubicBezTo>
                    <a:cubicBezTo>
                      <a:pt x="2536" y="1936"/>
                      <a:pt x="768" y="3337"/>
                      <a:pt x="401" y="6239"/>
                    </a:cubicBezTo>
                    <a:cubicBezTo>
                      <a:pt x="1" y="9174"/>
                      <a:pt x="501" y="13244"/>
                      <a:pt x="501" y="13244"/>
                    </a:cubicBezTo>
                    <a:cubicBezTo>
                      <a:pt x="501" y="13244"/>
                      <a:pt x="4470" y="11476"/>
                      <a:pt x="5238" y="11342"/>
                    </a:cubicBezTo>
                    <a:cubicBezTo>
                      <a:pt x="5361" y="11320"/>
                      <a:pt x="5524" y="11309"/>
                      <a:pt x="5713" y="11309"/>
                    </a:cubicBezTo>
                    <a:cubicBezTo>
                      <a:pt x="6649" y="11309"/>
                      <a:pt x="8207" y="11582"/>
                      <a:pt x="8540" y="12109"/>
                    </a:cubicBezTo>
                    <a:cubicBezTo>
                      <a:pt x="8880" y="12696"/>
                      <a:pt x="10649" y="16114"/>
                      <a:pt x="11731" y="16114"/>
                    </a:cubicBezTo>
                    <a:cubicBezTo>
                      <a:pt x="11817" y="16114"/>
                      <a:pt x="11899" y="16093"/>
                      <a:pt x="11976" y="16046"/>
                    </a:cubicBezTo>
                    <a:cubicBezTo>
                      <a:pt x="12976" y="15379"/>
                      <a:pt x="17813" y="10075"/>
                      <a:pt x="18080" y="5738"/>
                    </a:cubicBezTo>
                    <a:cubicBezTo>
                      <a:pt x="18347" y="1402"/>
                      <a:pt x="14111" y="1802"/>
                      <a:pt x="13610" y="1535"/>
                    </a:cubicBezTo>
                    <a:cubicBezTo>
                      <a:pt x="13110" y="1302"/>
                      <a:pt x="4837" y="1"/>
                      <a:pt x="48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44">
                <a:extLst>
                  <a:ext uri="{FF2B5EF4-FFF2-40B4-BE49-F238E27FC236}">
                    <a16:creationId xmlns:a16="http://schemas.microsoft.com/office/drawing/2014/main" id="{81ED597B-C6FF-4294-FD56-1CEC6F3D48D9}"/>
                  </a:ext>
                </a:extLst>
              </p:cNvPr>
              <p:cNvSpPr/>
              <p:nvPr/>
            </p:nvSpPr>
            <p:spPr>
              <a:xfrm>
                <a:off x="3270013" y="7086775"/>
                <a:ext cx="340275" cy="398025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5921" extrusionOk="0">
                    <a:moveTo>
                      <a:pt x="1268" y="0"/>
                    </a:moveTo>
                    <a:cubicBezTo>
                      <a:pt x="1268" y="0"/>
                      <a:pt x="901" y="3703"/>
                      <a:pt x="635" y="6772"/>
                    </a:cubicBezTo>
                    <a:cubicBezTo>
                      <a:pt x="368" y="9807"/>
                      <a:pt x="1" y="12976"/>
                      <a:pt x="1268" y="14644"/>
                    </a:cubicBezTo>
                    <a:cubicBezTo>
                      <a:pt x="1891" y="15447"/>
                      <a:pt x="2547" y="15920"/>
                      <a:pt x="3416" y="15920"/>
                    </a:cubicBezTo>
                    <a:cubicBezTo>
                      <a:pt x="4316" y="15920"/>
                      <a:pt x="5445" y="15414"/>
                      <a:pt x="7006" y="14244"/>
                    </a:cubicBezTo>
                    <a:cubicBezTo>
                      <a:pt x="10041" y="11975"/>
                      <a:pt x="11843" y="9941"/>
                      <a:pt x="12343" y="7806"/>
                    </a:cubicBezTo>
                    <a:cubicBezTo>
                      <a:pt x="12877" y="5638"/>
                      <a:pt x="13610" y="3336"/>
                      <a:pt x="13610" y="3336"/>
                    </a:cubicBezTo>
                    <a:lnTo>
                      <a:pt x="13610" y="3336"/>
                    </a:lnTo>
                    <a:cubicBezTo>
                      <a:pt x="13610" y="3336"/>
                      <a:pt x="12628" y="3593"/>
                      <a:pt x="11063" y="3593"/>
                    </a:cubicBezTo>
                    <a:cubicBezTo>
                      <a:pt x="8682" y="3593"/>
                      <a:pt x="4951" y="2998"/>
                      <a:pt x="12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44">
                <a:extLst>
                  <a:ext uri="{FF2B5EF4-FFF2-40B4-BE49-F238E27FC236}">
                    <a16:creationId xmlns:a16="http://schemas.microsoft.com/office/drawing/2014/main" id="{3058230D-0261-1F0A-7252-EE7727A12EE5}"/>
                  </a:ext>
                </a:extLst>
              </p:cNvPr>
              <p:cNvSpPr/>
              <p:nvPr/>
            </p:nvSpPr>
            <p:spPr>
              <a:xfrm>
                <a:off x="3287538" y="7086775"/>
                <a:ext cx="322750" cy="201400"/>
              </a:xfrm>
              <a:custGeom>
                <a:avLst/>
                <a:gdLst/>
                <a:ahLst/>
                <a:cxnLst/>
                <a:rect l="l" t="t" r="r" b="b"/>
                <a:pathLst>
                  <a:path w="12910" h="8056" extrusionOk="0">
                    <a:moveTo>
                      <a:pt x="567" y="0"/>
                    </a:moveTo>
                    <a:cubicBezTo>
                      <a:pt x="567" y="0"/>
                      <a:pt x="234" y="3136"/>
                      <a:pt x="0" y="6005"/>
                    </a:cubicBezTo>
                    <a:cubicBezTo>
                      <a:pt x="901" y="6972"/>
                      <a:pt x="2102" y="7639"/>
                      <a:pt x="3403" y="7906"/>
                    </a:cubicBezTo>
                    <a:cubicBezTo>
                      <a:pt x="3889" y="8009"/>
                      <a:pt x="4370" y="8056"/>
                      <a:pt x="4842" y="8056"/>
                    </a:cubicBezTo>
                    <a:cubicBezTo>
                      <a:pt x="8353" y="8056"/>
                      <a:pt x="11386" y="5457"/>
                      <a:pt x="12709" y="3870"/>
                    </a:cubicBezTo>
                    <a:cubicBezTo>
                      <a:pt x="12843" y="3536"/>
                      <a:pt x="12909" y="3336"/>
                      <a:pt x="12909" y="3336"/>
                    </a:cubicBezTo>
                    <a:lnTo>
                      <a:pt x="12909" y="3336"/>
                    </a:lnTo>
                    <a:cubicBezTo>
                      <a:pt x="12909" y="3336"/>
                      <a:pt x="11927" y="3593"/>
                      <a:pt x="10362" y="3593"/>
                    </a:cubicBezTo>
                    <a:cubicBezTo>
                      <a:pt x="7981" y="3593"/>
                      <a:pt x="4250" y="2998"/>
                      <a:pt x="5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44">
                <a:extLst>
                  <a:ext uri="{FF2B5EF4-FFF2-40B4-BE49-F238E27FC236}">
                    <a16:creationId xmlns:a16="http://schemas.microsoft.com/office/drawing/2014/main" id="{62B4E9F6-0DD7-17C2-30D9-E03F445D1693}"/>
                  </a:ext>
                </a:extLst>
              </p:cNvPr>
              <p:cNvSpPr/>
              <p:nvPr/>
            </p:nvSpPr>
            <p:spPr>
              <a:xfrm>
                <a:off x="3233338" y="6810750"/>
                <a:ext cx="64225" cy="181800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7272" fill="none" extrusionOk="0">
                    <a:moveTo>
                      <a:pt x="2569" y="1668"/>
                    </a:moveTo>
                    <a:cubicBezTo>
                      <a:pt x="2569" y="1668"/>
                      <a:pt x="2035" y="0"/>
                      <a:pt x="1034" y="1301"/>
                    </a:cubicBezTo>
                    <a:cubicBezTo>
                      <a:pt x="0" y="2569"/>
                      <a:pt x="534" y="5737"/>
                      <a:pt x="1168" y="6505"/>
                    </a:cubicBezTo>
                    <a:cubicBezTo>
                      <a:pt x="1801" y="7272"/>
                      <a:pt x="2569" y="1668"/>
                      <a:pt x="2569" y="1668"/>
                    </a:cubicBezTo>
                    <a:close/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4">
                <a:extLst>
                  <a:ext uri="{FF2B5EF4-FFF2-40B4-BE49-F238E27FC236}">
                    <a16:creationId xmlns:a16="http://schemas.microsoft.com/office/drawing/2014/main" id="{2F764C3B-AA5A-38FA-2B53-D21F8BE07ABC}"/>
                  </a:ext>
                </a:extLst>
              </p:cNvPr>
              <p:cNvSpPr/>
              <p:nvPr/>
            </p:nvSpPr>
            <p:spPr>
              <a:xfrm>
                <a:off x="3244163" y="6468350"/>
                <a:ext cx="582950" cy="788050"/>
              </a:xfrm>
              <a:custGeom>
                <a:avLst/>
                <a:gdLst/>
                <a:ahLst/>
                <a:cxnLst/>
                <a:rect l="l" t="t" r="r" b="b"/>
                <a:pathLst>
                  <a:path w="23318" h="31522" extrusionOk="0">
                    <a:moveTo>
                      <a:pt x="10311" y="1"/>
                    </a:moveTo>
                    <a:cubicBezTo>
                      <a:pt x="9132" y="1"/>
                      <a:pt x="8387" y="253"/>
                      <a:pt x="8507" y="720"/>
                    </a:cubicBezTo>
                    <a:cubicBezTo>
                      <a:pt x="8874" y="2021"/>
                      <a:pt x="9708" y="2154"/>
                      <a:pt x="9708" y="2154"/>
                    </a:cubicBezTo>
                    <a:cubicBezTo>
                      <a:pt x="9708" y="2154"/>
                      <a:pt x="8171" y="1982"/>
                      <a:pt x="6438" y="1982"/>
                    </a:cubicBezTo>
                    <a:cubicBezTo>
                      <a:pt x="4358" y="1982"/>
                      <a:pt x="1996" y="2230"/>
                      <a:pt x="1669" y="3322"/>
                    </a:cubicBezTo>
                    <a:cubicBezTo>
                      <a:pt x="1068" y="5357"/>
                      <a:pt x="4270" y="6524"/>
                      <a:pt x="4270" y="6524"/>
                    </a:cubicBezTo>
                    <a:lnTo>
                      <a:pt x="3903" y="7592"/>
                    </a:lnTo>
                    <a:cubicBezTo>
                      <a:pt x="3903" y="7592"/>
                      <a:pt x="1" y="20367"/>
                      <a:pt x="601" y="23103"/>
                    </a:cubicBezTo>
                    <a:cubicBezTo>
                      <a:pt x="1202" y="25805"/>
                      <a:pt x="2269" y="30408"/>
                      <a:pt x="6739" y="31375"/>
                    </a:cubicBezTo>
                    <a:cubicBezTo>
                      <a:pt x="7224" y="31476"/>
                      <a:pt x="7703" y="31522"/>
                      <a:pt x="8174" y="31522"/>
                    </a:cubicBezTo>
                    <a:cubicBezTo>
                      <a:pt x="12078" y="31522"/>
                      <a:pt x="15404" y="28360"/>
                      <a:pt x="16446" y="26872"/>
                    </a:cubicBezTo>
                    <a:cubicBezTo>
                      <a:pt x="16446" y="26872"/>
                      <a:pt x="16661" y="26898"/>
                      <a:pt x="16994" y="26898"/>
                    </a:cubicBezTo>
                    <a:cubicBezTo>
                      <a:pt x="17916" y="26898"/>
                      <a:pt x="19736" y="26700"/>
                      <a:pt x="20349" y="25204"/>
                    </a:cubicBezTo>
                    <a:cubicBezTo>
                      <a:pt x="21182" y="23169"/>
                      <a:pt x="22383" y="21068"/>
                      <a:pt x="21182" y="20601"/>
                    </a:cubicBezTo>
                    <a:cubicBezTo>
                      <a:pt x="20649" y="20334"/>
                      <a:pt x="20115" y="20201"/>
                      <a:pt x="19515" y="20134"/>
                    </a:cubicBezTo>
                    <a:cubicBezTo>
                      <a:pt x="19515" y="20134"/>
                      <a:pt x="22850" y="14930"/>
                      <a:pt x="23084" y="13129"/>
                    </a:cubicBezTo>
                    <a:cubicBezTo>
                      <a:pt x="23317" y="11361"/>
                      <a:pt x="22116" y="5457"/>
                      <a:pt x="18347" y="2621"/>
                    </a:cubicBezTo>
                    <a:cubicBezTo>
                      <a:pt x="15910" y="804"/>
                      <a:pt x="12417" y="1"/>
                      <a:pt x="103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44">
                <a:extLst>
                  <a:ext uri="{FF2B5EF4-FFF2-40B4-BE49-F238E27FC236}">
                    <a16:creationId xmlns:a16="http://schemas.microsoft.com/office/drawing/2014/main" id="{F2C7CAC7-77A1-578E-0791-31A20B181E4A}"/>
                  </a:ext>
                </a:extLst>
              </p:cNvPr>
              <p:cNvSpPr/>
              <p:nvPr/>
            </p:nvSpPr>
            <p:spPr>
              <a:xfrm>
                <a:off x="3270863" y="6468350"/>
                <a:ext cx="556250" cy="514675"/>
              </a:xfrm>
              <a:custGeom>
                <a:avLst/>
                <a:gdLst/>
                <a:ahLst/>
                <a:cxnLst/>
                <a:rect l="l" t="t" r="r" b="b"/>
                <a:pathLst>
                  <a:path w="22250" h="20587" extrusionOk="0">
                    <a:moveTo>
                      <a:pt x="9252" y="1"/>
                    </a:moveTo>
                    <a:cubicBezTo>
                      <a:pt x="8077" y="1"/>
                      <a:pt x="7340" y="253"/>
                      <a:pt x="7472" y="720"/>
                    </a:cubicBezTo>
                    <a:cubicBezTo>
                      <a:pt x="7806" y="2021"/>
                      <a:pt x="8640" y="2154"/>
                      <a:pt x="8640" y="2154"/>
                    </a:cubicBezTo>
                    <a:cubicBezTo>
                      <a:pt x="8640" y="2154"/>
                      <a:pt x="7103" y="1982"/>
                      <a:pt x="5370" y="1982"/>
                    </a:cubicBezTo>
                    <a:cubicBezTo>
                      <a:pt x="3290" y="1982"/>
                      <a:pt x="928" y="2230"/>
                      <a:pt x="601" y="3322"/>
                    </a:cubicBezTo>
                    <a:cubicBezTo>
                      <a:pt x="0" y="5357"/>
                      <a:pt x="3202" y="6524"/>
                      <a:pt x="3202" y="6524"/>
                    </a:cubicBezTo>
                    <a:lnTo>
                      <a:pt x="2835" y="7592"/>
                    </a:lnTo>
                    <a:cubicBezTo>
                      <a:pt x="2835" y="7592"/>
                      <a:pt x="2102" y="10027"/>
                      <a:pt x="1301" y="13029"/>
                    </a:cubicBezTo>
                    <a:lnTo>
                      <a:pt x="1535" y="13029"/>
                    </a:lnTo>
                    <a:cubicBezTo>
                      <a:pt x="1535" y="13029"/>
                      <a:pt x="1901" y="11961"/>
                      <a:pt x="2368" y="10294"/>
                    </a:cubicBezTo>
                    <a:cubicBezTo>
                      <a:pt x="2816" y="8803"/>
                      <a:pt x="3609" y="7152"/>
                      <a:pt x="7156" y="7152"/>
                    </a:cubicBezTo>
                    <a:cubicBezTo>
                      <a:pt x="7577" y="7152"/>
                      <a:pt x="8037" y="7175"/>
                      <a:pt x="8540" y="7225"/>
                    </a:cubicBezTo>
                    <a:cubicBezTo>
                      <a:pt x="13243" y="7692"/>
                      <a:pt x="17980" y="10160"/>
                      <a:pt x="18213" y="11961"/>
                    </a:cubicBezTo>
                    <a:cubicBezTo>
                      <a:pt x="18447" y="13729"/>
                      <a:pt x="16445" y="14463"/>
                      <a:pt x="17179" y="15264"/>
                    </a:cubicBezTo>
                    <a:cubicBezTo>
                      <a:pt x="17880" y="16064"/>
                      <a:pt x="18847" y="16431"/>
                      <a:pt x="18213" y="17032"/>
                    </a:cubicBezTo>
                    <a:cubicBezTo>
                      <a:pt x="17613" y="17632"/>
                      <a:pt x="16445" y="20101"/>
                      <a:pt x="17179" y="20468"/>
                    </a:cubicBezTo>
                    <a:cubicBezTo>
                      <a:pt x="17343" y="20553"/>
                      <a:pt x="17533" y="20586"/>
                      <a:pt x="17727" y="20586"/>
                    </a:cubicBezTo>
                    <a:cubicBezTo>
                      <a:pt x="18362" y="20586"/>
                      <a:pt x="19047" y="20234"/>
                      <a:pt x="19047" y="20234"/>
                    </a:cubicBezTo>
                    <a:lnTo>
                      <a:pt x="19080" y="20234"/>
                    </a:lnTo>
                    <a:cubicBezTo>
                      <a:pt x="18880" y="20167"/>
                      <a:pt x="18680" y="20134"/>
                      <a:pt x="18447" y="20134"/>
                    </a:cubicBezTo>
                    <a:cubicBezTo>
                      <a:pt x="18447" y="20134"/>
                      <a:pt x="21782" y="14930"/>
                      <a:pt x="22016" y="13162"/>
                    </a:cubicBezTo>
                    <a:cubicBezTo>
                      <a:pt x="22249" y="11361"/>
                      <a:pt x="21048" y="5457"/>
                      <a:pt x="17279" y="2621"/>
                    </a:cubicBezTo>
                    <a:cubicBezTo>
                      <a:pt x="14842" y="804"/>
                      <a:pt x="11349" y="1"/>
                      <a:pt x="925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44">
                <a:extLst>
                  <a:ext uri="{FF2B5EF4-FFF2-40B4-BE49-F238E27FC236}">
                    <a16:creationId xmlns:a16="http://schemas.microsoft.com/office/drawing/2014/main" id="{1401113E-A1B0-002C-13E8-F7CCD8C7D3B9}"/>
                  </a:ext>
                </a:extLst>
              </p:cNvPr>
              <p:cNvSpPr/>
              <p:nvPr/>
            </p:nvSpPr>
            <p:spPr>
              <a:xfrm>
                <a:off x="3395113" y="6864950"/>
                <a:ext cx="56725" cy="1601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6405" fill="none" extrusionOk="0">
                    <a:moveTo>
                      <a:pt x="2135" y="0"/>
                    </a:moveTo>
                    <a:lnTo>
                      <a:pt x="0" y="5671"/>
                    </a:lnTo>
                    <a:lnTo>
                      <a:pt x="2269" y="6405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4">
                <a:extLst>
                  <a:ext uri="{FF2B5EF4-FFF2-40B4-BE49-F238E27FC236}">
                    <a16:creationId xmlns:a16="http://schemas.microsoft.com/office/drawing/2014/main" id="{8E7C24FB-3FD4-332B-5F3F-C6D32EA60E50}"/>
                  </a:ext>
                </a:extLst>
              </p:cNvPr>
              <p:cNvSpPr/>
              <p:nvPr/>
            </p:nvSpPr>
            <p:spPr>
              <a:xfrm>
                <a:off x="3406788" y="7045900"/>
                <a:ext cx="127600" cy="43400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1736" fill="none" extrusionOk="0">
                    <a:moveTo>
                      <a:pt x="0" y="935"/>
                    </a:moveTo>
                    <a:cubicBezTo>
                      <a:pt x="1735" y="1735"/>
                      <a:pt x="3770" y="1368"/>
                      <a:pt x="5104" y="1"/>
                    </a:cubicBez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4">
                <a:extLst>
                  <a:ext uri="{FF2B5EF4-FFF2-40B4-BE49-F238E27FC236}">
                    <a16:creationId xmlns:a16="http://schemas.microsoft.com/office/drawing/2014/main" id="{859E7805-CDC5-3C0C-BA76-EC8C8E87B43B}"/>
                  </a:ext>
                </a:extLst>
              </p:cNvPr>
              <p:cNvSpPr/>
              <p:nvPr/>
            </p:nvSpPr>
            <p:spPr>
              <a:xfrm>
                <a:off x="3341738" y="6788225"/>
                <a:ext cx="9510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935" fill="none" extrusionOk="0">
                    <a:moveTo>
                      <a:pt x="0" y="0"/>
                    </a:moveTo>
                    <a:cubicBezTo>
                      <a:pt x="0" y="0"/>
                      <a:pt x="2969" y="467"/>
                      <a:pt x="3803" y="934"/>
                    </a:cubicBezTo>
                  </a:path>
                </a:pathLst>
              </a:custGeom>
              <a:noFill/>
              <a:ln w="2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4">
                <a:extLst>
                  <a:ext uri="{FF2B5EF4-FFF2-40B4-BE49-F238E27FC236}">
                    <a16:creationId xmlns:a16="http://schemas.microsoft.com/office/drawing/2014/main" id="{8CE4C177-A77E-EC12-9F2B-E352BEFE654E}"/>
                  </a:ext>
                </a:extLst>
              </p:cNvPr>
              <p:cNvSpPr/>
              <p:nvPr/>
            </p:nvSpPr>
            <p:spPr>
              <a:xfrm>
                <a:off x="3543538" y="6797400"/>
                <a:ext cx="88425" cy="44225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769" fill="none" extrusionOk="0">
                    <a:moveTo>
                      <a:pt x="1" y="701"/>
                    </a:moveTo>
                    <a:cubicBezTo>
                      <a:pt x="1" y="701"/>
                      <a:pt x="2102" y="0"/>
                      <a:pt x="3537" y="1768"/>
                    </a:cubicBezTo>
                  </a:path>
                </a:pathLst>
              </a:custGeom>
              <a:noFill/>
              <a:ln w="2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4">
                <a:extLst>
                  <a:ext uri="{FF2B5EF4-FFF2-40B4-BE49-F238E27FC236}">
                    <a16:creationId xmlns:a16="http://schemas.microsoft.com/office/drawing/2014/main" id="{B4337E4C-0AF7-90AD-CCBF-20E357A9A2BE}"/>
                  </a:ext>
                </a:extLst>
              </p:cNvPr>
              <p:cNvSpPr/>
              <p:nvPr/>
            </p:nvSpPr>
            <p:spPr>
              <a:xfrm>
                <a:off x="3358413" y="6838900"/>
                <a:ext cx="300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879" extrusionOk="0">
                    <a:moveTo>
                      <a:pt x="635" y="1"/>
                    </a:moveTo>
                    <a:cubicBezTo>
                      <a:pt x="358" y="1"/>
                      <a:pt x="96" y="381"/>
                      <a:pt x="34" y="875"/>
                    </a:cubicBezTo>
                    <a:cubicBezTo>
                      <a:pt x="1" y="1376"/>
                      <a:pt x="167" y="1843"/>
                      <a:pt x="468" y="1876"/>
                    </a:cubicBezTo>
                    <a:cubicBezTo>
                      <a:pt x="479" y="1877"/>
                      <a:pt x="491" y="1878"/>
                      <a:pt x="503" y="1878"/>
                    </a:cubicBezTo>
                    <a:cubicBezTo>
                      <a:pt x="788" y="1878"/>
                      <a:pt x="1037" y="1490"/>
                      <a:pt x="1101" y="1009"/>
                    </a:cubicBezTo>
                    <a:cubicBezTo>
                      <a:pt x="1201" y="475"/>
                      <a:pt x="1001" y="42"/>
                      <a:pt x="701" y="8"/>
                    </a:cubicBezTo>
                    <a:cubicBezTo>
                      <a:pt x="679" y="3"/>
                      <a:pt x="657" y="1"/>
                      <a:pt x="6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44">
                <a:extLst>
                  <a:ext uri="{FF2B5EF4-FFF2-40B4-BE49-F238E27FC236}">
                    <a16:creationId xmlns:a16="http://schemas.microsoft.com/office/drawing/2014/main" id="{3EA97D13-42F8-D041-90C7-44971CD48B52}"/>
                  </a:ext>
                </a:extLst>
              </p:cNvPr>
              <p:cNvSpPr/>
              <p:nvPr/>
            </p:nvSpPr>
            <p:spPr>
              <a:xfrm>
                <a:off x="3529363" y="6887400"/>
                <a:ext cx="30050" cy="46825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873" extrusionOk="0">
                    <a:moveTo>
                      <a:pt x="670" y="1"/>
                    </a:moveTo>
                    <a:cubicBezTo>
                      <a:pt x="411" y="1"/>
                      <a:pt x="132" y="389"/>
                      <a:pt x="68" y="870"/>
                    </a:cubicBezTo>
                    <a:cubicBezTo>
                      <a:pt x="1" y="1404"/>
                      <a:pt x="201" y="1838"/>
                      <a:pt x="468" y="1871"/>
                    </a:cubicBezTo>
                    <a:cubicBezTo>
                      <a:pt x="480" y="1872"/>
                      <a:pt x="493" y="1873"/>
                      <a:pt x="506" y="1873"/>
                    </a:cubicBezTo>
                    <a:cubicBezTo>
                      <a:pt x="793" y="1873"/>
                      <a:pt x="1071" y="1515"/>
                      <a:pt x="1135" y="1004"/>
                    </a:cubicBezTo>
                    <a:cubicBezTo>
                      <a:pt x="1202" y="503"/>
                      <a:pt x="1002" y="36"/>
                      <a:pt x="701" y="3"/>
                    </a:cubicBezTo>
                    <a:cubicBezTo>
                      <a:pt x="691" y="2"/>
                      <a:pt x="680" y="1"/>
                      <a:pt x="67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44">
                <a:extLst>
                  <a:ext uri="{FF2B5EF4-FFF2-40B4-BE49-F238E27FC236}">
                    <a16:creationId xmlns:a16="http://schemas.microsoft.com/office/drawing/2014/main" id="{F05BE0F4-92E8-28A4-B4F2-7C9E45807143}"/>
                  </a:ext>
                </a:extLst>
              </p:cNvPr>
              <p:cNvSpPr/>
              <p:nvPr/>
            </p:nvSpPr>
            <p:spPr>
              <a:xfrm>
                <a:off x="2533663" y="6631375"/>
                <a:ext cx="358600" cy="524600"/>
              </a:xfrm>
              <a:custGeom>
                <a:avLst/>
                <a:gdLst/>
                <a:ahLst/>
                <a:cxnLst/>
                <a:rect l="l" t="t" r="r" b="b"/>
                <a:pathLst>
                  <a:path w="14344" h="20984" extrusionOk="0">
                    <a:moveTo>
                      <a:pt x="12588" y="1"/>
                    </a:moveTo>
                    <a:cubicBezTo>
                      <a:pt x="11514" y="1"/>
                      <a:pt x="10466" y="856"/>
                      <a:pt x="10208" y="2205"/>
                    </a:cubicBezTo>
                    <a:cubicBezTo>
                      <a:pt x="9874" y="3806"/>
                      <a:pt x="9274" y="5607"/>
                      <a:pt x="9274" y="5607"/>
                    </a:cubicBezTo>
                    <a:cubicBezTo>
                      <a:pt x="9274" y="5607"/>
                      <a:pt x="8173" y="4240"/>
                      <a:pt x="8039" y="3105"/>
                    </a:cubicBezTo>
                    <a:cubicBezTo>
                      <a:pt x="7906" y="1938"/>
                      <a:pt x="8506" y="1404"/>
                      <a:pt x="7706" y="1171"/>
                    </a:cubicBezTo>
                    <a:cubicBezTo>
                      <a:pt x="7686" y="1166"/>
                      <a:pt x="7663" y="1163"/>
                      <a:pt x="7637" y="1163"/>
                    </a:cubicBezTo>
                    <a:cubicBezTo>
                      <a:pt x="6647" y="1163"/>
                      <a:pt x="1729" y="4838"/>
                      <a:pt x="1501" y="6041"/>
                    </a:cubicBezTo>
                    <a:cubicBezTo>
                      <a:pt x="1268" y="7275"/>
                      <a:pt x="2035" y="14547"/>
                      <a:pt x="2035" y="14547"/>
                    </a:cubicBezTo>
                    <a:lnTo>
                      <a:pt x="0" y="18516"/>
                    </a:lnTo>
                    <a:cubicBezTo>
                      <a:pt x="0" y="18516"/>
                      <a:pt x="0" y="20318"/>
                      <a:pt x="3069" y="20885"/>
                    </a:cubicBezTo>
                    <a:cubicBezTo>
                      <a:pt x="3461" y="20954"/>
                      <a:pt x="3819" y="20984"/>
                      <a:pt x="4146" y="20984"/>
                    </a:cubicBezTo>
                    <a:cubicBezTo>
                      <a:pt x="6354" y="20984"/>
                      <a:pt x="7139" y="19617"/>
                      <a:pt x="7139" y="19617"/>
                    </a:cubicBezTo>
                    <a:lnTo>
                      <a:pt x="9274" y="13746"/>
                    </a:lnTo>
                    <a:cubicBezTo>
                      <a:pt x="9274" y="13746"/>
                      <a:pt x="10975" y="12612"/>
                      <a:pt x="11208" y="11378"/>
                    </a:cubicBezTo>
                    <a:cubicBezTo>
                      <a:pt x="11409" y="10144"/>
                      <a:pt x="11208" y="6408"/>
                      <a:pt x="11542" y="4707"/>
                    </a:cubicBezTo>
                    <a:cubicBezTo>
                      <a:pt x="11876" y="3005"/>
                      <a:pt x="14344" y="404"/>
                      <a:pt x="13110" y="70"/>
                    </a:cubicBezTo>
                    <a:cubicBezTo>
                      <a:pt x="12937" y="23"/>
                      <a:pt x="12763" y="1"/>
                      <a:pt x="125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44">
                <a:extLst>
                  <a:ext uri="{FF2B5EF4-FFF2-40B4-BE49-F238E27FC236}">
                    <a16:creationId xmlns:a16="http://schemas.microsoft.com/office/drawing/2014/main" id="{33814BD3-B62C-A0EC-8F80-F2C2CAC05B03}"/>
                  </a:ext>
                </a:extLst>
              </p:cNvPr>
              <p:cNvSpPr/>
              <p:nvPr/>
            </p:nvSpPr>
            <p:spPr>
              <a:xfrm>
                <a:off x="2770488" y="6537200"/>
                <a:ext cx="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9775" fill="none" extrusionOk="0">
                    <a:moveTo>
                      <a:pt x="1" y="1"/>
                    </a:moveTo>
                    <a:lnTo>
                      <a:pt x="1" y="9775"/>
                    </a:lnTo>
                  </a:path>
                </a:pathLst>
              </a:custGeom>
              <a:noFill/>
              <a:ln w="3170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4">
                <a:extLst>
                  <a:ext uri="{FF2B5EF4-FFF2-40B4-BE49-F238E27FC236}">
                    <a16:creationId xmlns:a16="http://schemas.microsoft.com/office/drawing/2014/main" id="{C6D5ACE8-2F5C-98EF-537A-7C53E61993E1}"/>
                  </a:ext>
                </a:extLst>
              </p:cNvPr>
              <p:cNvSpPr/>
              <p:nvPr/>
            </p:nvSpPr>
            <p:spPr>
              <a:xfrm>
                <a:off x="2604538" y="6960850"/>
                <a:ext cx="1159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2703" fill="none" extrusionOk="0">
                    <a:moveTo>
                      <a:pt x="4637" y="0"/>
                    </a:moveTo>
                    <a:cubicBezTo>
                      <a:pt x="4637" y="0"/>
                      <a:pt x="3603" y="2035"/>
                      <a:pt x="2036" y="2369"/>
                    </a:cubicBezTo>
                    <a:cubicBezTo>
                      <a:pt x="468" y="2702"/>
                      <a:pt x="1" y="1802"/>
                      <a:pt x="1" y="1802"/>
                    </a:cubicBez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4">
                <a:extLst>
                  <a:ext uri="{FF2B5EF4-FFF2-40B4-BE49-F238E27FC236}">
                    <a16:creationId xmlns:a16="http://schemas.microsoft.com/office/drawing/2014/main" id="{293D316A-7CE3-5053-3C36-6DA5B0FDAF94}"/>
                  </a:ext>
                </a:extLst>
              </p:cNvPr>
              <p:cNvSpPr/>
              <p:nvPr/>
            </p:nvSpPr>
            <p:spPr>
              <a:xfrm>
                <a:off x="2603713" y="6669275"/>
                <a:ext cx="136775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5092" extrusionOk="0">
                    <a:moveTo>
                      <a:pt x="3385" y="1"/>
                    </a:moveTo>
                    <a:cubicBezTo>
                      <a:pt x="3357" y="1"/>
                      <a:pt x="3330" y="7"/>
                      <a:pt x="3303" y="22"/>
                    </a:cubicBezTo>
                    <a:cubicBezTo>
                      <a:pt x="2736" y="322"/>
                      <a:pt x="1001" y="1156"/>
                      <a:pt x="501" y="1523"/>
                    </a:cubicBezTo>
                    <a:cubicBezTo>
                      <a:pt x="0" y="1890"/>
                      <a:pt x="434" y="2157"/>
                      <a:pt x="434" y="2157"/>
                    </a:cubicBezTo>
                    <a:lnTo>
                      <a:pt x="1735" y="2657"/>
                    </a:lnTo>
                    <a:lnTo>
                      <a:pt x="2802" y="2457"/>
                    </a:lnTo>
                    <a:cubicBezTo>
                      <a:pt x="3136" y="2924"/>
                      <a:pt x="3436" y="3424"/>
                      <a:pt x="3670" y="3958"/>
                    </a:cubicBezTo>
                    <a:cubicBezTo>
                      <a:pt x="4237" y="5092"/>
                      <a:pt x="4604" y="5092"/>
                      <a:pt x="5037" y="5092"/>
                    </a:cubicBezTo>
                    <a:cubicBezTo>
                      <a:pt x="5471" y="5092"/>
                      <a:pt x="5338" y="4858"/>
                      <a:pt x="5037" y="3791"/>
                    </a:cubicBezTo>
                    <a:cubicBezTo>
                      <a:pt x="4751" y="2774"/>
                      <a:pt x="3950" y="1"/>
                      <a:pt x="33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4">
                <a:extLst>
                  <a:ext uri="{FF2B5EF4-FFF2-40B4-BE49-F238E27FC236}">
                    <a16:creationId xmlns:a16="http://schemas.microsoft.com/office/drawing/2014/main" id="{9BF12CB2-F7AA-82E8-1256-F2B4E50CA978}"/>
                  </a:ext>
                </a:extLst>
              </p:cNvPr>
              <p:cNvSpPr/>
              <p:nvPr/>
            </p:nvSpPr>
            <p:spPr>
              <a:xfrm>
                <a:off x="2603713" y="6662300"/>
                <a:ext cx="136775" cy="134275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5371" fill="none" extrusionOk="0">
                    <a:moveTo>
                      <a:pt x="434" y="2436"/>
                    </a:moveTo>
                    <a:cubicBezTo>
                      <a:pt x="434" y="2436"/>
                      <a:pt x="0" y="2169"/>
                      <a:pt x="501" y="1802"/>
                    </a:cubicBezTo>
                    <a:cubicBezTo>
                      <a:pt x="1001" y="1435"/>
                      <a:pt x="2736" y="601"/>
                      <a:pt x="3303" y="301"/>
                    </a:cubicBezTo>
                    <a:cubicBezTo>
                      <a:pt x="3870" y="0"/>
                      <a:pt x="4737" y="3003"/>
                      <a:pt x="5037" y="4070"/>
                    </a:cubicBezTo>
                    <a:cubicBezTo>
                      <a:pt x="5338" y="5137"/>
                      <a:pt x="5471" y="5371"/>
                      <a:pt x="5037" y="5371"/>
                    </a:cubicBezTo>
                    <a:cubicBezTo>
                      <a:pt x="4604" y="5371"/>
                      <a:pt x="4237" y="5371"/>
                      <a:pt x="3670" y="4237"/>
                    </a:cubicBezTo>
                    <a:cubicBezTo>
                      <a:pt x="3436" y="3703"/>
                      <a:pt x="3136" y="3203"/>
                      <a:pt x="2802" y="2736"/>
                    </a:cubicBezTo>
                    <a:lnTo>
                      <a:pt x="1735" y="2936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44">
                <a:extLst>
                  <a:ext uri="{FF2B5EF4-FFF2-40B4-BE49-F238E27FC236}">
                    <a16:creationId xmlns:a16="http://schemas.microsoft.com/office/drawing/2014/main" id="{EB1200C0-543F-8F78-8B14-85C9E367FD6A}"/>
                  </a:ext>
                </a:extLst>
              </p:cNvPr>
              <p:cNvSpPr/>
              <p:nvPr/>
            </p:nvSpPr>
            <p:spPr>
              <a:xfrm>
                <a:off x="2569513" y="6695975"/>
                <a:ext cx="136800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5472" h="5092" extrusionOk="0">
                    <a:moveTo>
                      <a:pt x="3381" y="0"/>
                    </a:moveTo>
                    <a:cubicBezTo>
                      <a:pt x="3354" y="0"/>
                      <a:pt x="3328" y="7"/>
                      <a:pt x="3303" y="21"/>
                    </a:cubicBezTo>
                    <a:cubicBezTo>
                      <a:pt x="2736" y="355"/>
                      <a:pt x="1001" y="1155"/>
                      <a:pt x="501" y="1522"/>
                    </a:cubicBezTo>
                    <a:cubicBezTo>
                      <a:pt x="1" y="1922"/>
                      <a:pt x="434" y="2156"/>
                      <a:pt x="434" y="2156"/>
                    </a:cubicBezTo>
                    <a:lnTo>
                      <a:pt x="1735" y="2656"/>
                    </a:lnTo>
                    <a:lnTo>
                      <a:pt x="2803" y="2490"/>
                    </a:lnTo>
                    <a:cubicBezTo>
                      <a:pt x="3136" y="2957"/>
                      <a:pt x="3437" y="3457"/>
                      <a:pt x="3670" y="3991"/>
                    </a:cubicBezTo>
                    <a:cubicBezTo>
                      <a:pt x="4237" y="5091"/>
                      <a:pt x="4604" y="5091"/>
                      <a:pt x="5038" y="5091"/>
                    </a:cubicBezTo>
                    <a:cubicBezTo>
                      <a:pt x="5471" y="5091"/>
                      <a:pt x="5338" y="4858"/>
                      <a:pt x="5038" y="3790"/>
                    </a:cubicBezTo>
                    <a:cubicBezTo>
                      <a:pt x="4752" y="2773"/>
                      <a:pt x="3921" y="0"/>
                      <a:pt x="33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4">
                <a:extLst>
                  <a:ext uri="{FF2B5EF4-FFF2-40B4-BE49-F238E27FC236}">
                    <a16:creationId xmlns:a16="http://schemas.microsoft.com/office/drawing/2014/main" id="{396365AD-EFC9-4175-DCDE-0C408006BFB7}"/>
                  </a:ext>
                </a:extLst>
              </p:cNvPr>
              <p:cNvSpPr/>
              <p:nvPr/>
            </p:nvSpPr>
            <p:spPr>
              <a:xfrm>
                <a:off x="2569513" y="6688975"/>
                <a:ext cx="136800" cy="134300"/>
              </a:xfrm>
              <a:custGeom>
                <a:avLst/>
                <a:gdLst/>
                <a:ahLst/>
                <a:cxnLst/>
                <a:rect l="l" t="t" r="r" b="b"/>
                <a:pathLst>
                  <a:path w="5472" h="5372" fill="none" extrusionOk="0">
                    <a:moveTo>
                      <a:pt x="434" y="2436"/>
                    </a:moveTo>
                    <a:cubicBezTo>
                      <a:pt x="434" y="2436"/>
                      <a:pt x="1" y="2202"/>
                      <a:pt x="501" y="1802"/>
                    </a:cubicBezTo>
                    <a:cubicBezTo>
                      <a:pt x="1001" y="1435"/>
                      <a:pt x="2736" y="635"/>
                      <a:pt x="3303" y="301"/>
                    </a:cubicBezTo>
                    <a:cubicBezTo>
                      <a:pt x="3837" y="1"/>
                      <a:pt x="4737" y="3003"/>
                      <a:pt x="5038" y="4070"/>
                    </a:cubicBezTo>
                    <a:cubicBezTo>
                      <a:pt x="5338" y="5138"/>
                      <a:pt x="5471" y="5371"/>
                      <a:pt x="5038" y="5371"/>
                    </a:cubicBezTo>
                    <a:cubicBezTo>
                      <a:pt x="4604" y="5371"/>
                      <a:pt x="4237" y="5371"/>
                      <a:pt x="3670" y="4271"/>
                    </a:cubicBezTo>
                    <a:cubicBezTo>
                      <a:pt x="3437" y="3737"/>
                      <a:pt x="3136" y="3237"/>
                      <a:pt x="2803" y="2770"/>
                    </a:cubicBezTo>
                    <a:lnTo>
                      <a:pt x="1735" y="2936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4">
                <a:extLst>
                  <a:ext uri="{FF2B5EF4-FFF2-40B4-BE49-F238E27FC236}">
                    <a16:creationId xmlns:a16="http://schemas.microsoft.com/office/drawing/2014/main" id="{04DBE315-AD23-BE16-24BF-32927073DDED}"/>
                  </a:ext>
                </a:extLst>
              </p:cNvPr>
              <p:cNvSpPr/>
              <p:nvPr/>
            </p:nvSpPr>
            <p:spPr>
              <a:xfrm>
                <a:off x="2553663" y="6734725"/>
                <a:ext cx="110050" cy="127975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5119" extrusionOk="0">
                    <a:moveTo>
                      <a:pt x="2225" y="1"/>
                    </a:moveTo>
                    <a:cubicBezTo>
                      <a:pt x="1724" y="1"/>
                      <a:pt x="1" y="1473"/>
                      <a:pt x="1" y="1473"/>
                    </a:cubicBezTo>
                    <a:lnTo>
                      <a:pt x="902" y="4409"/>
                    </a:lnTo>
                    <a:lnTo>
                      <a:pt x="1369" y="2607"/>
                    </a:lnTo>
                    <a:lnTo>
                      <a:pt x="2603" y="3742"/>
                    </a:lnTo>
                    <a:cubicBezTo>
                      <a:pt x="2603" y="3742"/>
                      <a:pt x="3070" y="4976"/>
                      <a:pt x="3737" y="5109"/>
                    </a:cubicBezTo>
                    <a:cubicBezTo>
                      <a:pt x="3781" y="5116"/>
                      <a:pt x="3822" y="5119"/>
                      <a:pt x="3860" y="5119"/>
                    </a:cubicBezTo>
                    <a:cubicBezTo>
                      <a:pt x="4401" y="5119"/>
                      <a:pt x="4360" y="4459"/>
                      <a:pt x="3737" y="3275"/>
                    </a:cubicBezTo>
                    <a:cubicBezTo>
                      <a:pt x="3070" y="2040"/>
                      <a:pt x="2736" y="139"/>
                      <a:pt x="2269" y="6"/>
                    </a:cubicBezTo>
                    <a:cubicBezTo>
                      <a:pt x="2256" y="2"/>
                      <a:pt x="2241" y="1"/>
                      <a:pt x="22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4">
                <a:extLst>
                  <a:ext uri="{FF2B5EF4-FFF2-40B4-BE49-F238E27FC236}">
                    <a16:creationId xmlns:a16="http://schemas.microsoft.com/office/drawing/2014/main" id="{121624E3-7054-CF79-C7E7-A36C771B522A}"/>
                  </a:ext>
                </a:extLst>
              </p:cNvPr>
              <p:cNvSpPr/>
              <p:nvPr/>
            </p:nvSpPr>
            <p:spPr>
              <a:xfrm>
                <a:off x="2553663" y="6732350"/>
                <a:ext cx="110125" cy="132625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5305" fill="none" extrusionOk="0">
                    <a:moveTo>
                      <a:pt x="1369" y="2702"/>
                    </a:moveTo>
                    <a:lnTo>
                      <a:pt x="2603" y="3837"/>
                    </a:lnTo>
                    <a:cubicBezTo>
                      <a:pt x="2603" y="3837"/>
                      <a:pt x="3070" y="5071"/>
                      <a:pt x="3737" y="5204"/>
                    </a:cubicBezTo>
                    <a:cubicBezTo>
                      <a:pt x="4404" y="5304"/>
                      <a:pt x="4404" y="4637"/>
                      <a:pt x="3737" y="3370"/>
                    </a:cubicBezTo>
                    <a:cubicBezTo>
                      <a:pt x="3070" y="2135"/>
                      <a:pt x="2736" y="234"/>
                      <a:pt x="2269" y="101"/>
                    </a:cubicBezTo>
                    <a:cubicBezTo>
                      <a:pt x="1836" y="0"/>
                      <a:pt x="1" y="1568"/>
                      <a:pt x="1" y="1568"/>
                    </a:cubicBezTo>
                    <a:lnTo>
                      <a:pt x="902" y="4504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4">
                <a:extLst>
                  <a:ext uri="{FF2B5EF4-FFF2-40B4-BE49-F238E27FC236}">
                    <a16:creationId xmlns:a16="http://schemas.microsoft.com/office/drawing/2014/main" id="{41FA9268-BA14-CC24-BB78-22ACB85C4A6B}"/>
                  </a:ext>
                </a:extLst>
              </p:cNvPr>
              <p:cNvSpPr/>
              <p:nvPr/>
            </p:nvSpPr>
            <p:spPr>
              <a:xfrm>
                <a:off x="2697013" y="6641450"/>
                <a:ext cx="81025" cy="53700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2148" extrusionOk="0">
                    <a:moveTo>
                      <a:pt x="1956" y="1"/>
                    </a:moveTo>
                    <a:cubicBezTo>
                      <a:pt x="1622" y="1"/>
                      <a:pt x="1339" y="67"/>
                      <a:pt x="1339" y="67"/>
                    </a:cubicBezTo>
                    <a:cubicBezTo>
                      <a:pt x="1339" y="67"/>
                      <a:pt x="205" y="67"/>
                      <a:pt x="104" y="1035"/>
                    </a:cubicBezTo>
                    <a:cubicBezTo>
                      <a:pt x="1" y="1813"/>
                      <a:pt x="422" y="2148"/>
                      <a:pt x="1101" y="2148"/>
                    </a:cubicBezTo>
                    <a:cubicBezTo>
                      <a:pt x="1295" y="2148"/>
                      <a:pt x="1510" y="2120"/>
                      <a:pt x="1739" y="2069"/>
                    </a:cubicBezTo>
                    <a:cubicBezTo>
                      <a:pt x="2773" y="1869"/>
                      <a:pt x="3240" y="868"/>
                      <a:pt x="2873" y="334"/>
                    </a:cubicBezTo>
                    <a:cubicBezTo>
                      <a:pt x="2673" y="67"/>
                      <a:pt x="2289" y="1"/>
                      <a:pt x="19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4">
                <a:extLst>
                  <a:ext uri="{FF2B5EF4-FFF2-40B4-BE49-F238E27FC236}">
                    <a16:creationId xmlns:a16="http://schemas.microsoft.com/office/drawing/2014/main" id="{D1AA9CD6-0A0F-EE78-17F3-870439AC6947}"/>
                  </a:ext>
                </a:extLst>
              </p:cNvPr>
              <p:cNvSpPr/>
              <p:nvPr/>
            </p:nvSpPr>
            <p:spPr>
              <a:xfrm>
                <a:off x="2534488" y="7032575"/>
                <a:ext cx="203500" cy="122850"/>
              </a:xfrm>
              <a:custGeom>
                <a:avLst/>
                <a:gdLst/>
                <a:ahLst/>
                <a:cxnLst/>
                <a:rect l="l" t="t" r="r" b="b"/>
                <a:pathLst>
                  <a:path w="8140" h="4914" extrusionOk="0">
                    <a:moveTo>
                      <a:pt x="1235" y="0"/>
                    </a:moveTo>
                    <a:lnTo>
                      <a:pt x="1" y="2435"/>
                    </a:lnTo>
                    <a:cubicBezTo>
                      <a:pt x="1" y="2435"/>
                      <a:pt x="1" y="4236"/>
                      <a:pt x="3036" y="4803"/>
                    </a:cubicBezTo>
                    <a:cubicBezTo>
                      <a:pt x="3449" y="4881"/>
                      <a:pt x="3825" y="4914"/>
                      <a:pt x="4166" y="4914"/>
                    </a:cubicBezTo>
                    <a:cubicBezTo>
                      <a:pt x="6334" y="4914"/>
                      <a:pt x="7106" y="3569"/>
                      <a:pt x="7106" y="3569"/>
                    </a:cubicBezTo>
                    <a:lnTo>
                      <a:pt x="8140" y="734"/>
                    </a:lnTo>
                    <a:lnTo>
                      <a:pt x="8140" y="734"/>
                    </a:lnTo>
                    <a:cubicBezTo>
                      <a:pt x="6817" y="1125"/>
                      <a:pt x="5719" y="1279"/>
                      <a:pt x="4811" y="1279"/>
                    </a:cubicBezTo>
                    <a:cubicBezTo>
                      <a:pt x="2857" y="1279"/>
                      <a:pt x="1782" y="569"/>
                      <a:pt x="12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4">
                <a:extLst>
                  <a:ext uri="{FF2B5EF4-FFF2-40B4-BE49-F238E27FC236}">
                    <a16:creationId xmlns:a16="http://schemas.microsoft.com/office/drawing/2014/main" id="{61C7D84D-2C83-5412-D0C7-10BAC0AB93D6}"/>
                  </a:ext>
                </a:extLst>
              </p:cNvPr>
              <p:cNvSpPr/>
              <p:nvPr/>
            </p:nvSpPr>
            <p:spPr>
              <a:xfrm>
                <a:off x="3780388" y="8274275"/>
                <a:ext cx="370275" cy="469125"/>
              </a:xfrm>
              <a:custGeom>
                <a:avLst/>
                <a:gdLst/>
                <a:ahLst/>
                <a:cxnLst/>
                <a:rect l="l" t="t" r="r" b="b"/>
                <a:pathLst>
                  <a:path w="14811" h="18765" extrusionOk="0">
                    <a:moveTo>
                      <a:pt x="12443" y="1"/>
                    </a:moveTo>
                    <a:lnTo>
                      <a:pt x="6038" y="3237"/>
                    </a:lnTo>
                    <a:cubicBezTo>
                      <a:pt x="6038" y="3237"/>
                      <a:pt x="2402" y="3337"/>
                      <a:pt x="1268" y="4671"/>
                    </a:cubicBezTo>
                    <a:cubicBezTo>
                      <a:pt x="134" y="6005"/>
                      <a:pt x="0" y="12610"/>
                      <a:pt x="0" y="13644"/>
                    </a:cubicBezTo>
                    <a:cubicBezTo>
                      <a:pt x="0" y="14711"/>
                      <a:pt x="2102" y="17847"/>
                      <a:pt x="5938" y="18614"/>
                    </a:cubicBezTo>
                    <a:cubicBezTo>
                      <a:pt x="6451" y="18717"/>
                      <a:pt x="6953" y="18765"/>
                      <a:pt x="7439" y="18765"/>
                    </a:cubicBezTo>
                    <a:cubicBezTo>
                      <a:pt x="10583" y="18765"/>
                      <a:pt x="13023" y="16763"/>
                      <a:pt x="13110" y="14711"/>
                    </a:cubicBezTo>
                    <a:cubicBezTo>
                      <a:pt x="13176" y="12310"/>
                      <a:pt x="14811" y="5805"/>
                      <a:pt x="14444" y="3337"/>
                    </a:cubicBezTo>
                    <a:cubicBezTo>
                      <a:pt x="14044" y="835"/>
                      <a:pt x="12443" y="1"/>
                      <a:pt x="124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4">
                <a:extLst>
                  <a:ext uri="{FF2B5EF4-FFF2-40B4-BE49-F238E27FC236}">
                    <a16:creationId xmlns:a16="http://schemas.microsoft.com/office/drawing/2014/main" id="{DD7D6B6D-B31C-D88E-7AF3-63E5E743E6BB}"/>
                  </a:ext>
                </a:extLst>
              </p:cNvPr>
              <p:cNvSpPr/>
              <p:nvPr/>
            </p:nvSpPr>
            <p:spPr>
              <a:xfrm>
                <a:off x="3780388" y="8274275"/>
                <a:ext cx="370275" cy="484550"/>
              </a:xfrm>
              <a:custGeom>
                <a:avLst/>
                <a:gdLst/>
                <a:ahLst/>
                <a:cxnLst/>
                <a:rect l="l" t="t" r="r" b="b"/>
                <a:pathLst>
                  <a:path w="14811" h="19382" fill="none" extrusionOk="0">
                    <a:moveTo>
                      <a:pt x="6038" y="3237"/>
                    </a:moveTo>
                    <a:cubicBezTo>
                      <a:pt x="6038" y="3237"/>
                      <a:pt x="2402" y="3337"/>
                      <a:pt x="1268" y="4671"/>
                    </a:cubicBezTo>
                    <a:cubicBezTo>
                      <a:pt x="134" y="6005"/>
                      <a:pt x="0" y="12610"/>
                      <a:pt x="0" y="13644"/>
                    </a:cubicBezTo>
                    <a:cubicBezTo>
                      <a:pt x="0" y="14711"/>
                      <a:pt x="2102" y="17847"/>
                      <a:pt x="5938" y="18614"/>
                    </a:cubicBezTo>
                    <a:cubicBezTo>
                      <a:pt x="9774" y="19381"/>
                      <a:pt x="13010" y="17080"/>
                      <a:pt x="13110" y="14711"/>
                    </a:cubicBezTo>
                    <a:cubicBezTo>
                      <a:pt x="13176" y="12310"/>
                      <a:pt x="14811" y="5805"/>
                      <a:pt x="14444" y="3337"/>
                    </a:cubicBezTo>
                    <a:cubicBezTo>
                      <a:pt x="14044" y="835"/>
                      <a:pt x="12443" y="1"/>
                      <a:pt x="12443" y="1"/>
                    </a:cubicBez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4">
                <a:extLst>
                  <a:ext uri="{FF2B5EF4-FFF2-40B4-BE49-F238E27FC236}">
                    <a16:creationId xmlns:a16="http://schemas.microsoft.com/office/drawing/2014/main" id="{FCE29D49-71D5-0478-C673-2EF436830480}"/>
                  </a:ext>
                </a:extLst>
              </p:cNvPr>
              <p:cNvSpPr/>
              <p:nvPr/>
            </p:nvSpPr>
            <p:spPr>
              <a:xfrm>
                <a:off x="3807913" y="8528625"/>
                <a:ext cx="225175" cy="220200"/>
              </a:xfrm>
              <a:custGeom>
                <a:avLst/>
                <a:gdLst/>
                <a:ahLst/>
                <a:cxnLst/>
                <a:rect l="l" t="t" r="r" b="b"/>
                <a:pathLst>
                  <a:path w="9007" h="8808" extrusionOk="0">
                    <a:moveTo>
                      <a:pt x="4503" y="1"/>
                    </a:moveTo>
                    <a:cubicBezTo>
                      <a:pt x="2002" y="1"/>
                      <a:pt x="0" y="1969"/>
                      <a:pt x="0" y="4404"/>
                    </a:cubicBezTo>
                    <a:cubicBezTo>
                      <a:pt x="0" y="6839"/>
                      <a:pt x="2002" y="8807"/>
                      <a:pt x="4503" y="8807"/>
                    </a:cubicBezTo>
                    <a:cubicBezTo>
                      <a:pt x="6972" y="8807"/>
                      <a:pt x="9007" y="6839"/>
                      <a:pt x="9007" y="4404"/>
                    </a:cubicBezTo>
                    <a:cubicBezTo>
                      <a:pt x="9007" y="1969"/>
                      <a:pt x="6972" y="1"/>
                      <a:pt x="45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4">
                <a:extLst>
                  <a:ext uri="{FF2B5EF4-FFF2-40B4-BE49-F238E27FC236}">
                    <a16:creationId xmlns:a16="http://schemas.microsoft.com/office/drawing/2014/main" id="{478C4F31-5638-87A8-DACA-289F66E408F6}"/>
                  </a:ext>
                </a:extLst>
              </p:cNvPr>
              <p:cNvSpPr/>
              <p:nvPr/>
            </p:nvSpPr>
            <p:spPr>
              <a:xfrm>
                <a:off x="3572738" y="8592375"/>
                <a:ext cx="391975" cy="407450"/>
              </a:xfrm>
              <a:custGeom>
                <a:avLst/>
                <a:gdLst/>
                <a:ahLst/>
                <a:cxnLst/>
                <a:rect l="l" t="t" r="r" b="b"/>
                <a:pathLst>
                  <a:path w="15679" h="16298" extrusionOk="0">
                    <a:moveTo>
                      <a:pt x="10949" y="0"/>
                    </a:moveTo>
                    <a:cubicBezTo>
                      <a:pt x="10817" y="0"/>
                      <a:pt x="10702" y="17"/>
                      <a:pt x="10608" y="53"/>
                    </a:cubicBezTo>
                    <a:cubicBezTo>
                      <a:pt x="9674" y="420"/>
                      <a:pt x="10141" y="1087"/>
                      <a:pt x="9274" y="1487"/>
                    </a:cubicBezTo>
                    <a:cubicBezTo>
                      <a:pt x="8440" y="1854"/>
                      <a:pt x="5171" y="2354"/>
                      <a:pt x="4504" y="3188"/>
                    </a:cubicBezTo>
                    <a:cubicBezTo>
                      <a:pt x="3836" y="4056"/>
                      <a:pt x="3369" y="5690"/>
                      <a:pt x="2302" y="7591"/>
                    </a:cubicBezTo>
                    <a:cubicBezTo>
                      <a:pt x="1268" y="9493"/>
                      <a:pt x="0" y="10360"/>
                      <a:pt x="1435" y="10460"/>
                    </a:cubicBezTo>
                    <a:cubicBezTo>
                      <a:pt x="1464" y="10461"/>
                      <a:pt x="1493" y="10461"/>
                      <a:pt x="1521" y="10461"/>
                    </a:cubicBezTo>
                    <a:cubicBezTo>
                      <a:pt x="2755" y="10461"/>
                      <a:pt x="3882" y="9767"/>
                      <a:pt x="4404" y="8659"/>
                    </a:cubicBezTo>
                    <a:cubicBezTo>
                      <a:pt x="4737" y="8025"/>
                      <a:pt x="5237" y="7525"/>
                      <a:pt x="5838" y="7225"/>
                    </a:cubicBezTo>
                    <a:lnTo>
                      <a:pt x="5838" y="7225"/>
                    </a:lnTo>
                    <a:cubicBezTo>
                      <a:pt x="5838" y="7225"/>
                      <a:pt x="3269" y="13062"/>
                      <a:pt x="3636" y="13629"/>
                    </a:cubicBezTo>
                    <a:cubicBezTo>
                      <a:pt x="3803" y="13929"/>
                      <a:pt x="4070" y="14163"/>
                      <a:pt x="4404" y="14296"/>
                    </a:cubicBezTo>
                    <a:cubicBezTo>
                      <a:pt x="4404" y="14296"/>
                      <a:pt x="4103" y="15430"/>
                      <a:pt x="4804" y="15731"/>
                    </a:cubicBezTo>
                    <a:cubicBezTo>
                      <a:pt x="4971" y="15800"/>
                      <a:pt x="5149" y="15835"/>
                      <a:pt x="5327" y="15835"/>
                    </a:cubicBezTo>
                    <a:cubicBezTo>
                      <a:pt x="5576" y="15835"/>
                      <a:pt x="5824" y="15767"/>
                      <a:pt x="6038" y="15631"/>
                    </a:cubicBezTo>
                    <a:cubicBezTo>
                      <a:pt x="6038" y="15631"/>
                      <a:pt x="6905" y="16298"/>
                      <a:pt x="7372" y="16298"/>
                    </a:cubicBezTo>
                    <a:cubicBezTo>
                      <a:pt x="7673" y="16264"/>
                      <a:pt x="7973" y="16164"/>
                      <a:pt x="8240" y="15997"/>
                    </a:cubicBezTo>
                    <a:cubicBezTo>
                      <a:pt x="8240" y="15997"/>
                      <a:pt x="8432" y="16021"/>
                      <a:pt x="8702" y="16021"/>
                    </a:cubicBezTo>
                    <a:cubicBezTo>
                      <a:pt x="9219" y="16021"/>
                      <a:pt x="10023" y="15935"/>
                      <a:pt x="10308" y="15430"/>
                    </a:cubicBezTo>
                    <a:cubicBezTo>
                      <a:pt x="10775" y="14663"/>
                      <a:pt x="12910" y="12195"/>
                      <a:pt x="13944" y="10160"/>
                    </a:cubicBezTo>
                    <a:cubicBezTo>
                      <a:pt x="14611" y="8826"/>
                      <a:pt x="15044" y="7358"/>
                      <a:pt x="15211" y="5890"/>
                    </a:cubicBezTo>
                    <a:cubicBezTo>
                      <a:pt x="15211" y="5890"/>
                      <a:pt x="15678" y="3789"/>
                      <a:pt x="15211" y="2555"/>
                    </a:cubicBezTo>
                    <a:cubicBezTo>
                      <a:pt x="14790" y="1440"/>
                      <a:pt x="12167" y="0"/>
                      <a:pt x="109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4">
                <a:extLst>
                  <a:ext uri="{FF2B5EF4-FFF2-40B4-BE49-F238E27FC236}">
                    <a16:creationId xmlns:a16="http://schemas.microsoft.com/office/drawing/2014/main" id="{403C6A18-44B2-AE6B-B7CA-0064389E41DA}"/>
                  </a:ext>
                </a:extLst>
              </p:cNvPr>
              <p:cNvSpPr/>
              <p:nvPr/>
            </p:nvSpPr>
            <p:spPr>
              <a:xfrm>
                <a:off x="3682813" y="8796325"/>
                <a:ext cx="102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6139" fill="none" extrusionOk="0">
                    <a:moveTo>
                      <a:pt x="1" y="6138"/>
                    </a:moveTo>
                    <a:lnTo>
                      <a:pt x="4103" y="1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4">
                <a:extLst>
                  <a:ext uri="{FF2B5EF4-FFF2-40B4-BE49-F238E27FC236}">
                    <a16:creationId xmlns:a16="http://schemas.microsoft.com/office/drawing/2014/main" id="{DE6B0393-8FD8-4173-ED88-88F15E2C245E}"/>
                  </a:ext>
                </a:extLst>
              </p:cNvPr>
              <p:cNvSpPr/>
              <p:nvPr/>
            </p:nvSpPr>
            <p:spPr>
              <a:xfrm>
                <a:off x="3723688" y="8834675"/>
                <a:ext cx="114250" cy="148475"/>
              </a:xfrm>
              <a:custGeom>
                <a:avLst/>
                <a:gdLst/>
                <a:ahLst/>
                <a:cxnLst/>
                <a:rect l="l" t="t" r="r" b="b"/>
                <a:pathLst>
                  <a:path w="4570" h="5939" fill="none" extrusionOk="0">
                    <a:moveTo>
                      <a:pt x="0" y="5939"/>
                    </a:moveTo>
                    <a:lnTo>
                      <a:pt x="4570" y="1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4">
                <a:extLst>
                  <a:ext uri="{FF2B5EF4-FFF2-40B4-BE49-F238E27FC236}">
                    <a16:creationId xmlns:a16="http://schemas.microsoft.com/office/drawing/2014/main" id="{9EEC1584-22C0-10FA-11FD-8D26F7F803BE}"/>
                  </a:ext>
                </a:extLst>
              </p:cNvPr>
              <p:cNvSpPr/>
              <p:nvPr/>
            </p:nvSpPr>
            <p:spPr>
              <a:xfrm>
                <a:off x="3778713" y="8889725"/>
                <a:ext cx="90925" cy="102600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4104" fill="none" extrusionOk="0">
                    <a:moveTo>
                      <a:pt x="1" y="4103"/>
                    </a:moveTo>
                    <a:lnTo>
                      <a:pt x="3637" y="1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4">
                <a:extLst>
                  <a:ext uri="{FF2B5EF4-FFF2-40B4-BE49-F238E27FC236}">
                    <a16:creationId xmlns:a16="http://schemas.microsoft.com/office/drawing/2014/main" id="{DDB392AD-5B21-0DFB-ECCC-F19F63C52BBA}"/>
                  </a:ext>
                </a:extLst>
              </p:cNvPr>
              <p:cNvSpPr/>
              <p:nvPr/>
            </p:nvSpPr>
            <p:spPr>
              <a:xfrm>
                <a:off x="3718663" y="8708775"/>
                <a:ext cx="19225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769" h="2569" fill="none" extrusionOk="0">
                    <a:moveTo>
                      <a:pt x="1" y="2569"/>
                    </a:moveTo>
                    <a:lnTo>
                      <a:pt x="768" y="0"/>
                    </a:lnTo>
                  </a:path>
                </a:pathLst>
              </a:custGeom>
              <a:noFill/>
              <a:ln w="10850" cap="rnd" cmpd="sng">
                <a:solidFill>
                  <a:srgbClr val="2632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FF5C3E-4636-F279-3451-866D0014D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551843"/>
              </p:ext>
            </p:extLst>
          </p:nvPr>
        </p:nvGraphicFramePr>
        <p:xfrm>
          <a:off x="4680361" y="962712"/>
          <a:ext cx="3728160" cy="2133600"/>
        </p:xfrm>
        <a:graphic>
          <a:graphicData uri="http://schemas.openxmlformats.org/drawingml/2006/table">
            <a:tbl>
              <a:tblPr firstRow="1" bandRow="1">
                <a:tableStyleId>{A350EAC2-46DF-4FE3-A99B-35004A3DB63D}</a:tableStyleId>
              </a:tblPr>
              <a:tblGrid>
                <a:gridCol w="1864080">
                  <a:extLst>
                    <a:ext uri="{9D8B030D-6E8A-4147-A177-3AD203B41FA5}">
                      <a16:colId xmlns:a16="http://schemas.microsoft.com/office/drawing/2014/main" val="3173105593"/>
                    </a:ext>
                  </a:extLst>
                </a:gridCol>
                <a:gridCol w="1864080">
                  <a:extLst>
                    <a:ext uri="{9D8B030D-6E8A-4147-A177-3AD203B41FA5}">
                      <a16:colId xmlns:a16="http://schemas.microsoft.com/office/drawing/2014/main" val="4273596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of People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049487"/>
                  </a:ext>
                </a:extLst>
              </a:tr>
              <a:tr h="238931"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522328"/>
                  </a:ext>
                </a:extLst>
              </a:tr>
              <a:tr h="238931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763938"/>
                  </a:ext>
                </a:extLst>
              </a:tr>
              <a:tr h="238931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933"/>
                  </a:ext>
                </a:extLst>
              </a:tr>
              <a:tr h="238931"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18941"/>
                  </a:ext>
                </a:extLst>
              </a:tr>
              <a:tr h="238931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224642"/>
                  </a:ext>
                </a:extLst>
              </a:tr>
              <a:tr h="238931"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6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14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>
          <a:extLst>
            <a:ext uri="{FF2B5EF4-FFF2-40B4-BE49-F238E27FC236}">
              <a16:creationId xmlns:a16="http://schemas.microsoft.com/office/drawing/2014/main" id="{B1DD5F8A-0350-7934-6831-EBB31CC75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6">
            <a:extLst>
              <a:ext uri="{FF2B5EF4-FFF2-40B4-BE49-F238E27FC236}">
                <a16:creationId xmlns:a16="http://schemas.microsoft.com/office/drawing/2014/main" id="{228FA312-0A1F-0549-EDA5-63EC1C4DE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01718" y="2075621"/>
            <a:ext cx="49764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17,17,17,19,20,20,22,22,23,25,25,25</a:t>
            </a:r>
            <a:br>
              <a:rPr lang="en-US" sz="2400" dirty="0"/>
            </a:br>
            <a:endParaRPr sz="2400" dirty="0"/>
          </a:p>
        </p:txBody>
      </p:sp>
      <p:sp>
        <p:nvSpPr>
          <p:cNvPr id="844" name="Google Shape;844;p46">
            <a:extLst>
              <a:ext uri="{FF2B5EF4-FFF2-40B4-BE49-F238E27FC236}">
                <a16:creationId xmlns:a16="http://schemas.microsoft.com/office/drawing/2014/main" id="{8F88E18F-7E10-D2E0-0F47-A519464EE91B}"/>
              </a:ext>
            </a:extLst>
          </p:cNvPr>
          <p:cNvSpPr/>
          <p:nvPr/>
        </p:nvSpPr>
        <p:spPr>
          <a:xfrm>
            <a:off x="4306425" y="4145975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5" name="Google Shape;845;p46">
            <a:extLst>
              <a:ext uri="{FF2B5EF4-FFF2-40B4-BE49-F238E27FC236}">
                <a16:creationId xmlns:a16="http://schemas.microsoft.com/office/drawing/2014/main" id="{2F09BE72-B2A9-0C35-25B9-53939C06FA63}"/>
              </a:ext>
            </a:extLst>
          </p:cNvPr>
          <p:cNvGrpSpPr/>
          <p:nvPr/>
        </p:nvGrpSpPr>
        <p:grpSpPr>
          <a:xfrm>
            <a:off x="539508" y="538567"/>
            <a:ext cx="384632" cy="574469"/>
            <a:chOff x="5896600" y="1746775"/>
            <a:chExt cx="180375" cy="269400"/>
          </a:xfrm>
        </p:grpSpPr>
        <p:sp>
          <p:nvSpPr>
            <p:cNvPr id="846" name="Google Shape;846;p46">
              <a:extLst>
                <a:ext uri="{FF2B5EF4-FFF2-40B4-BE49-F238E27FC236}">
                  <a16:creationId xmlns:a16="http://schemas.microsoft.com/office/drawing/2014/main" id="{466C94BE-E6C2-FF73-41B5-3BCAB6299B58}"/>
                </a:ext>
              </a:extLst>
            </p:cNvPr>
            <p:cNvSpPr/>
            <p:nvPr/>
          </p:nvSpPr>
          <p:spPr>
            <a:xfrm>
              <a:off x="5900150" y="1796400"/>
              <a:ext cx="139325" cy="211275"/>
            </a:xfrm>
            <a:custGeom>
              <a:avLst/>
              <a:gdLst/>
              <a:ahLst/>
              <a:cxnLst/>
              <a:rect l="l" t="t" r="r" b="b"/>
              <a:pathLst>
                <a:path w="5573" h="8451" extrusionOk="0">
                  <a:moveTo>
                    <a:pt x="4511" y="1"/>
                  </a:moveTo>
                  <a:cubicBezTo>
                    <a:pt x="4172" y="1"/>
                    <a:pt x="3815" y="225"/>
                    <a:pt x="3616" y="589"/>
                  </a:cubicBezTo>
                  <a:lnTo>
                    <a:pt x="253" y="7030"/>
                  </a:lnTo>
                  <a:cubicBezTo>
                    <a:pt x="1" y="7535"/>
                    <a:pt x="111" y="8119"/>
                    <a:pt x="537" y="8324"/>
                  </a:cubicBezTo>
                  <a:lnTo>
                    <a:pt x="711" y="8419"/>
                  </a:lnTo>
                  <a:lnTo>
                    <a:pt x="758" y="8450"/>
                  </a:lnTo>
                  <a:cubicBezTo>
                    <a:pt x="774" y="8403"/>
                    <a:pt x="806" y="8403"/>
                    <a:pt x="837" y="8371"/>
                  </a:cubicBezTo>
                  <a:cubicBezTo>
                    <a:pt x="822" y="8371"/>
                    <a:pt x="790" y="8324"/>
                    <a:pt x="774" y="8324"/>
                  </a:cubicBezTo>
                  <a:lnTo>
                    <a:pt x="601" y="8245"/>
                  </a:lnTo>
                  <a:cubicBezTo>
                    <a:pt x="206" y="7993"/>
                    <a:pt x="80" y="7472"/>
                    <a:pt x="332" y="7061"/>
                  </a:cubicBezTo>
                  <a:lnTo>
                    <a:pt x="3679" y="637"/>
                  </a:lnTo>
                  <a:cubicBezTo>
                    <a:pt x="3856" y="294"/>
                    <a:pt x="4184" y="93"/>
                    <a:pt x="4496" y="93"/>
                  </a:cubicBezTo>
                  <a:cubicBezTo>
                    <a:pt x="4601" y="93"/>
                    <a:pt x="4704" y="115"/>
                    <a:pt x="4799" y="163"/>
                  </a:cubicBezTo>
                  <a:lnTo>
                    <a:pt x="4973" y="258"/>
                  </a:lnTo>
                  <a:cubicBezTo>
                    <a:pt x="5352" y="463"/>
                    <a:pt x="5462" y="984"/>
                    <a:pt x="5226" y="1442"/>
                  </a:cubicBezTo>
                  <a:lnTo>
                    <a:pt x="3821" y="4141"/>
                  </a:lnTo>
                  <a:cubicBezTo>
                    <a:pt x="3800" y="4183"/>
                    <a:pt x="3821" y="4211"/>
                    <a:pt x="3847" y="4211"/>
                  </a:cubicBezTo>
                  <a:cubicBezTo>
                    <a:pt x="3859" y="4211"/>
                    <a:pt x="3873" y="4204"/>
                    <a:pt x="3884" y="4188"/>
                  </a:cubicBezTo>
                  <a:lnTo>
                    <a:pt x="5305" y="1473"/>
                  </a:lnTo>
                  <a:cubicBezTo>
                    <a:pt x="5573" y="968"/>
                    <a:pt x="5447" y="384"/>
                    <a:pt x="5036" y="179"/>
                  </a:cubicBezTo>
                  <a:lnTo>
                    <a:pt x="4847" y="84"/>
                  </a:lnTo>
                  <a:cubicBezTo>
                    <a:pt x="4742" y="28"/>
                    <a:pt x="4627" y="1"/>
                    <a:pt x="4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6">
              <a:extLst>
                <a:ext uri="{FF2B5EF4-FFF2-40B4-BE49-F238E27FC236}">
                  <a16:creationId xmlns:a16="http://schemas.microsoft.com/office/drawing/2014/main" id="{F619CD4F-7AFF-C81E-5060-1D03990A2D47}"/>
                </a:ext>
              </a:extLst>
            </p:cNvPr>
            <p:cNvSpPr/>
            <p:nvPr/>
          </p:nvSpPr>
          <p:spPr>
            <a:xfrm>
              <a:off x="5898175" y="1795025"/>
              <a:ext cx="142500" cy="213825"/>
            </a:xfrm>
            <a:custGeom>
              <a:avLst/>
              <a:gdLst/>
              <a:ahLst/>
              <a:cxnLst/>
              <a:rect l="l" t="t" r="r" b="b"/>
              <a:pathLst>
                <a:path w="5700" h="8553" extrusionOk="0">
                  <a:moveTo>
                    <a:pt x="4579" y="0"/>
                  </a:moveTo>
                  <a:cubicBezTo>
                    <a:pt x="4215" y="0"/>
                    <a:pt x="3845" y="233"/>
                    <a:pt x="3647" y="628"/>
                  </a:cubicBezTo>
                  <a:lnTo>
                    <a:pt x="285" y="7069"/>
                  </a:lnTo>
                  <a:cubicBezTo>
                    <a:pt x="1" y="7590"/>
                    <a:pt x="143" y="8205"/>
                    <a:pt x="585" y="8442"/>
                  </a:cubicBezTo>
                  <a:lnTo>
                    <a:pt x="759" y="8537"/>
                  </a:lnTo>
                  <a:lnTo>
                    <a:pt x="806" y="8553"/>
                  </a:lnTo>
                  <a:lnTo>
                    <a:pt x="853" y="8553"/>
                  </a:lnTo>
                  <a:cubicBezTo>
                    <a:pt x="869" y="8553"/>
                    <a:pt x="885" y="8537"/>
                    <a:pt x="885" y="8521"/>
                  </a:cubicBezTo>
                  <a:lnTo>
                    <a:pt x="901" y="8505"/>
                  </a:lnTo>
                  <a:cubicBezTo>
                    <a:pt x="916" y="8505"/>
                    <a:pt x="932" y="8490"/>
                    <a:pt x="948" y="8474"/>
                  </a:cubicBezTo>
                  <a:cubicBezTo>
                    <a:pt x="948" y="8474"/>
                    <a:pt x="948" y="8474"/>
                    <a:pt x="964" y="8458"/>
                  </a:cubicBezTo>
                  <a:cubicBezTo>
                    <a:pt x="980" y="8426"/>
                    <a:pt x="964" y="8395"/>
                    <a:pt x="932" y="8379"/>
                  </a:cubicBezTo>
                  <a:lnTo>
                    <a:pt x="916" y="8363"/>
                  </a:lnTo>
                  <a:cubicBezTo>
                    <a:pt x="901" y="8347"/>
                    <a:pt x="901" y="8347"/>
                    <a:pt x="885" y="8332"/>
                  </a:cubicBezTo>
                  <a:lnTo>
                    <a:pt x="711" y="8253"/>
                  </a:lnTo>
                  <a:cubicBezTo>
                    <a:pt x="348" y="8063"/>
                    <a:pt x="238" y="7574"/>
                    <a:pt x="459" y="7164"/>
                  </a:cubicBezTo>
                  <a:lnTo>
                    <a:pt x="3805" y="723"/>
                  </a:lnTo>
                  <a:cubicBezTo>
                    <a:pt x="3982" y="405"/>
                    <a:pt x="4281" y="210"/>
                    <a:pt x="4566" y="210"/>
                  </a:cubicBezTo>
                  <a:cubicBezTo>
                    <a:pt x="4663" y="210"/>
                    <a:pt x="4759" y="233"/>
                    <a:pt x="4847" y="281"/>
                  </a:cubicBezTo>
                  <a:lnTo>
                    <a:pt x="5021" y="376"/>
                  </a:lnTo>
                  <a:cubicBezTo>
                    <a:pt x="5368" y="550"/>
                    <a:pt x="5478" y="1055"/>
                    <a:pt x="5257" y="1481"/>
                  </a:cubicBezTo>
                  <a:lnTo>
                    <a:pt x="3852" y="4164"/>
                  </a:lnTo>
                  <a:cubicBezTo>
                    <a:pt x="3837" y="4196"/>
                    <a:pt x="3821" y="4228"/>
                    <a:pt x="3837" y="4259"/>
                  </a:cubicBezTo>
                  <a:cubicBezTo>
                    <a:pt x="3837" y="4275"/>
                    <a:pt x="3852" y="4306"/>
                    <a:pt x="3884" y="4306"/>
                  </a:cubicBezTo>
                  <a:cubicBezTo>
                    <a:pt x="3901" y="4318"/>
                    <a:pt x="3920" y="4323"/>
                    <a:pt x="3937" y="4323"/>
                  </a:cubicBezTo>
                  <a:cubicBezTo>
                    <a:pt x="3970" y="4323"/>
                    <a:pt x="4000" y="4305"/>
                    <a:pt x="4010" y="4275"/>
                  </a:cubicBezTo>
                  <a:lnTo>
                    <a:pt x="5431" y="1560"/>
                  </a:lnTo>
                  <a:cubicBezTo>
                    <a:pt x="5699" y="1039"/>
                    <a:pt x="5573" y="423"/>
                    <a:pt x="5131" y="186"/>
                  </a:cubicBezTo>
                  <a:lnTo>
                    <a:pt x="4957" y="92"/>
                  </a:lnTo>
                  <a:cubicBezTo>
                    <a:pt x="4837" y="30"/>
                    <a:pt x="4708" y="0"/>
                    <a:pt x="4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6">
              <a:extLst>
                <a:ext uri="{FF2B5EF4-FFF2-40B4-BE49-F238E27FC236}">
                  <a16:creationId xmlns:a16="http://schemas.microsoft.com/office/drawing/2014/main" id="{46C61AAA-FB2D-C00A-DB59-C4756A7D9907}"/>
                </a:ext>
              </a:extLst>
            </p:cNvPr>
            <p:cNvSpPr/>
            <p:nvPr/>
          </p:nvSpPr>
          <p:spPr>
            <a:xfrm>
              <a:off x="5897800" y="1795075"/>
              <a:ext cx="142875" cy="215750"/>
            </a:xfrm>
            <a:custGeom>
              <a:avLst/>
              <a:gdLst/>
              <a:ahLst/>
              <a:cxnLst/>
              <a:rect l="l" t="t" r="r" b="b"/>
              <a:pathLst>
                <a:path w="5715" h="8630" extrusionOk="0">
                  <a:moveTo>
                    <a:pt x="4595" y="0"/>
                  </a:moveTo>
                  <a:cubicBezTo>
                    <a:pt x="4234" y="0"/>
                    <a:pt x="3858" y="239"/>
                    <a:pt x="3646" y="626"/>
                  </a:cubicBezTo>
                  <a:lnTo>
                    <a:pt x="284" y="7067"/>
                  </a:lnTo>
                  <a:cubicBezTo>
                    <a:pt x="0" y="7588"/>
                    <a:pt x="142" y="8172"/>
                    <a:pt x="584" y="8409"/>
                  </a:cubicBezTo>
                  <a:lnTo>
                    <a:pt x="1042" y="8630"/>
                  </a:lnTo>
                  <a:cubicBezTo>
                    <a:pt x="1058" y="8566"/>
                    <a:pt x="1089" y="8519"/>
                    <a:pt x="1152" y="8488"/>
                  </a:cubicBezTo>
                  <a:lnTo>
                    <a:pt x="774" y="8282"/>
                  </a:lnTo>
                  <a:cubicBezTo>
                    <a:pt x="395" y="8046"/>
                    <a:pt x="253" y="7540"/>
                    <a:pt x="474" y="7162"/>
                  </a:cubicBezTo>
                  <a:lnTo>
                    <a:pt x="3820" y="721"/>
                  </a:lnTo>
                  <a:cubicBezTo>
                    <a:pt x="3997" y="403"/>
                    <a:pt x="4296" y="208"/>
                    <a:pt x="4581" y="208"/>
                  </a:cubicBezTo>
                  <a:cubicBezTo>
                    <a:pt x="4678" y="208"/>
                    <a:pt x="4774" y="231"/>
                    <a:pt x="4862" y="279"/>
                  </a:cubicBezTo>
                  <a:lnTo>
                    <a:pt x="5036" y="374"/>
                  </a:lnTo>
                  <a:cubicBezTo>
                    <a:pt x="5383" y="548"/>
                    <a:pt x="5493" y="1053"/>
                    <a:pt x="5272" y="1479"/>
                  </a:cubicBezTo>
                  <a:lnTo>
                    <a:pt x="3867" y="4162"/>
                  </a:lnTo>
                  <a:cubicBezTo>
                    <a:pt x="3852" y="4194"/>
                    <a:pt x="3836" y="4226"/>
                    <a:pt x="3852" y="4257"/>
                  </a:cubicBezTo>
                  <a:cubicBezTo>
                    <a:pt x="3852" y="4273"/>
                    <a:pt x="3867" y="4304"/>
                    <a:pt x="3899" y="4304"/>
                  </a:cubicBezTo>
                  <a:cubicBezTo>
                    <a:pt x="3916" y="4316"/>
                    <a:pt x="3933" y="4321"/>
                    <a:pt x="3949" y="4321"/>
                  </a:cubicBezTo>
                  <a:cubicBezTo>
                    <a:pt x="3978" y="4321"/>
                    <a:pt x="4005" y="4303"/>
                    <a:pt x="4025" y="4273"/>
                  </a:cubicBezTo>
                  <a:lnTo>
                    <a:pt x="5430" y="1558"/>
                  </a:lnTo>
                  <a:cubicBezTo>
                    <a:pt x="5714" y="1037"/>
                    <a:pt x="5572" y="421"/>
                    <a:pt x="5130" y="184"/>
                  </a:cubicBezTo>
                  <a:lnTo>
                    <a:pt x="4957" y="90"/>
                  </a:lnTo>
                  <a:cubicBezTo>
                    <a:pt x="4843" y="29"/>
                    <a:pt x="4720" y="0"/>
                    <a:pt x="4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6">
              <a:extLst>
                <a:ext uri="{FF2B5EF4-FFF2-40B4-BE49-F238E27FC236}">
                  <a16:creationId xmlns:a16="http://schemas.microsoft.com/office/drawing/2014/main" id="{E563830D-43B8-86C5-8FD1-2A19BD11F97E}"/>
                </a:ext>
              </a:extLst>
            </p:cNvPr>
            <p:cNvSpPr/>
            <p:nvPr/>
          </p:nvSpPr>
          <p:spPr>
            <a:xfrm>
              <a:off x="5896600" y="1793500"/>
              <a:ext cx="146050" cy="218675"/>
            </a:xfrm>
            <a:custGeom>
              <a:avLst/>
              <a:gdLst/>
              <a:ahLst/>
              <a:cxnLst/>
              <a:rect l="l" t="t" r="r" b="b"/>
              <a:pathLst>
                <a:path w="5842" h="8747" extrusionOk="0">
                  <a:moveTo>
                    <a:pt x="4637" y="133"/>
                  </a:moveTo>
                  <a:cubicBezTo>
                    <a:pt x="4754" y="133"/>
                    <a:pt x="4868" y="159"/>
                    <a:pt x="4973" y="216"/>
                  </a:cubicBezTo>
                  <a:lnTo>
                    <a:pt x="5162" y="311"/>
                  </a:lnTo>
                  <a:cubicBezTo>
                    <a:pt x="5573" y="532"/>
                    <a:pt x="5699" y="1116"/>
                    <a:pt x="5431" y="1605"/>
                  </a:cubicBezTo>
                  <a:lnTo>
                    <a:pt x="4026" y="4320"/>
                  </a:lnTo>
                  <a:cubicBezTo>
                    <a:pt x="4018" y="4336"/>
                    <a:pt x="4002" y="4344"/>
                    <a:pt x="3986" y="4344"/>
                  </a:cubicBezTo>
                  <a:cubicBezTo>
                    <a:pt x="3971" y="4344"/>
                    <a:pt x="3955" y="4336"/>
                    <a:pt x="3947" y="4320"/>
                  </a:cubicBezTo>
                  <a:cubicBezTo>
                    <a:pt x="3947" y="4304"/>
                    <a:pt x="3947" y="4289"/>
                    <a:pt x="3947" y="4273"/>
                  </a:cubicBezTo>
                  <a:lnTo>
                    <a:pt x="5352" y="1573"/>
                  </a:lnTo>
                  <a:cubicBezTo>
                    <a:pt x="5589" y="1116"/>
                    <a:pt x="5478" y="595"/>
                    <a:pt x="5099" y="390"/>
                  </a:cubicBezTo>
                  <a:lnTo>
                    <a:pt x="4926" y="295"/>
                  </a:lnTo>
                  <a:cubicBezTo>
                    <a:pt x="4830" y="247"/>
                    <a:pt x="4728" y="225"/>
                    <a:pt x="4625" y="225"/>
                  </a:cubicBezTo>
                  <a:cubicBezTo>
                    <a:pt x="4317" y="225"/>
                    <a:pt x="3998" y="426"/>
                    <a:pt x="3821" y="768"/>
                  </a:cubicBezTo>
                  <a:lnTo>
                    <a:pt x="458" y="7193"/>
                  </a:lnTo>
                  <a:cubicBezTo>
                    <a:pt x="222" y="7619"/>
                    <a:pt x="364" y="8156"/>
                    <a:pt x="774" y="8408"/>
                  </a:cubicBezTo>
                  <a:lnTo>
                    <a:pt x="1090" y="8566"/>
                  </a:lnTo>
                  <a:cubicBezTo>
                    <a:pt x="1074" y="8582"/>
                    <a:pt x="1058" y="8598"/>
                    <a:pt x="1043" y="8629"/>
                  </a:cubicBezTo>
                  <a:lnTo>
                    <a:pt x="664" y="8440"/>
                  </a:lnTo>
                  <a:cubicBezTo>
                    <a:pt x="253" y="8219"/>
                    <a:pt x="127" y="7651"/>
                    <a:pt x="380" y="7161"/>
                  </a:cubicBezTo>
                  <a:lnTo>
                    <a:pt x="3758" y="721"/>
                  </a:lnTo>
                  <a:cubicBezTo>
                    <a:pt x="3945" y="357"/>
                    <a:pt x="4299" y="133"/>
                    <a:pt x="4637" y="133"/>
                  </a:cubicBezTo>
                  <a:close/>
                  <a:moveTo>
                    <a:pt x="4655" y="1"/>
                  </a:moveTo>
                  <a:cubicBezTo>
                    <a:pt x="4270" y="1"/>
                    <a:pt x="3871" y="246"/>
                    <a:pt x="3647" y="658"/>
                  </a:cubicBezTo>
                  <a:lnTo>
                    <a:pt x="285" y="7098"/>
                  </a:lnTo>
                  <a:cubicBezTo>
                    <a:pt x="1" y="7651"/>
                    <a:pt x="143" y="8282"/>
                    <a:pt x="616" y="8519"/>
                  </a:cubicBezTo>
                  <a:lnTo>
                    <a:pt x="1058" y="8740"/>
                  </a:lnTo>
                  <a:cubicBezTo>
                    <a:pt x="1067" y="8744"/>
                    <a:pt x="1075" y="8746"/>
                    <a:pt x="1083" y="8746"/>
                  </a:cubicBezTo>
                  <a:cubicBezTo>
                    <a:pt x="1106" y="8746"/>
                    <a:pt x="1126" y="8732"/>
                    <a:pt x="1137" y="8708"/>
                  </a:cubicBezTo>
                  <a:cubicBezTo>
                    <a:pt x="1153" y="8661"/>
                    <a:pt x="1169" y="8629"/>
                    <a:pt x="1216" y="8598"/>
                  </a:cubicBezTo>
                  <a:cubicBezTo>
                    <a:pt x="1232" y="8582"/>
                    <a:pt x="1248" y="8566"/>
                    <a:pt x="1248" y="8551"/>
                  </a:cubicBezTo>
                  <a:cubicBezTo>
                    <a:pt x="1248" y="8519"/>
                    <a:pt x="1232" y="8503"/>
                    <a:pt x="1216" y="8503"/>
                  </a:cubicBezTo>
                  <a:lnTo>
                    <a:pt x="837" y="8282"/>
                  </a:lnTo>
                  <a:cubicBezTo>
                    <a:pt x="474" y="8061"/>
                    <a:pt x="364" y="7603"/>
                    <a:pt x="569" y="7240"/>
                  </a:cubicBezTo>
                  <a:lnTo>
                    <a:pt x="3931" y="800"/>
                  </a:lnTo>
                  <a:cubicBezTo>
                    <a:pt x="4085" y="503"/>
                    <a:pt x="4365" y="332"/>
                    <a:pt x="4634" y="332"/>
                  </a:cubicBezTo>
                  <a:cubicBezTo>
                    <a:pt x="4724" y="332"/>
                    <a:pt x="4812" y="350"/>
                    <a:pt x="4894" y="390"/>
                  </a:cubicBezTo>
                  <a:lnTo>
                    <a:pt x="5068" y="484"/>
                  </a:lnTo>
                  <a:cubicBezTo>
                    <a:pt x="5383" y="658"/>
                    <a:pt x="5462" y="1116"/>
                    <a:pt x="5257" y="1510"/>
                  </a:cubicBezTo>
                  <a:lnTo>
                    <a:pt x="3852" y="4194"/>
                  </a:lnTo>
                  <a:cubicBezTo>
                    <a:pt x="3837" y="4241"/>
                    <a:pt x="3821" y="4289"/>
                    <a:pt x="3837" y="4336"/>
                  </a:cubicBezTo>
                  <a:cubicBezTo>
                    <a:pt x="3862" y="4403"/>
                    <a:pt x="3927" y="4439"/>
                    <a:pt x="3992" y="4439"/>
                  </a:cubicBezTo>
                  <a:cubicBezTo>
                    <a:pt x="4049" y="4439"/>
                    <a:pt x="4107" y="4411"/>
                    <a:pt x="4136" y="4352"/>
                  </a:cubicBezTo>
                  <a:lnTo>
                    <a:pt x="5541" y="1652"/>
                  </a:lnTo>
                  <a:cubicBezTo>
                    <a:pt x="5841" y="1100"/>
                    <a:pt x="5683" y="437"/>
                    <a:pt x="5210" y="184"/>
                  </a:cubicBezTo>
                  <a:lnTo>
                    <a:pt x="5036" y="90"/>
                  </a:lnTo>
                  <a:cubicBezTo>
                    <a:pt x="4916" y="29"/>
                    <a:pt x="4786" y="1"/>
                    <a:pt x="4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6">
              <a:extLst>
                <a:ext uri="{FF2B5EF4-FFF2-40B4-BE49-F238E27FC236}">
                  <a16:creationId xmlns:a16="http://schemas.microsoft.com/office/drawing/2014/main" id="{B54BEFFB-B438-468D-5F0D-4929E6D5022A}"/>
                </a:ext>
              </a:extLst>
            </p:cNvPr>
            <p:cNvSpPr/>
            <p:nvPr/>
          </p:nvSpPr>
          <p:spPr>
            <a:xfrm>
              <a:off x="5913175" y="1747925"/>
              <a:ext cx="162225" cy="266725"/>
            </a:xfrm>
            <a:custGeom>
              <a:avLst/>
              <a:gdLst/>
              <a:ahLst/>
              <a:cxnLst/>
              <a:rect l="l" t="t" r="r" b="b"/>
              <a:pathLst>
                <a:path w="6489" h="10669" extrusionOk="0">
                  <a:moveTo>
                    <a:pt x="4503" y="1"/>
                  </a:moveTo>
                  <a:cubicBezTo>
                    <a:pt x="4031" y="1"/>
                    <a:pt x="3591" y="236"/>
                    <a:pt x="3379" y="650"/>
                  </a:cubicBezTo>
                  <a:lnTo>
                    <a:pt x="869" y="5433"/>
                  </a:lnTo>
                  <a:cubicBezTo>
                    <a:pt x="853" y="5480"/>
                    <a:pt x="869" y="5527"/>
                    <a:pt x="916" y="5559"/>
                  </a:cubicBezTo>
                  <a:cubicBezTo>
                    <a:pt x="929" y="5563"/>
                    <a:pt x="942" y="5565"/>
                    <a:pt x="954" y="5565"/>
                  </a:cubicBezTo>
                  <a:cubicBezTo>
                    <a:pt x="987" y="5565"/>
                    <a:pt x="1015" y="5551"/>
                    <a:pt x="1027" y="5527"/>
                  </a:cubicBezTo>
                  <a:lnTo>
                    <a:pt x="3537" y="729"/>
                  </a:lnTo>
                  <a:cubicBezTo>
                    <a:pt x="3727" y="380"/>
                    <a:pt x="4107" y="180"/>
                    <a:pt x="4513" y="180"/>
                  </a:cubicBezTo>
                  <a:cubicBezTo>
                    <a:pt x="4714" y="180"/>
                    <a:pt x="4922" y="229"/>
                    <a:pt x="5115" y="334"/>
                  </a:cubicBezTo>
                  <a:lnTo>
                    <a:pt x="5415" y="492"/>
                  </a:lnTo>
                  <a:cubicBezTo>
                    <a:pt x="5999" y="792"/>
                    <a:pt x="6267" y="1486"/>
                    <a:pt x="5983" y="2007"/>
                  </a:cubicBezTo>
                  <a:lnTo>
                    <a:pt x="1769" y="10074"/>
                  </a:lnTo>
                  <a:cubicBezTo>
                    <a:pt x="1622" y="10348"/>
                    <a:pt x="1380" y="10490"/>
                    <a:pt x="1070" y="10490"/>
                  </a:cubicBezTo>
                  <a:cubicBezTo>
                    <a:pt x="846" y="10490"/>
                    <a:pt x="586" y="10416"/>
                    <a:pt x="301" y="10263"/>
                  </a:cubicBezTo>
                  <a:lnTo>
                    <a:pt x="80" y="10153"/>
                  </a:lnTo>
                  <a:lnTo>
                    <a:pt x="64" y="10153"/>
                  </a:lnTo>
                  <a:cubicBezTo>
                    <a:pt x="48" y="10153"/>
                    <a:pt x="48" y="10168"/>
                    <a:pt x="32" y="10168"/>
                  </a:cubicBezTo>
                  <a:cubicBezTo>
                    <a:pt x="32" y="10216"/>
                    <a:pt x="16" y="10247"/>
                    <a:pt x="1" y="10263"/>
                  </a:cubicBezTo>
                  <a:cubicBezTo>
                    <a:pt x="1" y="10279"/>
                    <a:pt x="1" y="10295"/>
                    <a:pt x="1" y="10295"/>
                  </a:cubicBezTo>
                  <a:cubicBezTo>
                    <a:pt x="1" y="10310"/>
                    <a:pt x="1" y="10310"/>
                    <a:pt x="16" y="10310"/>
                  </a:cubicBezTo>
                  <a:lnTo>
                    <a:pt x="222" y="10421"/>
                  </a:lnTo>
                  <a:cubicBezTo>
                    <a:pt x="536" y="10588"/>
                    <a:pt x="832" y="10668"/>
                    <a:pt x="1092" y="10668"/>
                  </a:cubicBezTo>
                  <a:cubicBezTo>
                    <a:pt x="1472" y="10668"/>
                    <a:pt x="1774" y="10496"/>
                    <a:pt x="1942" y="10168"/>
                  </a:cubicBezTo>
                  <a:lnTo>
                    <a:pt x="6157" y="2102"/>
                  </a:lnTo>
                  <a:cubicBezTo>
                    <a:pt x="6488" y="1486"/>
                    <a:pt x="6189" y="697"/>
                    <a:pt x="5494" y="334"/>
                  </a:cubicBezTo>
                  <a:lnTo>
                    <a:pt x="5194" y="176"/>
                  </a:lnTo>
                  <a:cubicBezTo>
                    <a:pt x="4971" y="57"/>
                    <a:pt x="4733" y="1"/>
                    <a:pt x="4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6">
              <a:extLst>
                <a:ext uri="{FF2B5EF4-FFF2-40B4-BE49-F238E27FC236}">
                  <a16:creationId xmlns:a16="http://schemas.microsoft.com/office/drawing/2014/main" id="{003E1CE1-ECC5-29B5-5E63-77514DFD1D6C}"/>
                </a:ext>
              </a:extLst>
            </p:cNvPr>
            <p:cNvSpPr/>
            <p:nvPr/>
          </p:nvSpPr>
          <p:spPr>
            <a:xfrm>
              <a:off x="5911600" y="1746775"/>
              <a:ext cx="165375" cy="269400"/>
            </a:xfrm>
            <a:custGeom>
              <a:avLst/>
              <a:gdLst/>
              <a:ahLst/>
              <a:cxnLst/>
              <a:rect l="l" t="t" r="r" b="b"/>
              <a:pathLst>
                <a:path w="6615" h="10776" extrusionOk="0">
                  <a:moveTo>
                    <a:pt x="4563" y="116"/>
                  </a:moveTo>
                  <a:cubicBezTo>
                    <a:pt x="4788" y="116"/>
                    <a:pt x="5021" y="170"/>
                    <a:pt x="5241" y="285"/>
                  </a:cubicBezTo>
                  <a:lnTo>
                    <a:pt x="5525" y="443"/>
                  </a:lnTo>
                  <a:cubicBezTo>
                    <a:pt x="6188" y="791"/>
                    <a:pt x="6473" y="1532"/>
                    <a:pt x="6157" y="2132"/>
                  </a:cubicBezTo>
                  <a:lnTo>
                    <a:pt x="1942" y="10183"/>
                  </a:lnTo>
                  <a:cubicBezTo>
                    <a:pt x="1784" y="10499"/>
                    <a:pt x="1500" y="10661"/>
                    <a:pt x="1142" y="10661"/>
                  </a:cubicBezTo>
                  <a:cubicBezTo>
                    <a:pt x="892" y="10661"/>
                    <a:pt x="606" y="10582"/>
                    <a:pt x="300" y="10420"/>
                  </a:cubicBezTo>
                  <a:lnTo>
                    <a:pt x="127" y="10325"/>
                  </a:lnTo>
                  <a:cubicBezTo>
                    <a:pt x="127" y="10309"/>
                    <a:pt x="143" y="10293"/>
                    <a:pt x="143" y="10277"/>
                  </a:cubicBezTo>
                  <a:lnTo>
                    <a:pt x="332" y="10372"/>
                  </a:lnTo>
                  <a:cubicBezTo>
                    <a:pt x="624" y="10528"/>
                    <a:pt x="895" y="10604"/>
                    <a:pt x="1130" y="10604"/>
                  </a:cubicBezTo>
                  <a:cubicBezTo>
                    <a:pt x="1467" y="10604"/>
                    <a:pt x="1730" y="10449"/>
                    <a:pt x="1879" y="10151"/>
                  </a:cubicBezTo>
                  <a:lnTo>
                    <a:pt x="6094" y="2101"/>
                  </a:lnTo>
                  <a:cubicBezTo>
                    <a:pt x="6394" y="1532"/>
                    <a:pt x="6125" y="822"/>
                    <a:pt x="5510" y="491"/>
                  </a:cubicBezTo>
                  <a:lnTo>
                    <a:pt x="5225" y="333"/>
                  </a:lnTo>
                  <a:cubicBezTo>
                    <a:pt x="5019" y="229"/>
                    <a:pt x="4800" y="180"/>
                    <a:pt x="4589" y="180"/>
                  </a:cubicBezTo>
                  <a:cubicBezTo>
                    <a:pt x="4155" y="180"/>
                    <a:pt x="3754" y="387"/>
                    <a:pt x="3552" y="759"/>
                  </a:cubicBezTo>
                  <a:lnTo>
                    <a:pt x="1058" y="5558"/>
                  </a:lnTo>
                  <a:lnTo>
                    <a:pt x="1011" y="5558"/>
                  </a:lnTo>
                  <a:cubicBezTo>
                    <a:pt x="995" y="5558"/>
                    <a:pt x="979" y="5526"/>
                    <a:pt x="979" y="5510"/>
                  </a:cubicBezTo>
                  <a:lnTo>
                    <a:pt x="3489" y="727"/>
                  </a:lnTo>
                  <a:cubicBezTo>
                    <a:pt x="3690" y="337"/>
                    <a:pt x="4109" y="116"/>
                    <a:pt x="4563" y="116"/>
                  </a:cubicBezTo>
                  <a:close/>
                  <a:moveTo>
                    <a:pt x="4570" y="0"/>
                  </a:moveTo>
                  <a:cubicBezTo>
                    <a:pt x="4077" y="0"/>
                    <a:pt x="3618" y="239"/>
                    <a:pt x="3394" y="664"/>
                  </a:cubicBezTo>
                  <a:lnTo>
                    <a:pt x="885" y="5463"/>
                  </a:lnTo>
                  <a:cubicBezTo>
                    <a:pt x="853" y="5542"/>
                    <a:pt x="885" y="5621"/>
                    <a:pt x="948" y="5668"/>
                  </a:cubicBezTo>
                  <a:cubicBezTo>
                    <a:pt x="974" y="5679"/>
                    <a:pt x="1000" y="5684"/>
                    <a:pt x="1025" y="5684"/>
                  </a:cubicBezTo>
                  <a:cubicBezTo>
                    <a:pt x="1076" y="5684"/>
                    <a:pt x="1121" y="5663"/>
                    <a:pt x="1153" y="5621"/>
                  </a:cubicBezTo>
                  <a:lnTo>
                    <a:pt x="3647" y="806"/>
                  </a:lnTo>
                  <a:cubicBezTo>
                    <a:pt x="3825" y="481"/>
                    <a:pt x="4185" y="295"/>
                    <a:pt x="4568" y="295"/>
                  </a:cubicBezTo>
                  <a:cubicBezTo>
                    <a:pt x="4762" y="295"/>
                    <a:pt x="4961" y="343"/>
                    <a:pt x="5147" y="443"/>
                  </a:cubicBezTo>
                  <a:lnTo>
                    <a:pt x="5446" y="585"/>
                  </a:lnTo>
                  <a:cubicBezTo>
                    <a:pt x="6015" y="885"/>
                    <a:pt x="6252" y="1532"/>
                    <a:pt x="5999" y="2038"/>
                  </a:cubicBezTo>
                  <a:lnTo>
                    <a:pt x="1768" y="10104"/>
                  </a:lnTo>
                  <a:cubicBezTo>
                    <a:pt x="1652" y="10354"/>
                    <a:pt x="1435" y="10478"/>
                    <a:pt x="1150" y="10478"/>
                  </a:cubicBezTo>
                  <a:cubicBezTo>
                    <a:pt x="933" y="10478"/>
                    <a:pt x="676" y="10405"/>
                    <a:pt x="395" y="10262"/>
                  </a:cubicBezTo>
                  <a:lnTo>
                    <a:pt x="174" y="10151"/>
                  </a:lnTo>
                  <a:cubicBezTo>
                    <a:pt x="161" y="10143"/>
                    <a:pt x="148" y="10139"/>
                    <a:pt x="134" y="10139"/>
                  </a:cubicBezTo>
                  <a:cubicBezTo>
                    <a:pt x="96" y="10139"/>
                    <a:pt x="59" y="10168"/>
                    <a:pt x="48" y="10214"/>
                  </a:cubicBezTo>
                  <a:cubicBezTo>
                    <a:pt x="48" y="10230"/>
                    <a:pt x="32" y="10262"/>
                    <a:pt x="16" y="10277"/>
                  </a:cubicBezTo>
                  <a:cubicBezTo>
                    <a:pt x="1" y="10309"/>
                    <a:pt x="1" y="10325"/>
                    <a:pt x="1" y="10356"/>
                  </a:cubicBezTo>
                  <a:cubicBezTo>
                    <a:pt x="16" y="10388"/>
                    <a:pt x="32" y="10404"/>
                    <a:pt x="48" y="10420"/>
                  </a:cubicBezTo>
                  <a:lnTo>
                    <a:pt x="253" y="10530"/>
                  </a:lnTo>
                  <a:cubicBezTo>
                    <a:pt x="576" y="10695"/>
                    <a:pt x="881" y="10776"/>
                    <a:pt x="1150" y="10776"/>
                  </a:cubicBezTo>
                  <a:cubicBezTo>
                    <a:pt x="1552" y="10776"/>
                    <a:pt x="1873" y="10596"/>
                    <a:pt x="2053" y="10246"/>
                  </a:cubicBezTo>
                  <a:lnTo>
                    <a:pt x="6267" y="2180"/>
                  </a:lnTo>
                  <a:cubicBezTo>
                    <a:pt x="6615" y="1532"/>
                    <a:pt x="6299" y="712"/>
                    <a:pt x="5589" y="333"/>
                  </a:cubicBezTo>
                  <a:lnTo>
                    <a:pt x="5289" y="175"/>
                  </a:lnTo>
                  <a:cubicBezTo>
                    <a:pt x="5057" y="56"/>
                    <a:pt x="4809" y="0"/>
                    <a:pt x="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2" name="Google Shape;852;p46">
            <a:extLst>
              <a:ext uri="{FF2B5EF4-FFF2-40B4-BE49-F238E27FC236}">
                <a16:creationId xmlns:a16="http://schemas.microsoft.com/office/drawing/2014/main" id="{37A7AEF9-4D25-BCC1-1E8B-6BD85E96ACE9}"/>
              </a:ext>
            </a:extLst>
          </p:cNvPr>
          <p:cNvGrpSpPr/>
          <p:nvPr/>
        </p:nvGrpSpPr>
        <p:grpSpPr>
          <a:xfrm>
            <a:off x="6569548" y="4397203"/>
            <a:ext cx="490612" cy="415445"/>
            <a:chOff x="5278225" y="2418025"/>
            <a:chExt cx="230075" cy="194825"/>
          </a:xfrm>
        </p:grpSpPr>
        <p:sp>
          <p:nvSpPr>
            <p:cNvPr id="853" name="Google Shape;853;p46">
              <a:extLst>
                <a:ext uri="{FF2B5EF4-FFF2-40B4-BE49-F238E27FC236}">
                  <a16:creationId xmlns:a16="http://schemas.microsoft.com/office/drawing/2014/main" id="{73D0D543-1BFD-97FC-0869-3C39BD548215}"/>
                </a:ext>
              </a:extLst>
            </p:cNvPr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6">
              <a:extLst>
                <a:ext uri="{FF2B5EF4-FFF2-40B4-BE49-F238E27FC236}">
                  <a16:creationId xmlns:a16="http://schemas.microsoft.com/office/drawing/2014/main" id="{EF140BBE-4320-750F-D586-6DDF3D574C08}"/>
                </a:ext>
              </a:extLst>
            </p:cNvPr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6">
              <a:extLst>
                <a:ext uri="{FF2B5EF4-FFF2-40B4-BE49-F238E27FC236}">
                  <a16:creationId xmlns:a16="http://schemas.microsoft.com/office/drawing/2014/main" id="{70A35453-390C-95B8-11E0-B9D8F728F766}"/>
                </a:ext>
              </a:extLst>
            </p:cNvPr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6">
              <a:extLst>
                <a:ext uri="{FF2B5EF4-FFF2-40B4-BE49-F238E27FC236}">
                  <a16:creationId xmlns:a16="http://schemas.microsoft.com/office/drawing/2014/main" id="{46773ECC-D67E-5A6C-E246-F2EF3B5B0C9A}"/>
                </a:ext>
              </a:extLst>
            </p:cNvPr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6">
              <a:extLst>
                <a:ext uri="{FF2B5EF4-FFF2-40B4-BE49-F238E27FC236}">
                  <a16:creationId xmlns:a16="http://schemas.microsoft.com/office/drawing/2014/main" id="{9B94C967-4A99-B2A0-B21D-C0FF6420B426}"/>
                </a:ext>
              </a:extLst>
            </p:cNvPr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6">
              <a:extLst>
                <a:ext uri="{FF2B5EF4-FFF2-40B4-BE49-F238E27FC236}">
                  <a16:creationId xmlns:a16="http://schemas.microsoft.com/office/drawing/2014/main" id="{8AFE0980-200F-4AF8-1F22-CCB9E5312F73}"/>
                </a:ext>
              </a:extLst>
            </p:cNvPr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9" name="Google Shape;859;p46">
            <a:extLst>
              <a:ext uri="{FF2B5EF4-FFF2-40B4-BE49-F238E27FC236}">
                <a16:creationId xmlns:a16="http://schemas.microsoft.com/office/drawing/2014/main" id="{364036C6-AE25-6BD1-5E59-E0B6E010F15F}"/>
              </a:ext>
            </a:extLst>
          </p:cNvPr>
          <p:cNvSpPr/>
          <p:nvPr/>
        </p:nvSpPr>
        <p:spPr>
          <a:xfrm rot="2089193">
            <a:off x="221398" y="4369421"/>
            <a:ext cx="636203" cy="650703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46">
            <a:extLst>
              <a:ext uri="{FF2B5EF4-FFF2-40B4-BE49-F238E27FC236}">
                <a16:creationId xmlns:a16="http://schemas.microsoft.com/office/drawing/2014/main" id="{3C9ED898-59FE-7E1E-2BE1-EB058D23C5B4}"/>
              </a:ext>
            </a:extLst>
          </p:cNvPr>
          <p:cNvSpPr/>
          <p:nvPr/>
        </p:nvSpPr>
        <p:spPr>
          <a:xfrm>
            <a:off x="8360017" y="365607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1" name="Google Shape;861;p46">
            <a:extLst>
              <a:ext uri="{FF2B5EF4-FFF2-40B4-BE49-F238E27FC236}">
                <a16:creationId xmlns:a16="http://schemas.microsoft.com/office/drawing/2014/main" id="{E64817BC-6B3F-ECBC-1717-B69BFBD92580}"/>
              </a:ext>
            </a:extLst>
          </p:cNvPr>
          <p:cNvGrpSpPr/>
          <p:nvPr/>
        </p:nvGrpSpPr>
        <p:grpSpPr>
          <a:xfrm>
            <a:off x="1889563" y="1195813"/>
            <a:ext cx="1065800" cy="2831500"/>
            <a:chOff x="9492150" y="2451038"/>
            <a:chExt cx="1065800" cy="2831500"/>
          </a:xfrm>
        </p:grpSpPr>
        <p:sp>
          <p:nvSpPr>
            <p:cNvPr id="862" name="Google Shape;862;p46">
              <a:extLst>
                <a:ext uri="{FF2B5EF4-FFF2-40B4-BE49-F238E27FC236}">
                  <a16:creationId xmlns:a16="http://schemas.microsoft.com/office/drawing/2014/main" id="{5ADB0344-F12D-5BDD-B9DB-C4397C8B8CCF}"/>
                </a:ext>
              </a:extLst>
            </p:cNvPr>
            <p:cNvSpPr/>
            <p:nvPr/>
          </p:nvSpPr>
          <p:spPr>
            <a:xfrm>
              <a:off x="9492150" y="5084138"/>
              <a:ext cx="306075" cy="198400"/>
            </a:xfrm>
            <a:custGeom>
              <a:avLst/>
              <a:gdLst/>
              <a:ahLst/>
              <a:cxnLst/>
              <a:rect l="l" t="t" r="r" b="b"/>
              <a:pathLst>
                <a:path w="12243" h="7936" extrusionOk="0">
                  <a:moveTo>
                    <a:pt x="6272" y="0"/>
                  </a:moveTo>
                  <a:cubicBezTo>
                    <a:pt x="6272" y="0"/>
                    <a:pt x="4070" y="3503"/>
                    <a:pt x="3470" y="4070"/>
                  </a:cubicBezTo>
                  <a:cubicBezTo>
                    <a:pt x="2836" y="4604"/>
                    <a:pt x="1268" y="5771"/>
                    <a:pt x="635" y="6405"/>
                  </a:cubicBezTo>
                  <a:cubicBezTo>
                    <a:pt x="1" y="7039"/>
                    <a:pt x="801" y="7839"/>
                    <a:pt x="1502" y="7906"/>
                  </a:cubicBezTo>
                  <a:cubicBezTo>
                    <a:pt x="1735" y="7928"/>
                    <a:pt x="2840" y="7936"/>
                    <a:pt x="4209" y="7936"/>
                  </a:cubicBezTo>
                  <a:cubicBezTo>
                    <a:pt x="6947" y="7936"/>
                    <a:pt x="10742" y="7906"/>
                    <a:pt x="10742" y="7906"/>
                  </a:cubicBezTo>
                  <a:cubicBezTo>
                    <a:pt x="10742" y="7906"/>
                    <a:pt x="11676" y="7739"/>
                    <a:pt x="11776" y="7272"/>
                  </a:cubicBezTo>
                  <a:cubicBezTo>
                    <a:pt x="11843" y="6805"/>
                    <a:pt x="12243" y="5404"/>
                    <a:pt x="11676" y="4137"/>
                  </a:cubicBezTo>
                  <a:cubicBezTo>
                    <a:pt x="11342" y="3303"/>
                    <a:pt x="11142" y="2402"/>
                    <a:pt x="11142" y="1468"/>
                  </a:cubicBezTo>
                  <a:lnTo>
                    <a:pt x="11309" y="1101"/>
                  </a:lnTo>
                  <a:lnTo>
                    <a:pt x="11142" y="134"/>
                  </a:lnTo>
                  <a:lnTo>
                    <a:pt x="6272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6">
              <a:extLst>
                <a:ext uri="{FF2B5EF4-FFF2-40B4-BE49-F238E27FC236}">
                  <a16:creationId xmlns:a16="http://schemas.microsoft.com/office/drawing/2014/main" id="{FC0AFEF4-BCA4-A534-82F5-C472CE8F494F}"/>
                </a:ext>
              </a:extLst>
            </p:cNvPr>
            <p:cNvSpPr/>
            <p:nvPr/>
          </p:nvSpPr>
          <p:spPr>
            <a:xfrm>
              <a:off x="9492150" y="5221738"/>
              <a:ext cx="299425" cy="60800"/>
            </a:xfrm>
            <a:custGeom>
              <a:avLst/>
              <a:gdLst/>
              <a:ahLst/>
              <a:cxnLst/>
              <a:rect l="l" t="t" r="r" b="b"/>
              <a:pathLst>
                <a:path w="11977" h="2432" extrusionOk="0">
                  <a:moveTo>
                    <a:pt x="11976" y="0"/>
                  </a:moveTo>
                  <a:cubicBezTo>
                    <a:pt x="10708" y="400"/>
                    <a:pt x="9374" y="901"/>
                    <a:pt x="9374" y="901"/>
                  </a:cubicBezTo>
                  <a:lnTo>
                    <a:pt x="635" y="901"/>
                  </a:lnTo>
                  <a:cubicBezTo>
                    <a:pt x="1" y="1535"/>
                    <a:pt x="801" y="2335"/>
                    <a:pt x="1535" y="2402"/>
                  </a:cubicBezTo>
                  <a:cubicBezTo>
                    <a:pt x="1769" y="2424"/>
                    <a:pt x="2873" y="2432"/>
                    <a:pt x="4242" y="2432"/>
                  </a:cubicBezTo>
                  <a:cubicBezTo>
                    <a:pt x="6980" y="2432"/>
                    <a:pt x="10775" y="2402"/>
                    <a:pt x="10775" y="2402"/>
                  </a:cubicBezTo>
                  <a:cubicBezTo>
                    <a:pt x="10775" y="2402"/>
                    <a:pt x="11709" y="2235"/>
                    <a:pt x="11776" y="1768"/>
                  </a:cubicBezTo>
                  <a:cubicBezTo>
                    <a:pt x="11909" y="1201"/>
                    <a:pt x="11976" y="601"/>
                    <a:pt x="11976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6">
              <a:extLst>
                <a:ext uri="{FF2B5EF4-FFF2-40B4-BE49-F238E27FC236}">
                  <a16:creationId xmlns:a16="http://schemas.microsoft.com/office/drawing/2014/main" id="{C9836802-AADC-7A46-77A1-27180D5099C7}"/>
                </a:ext>
              </a:extLst>
            </p:cNvPr>
            <p:cNvSpPr/>
            <p:nvPr/>
          </p:nvSpPr>
          <p:spPr>
            <a:xfrm>
              <a:off x="9721500" y="5224238"/>
              <a:ext cx="15025" cy="53400"/>
            </a:xfrm>
            <a:custGeom>
              <a:avLst/>
              <a:gdLst/>
              <a:ahLst/>
              <a:cxnLst/>
              <a:rect l="l" t="t" r="r" b="b"/>
              <a:pathLst>
                <a:path w="601" h="2136" extrusionOk="0">
                  <a:moveTo>
                    <a:pt x="600" y="0"/>
                  </a:moveTo>
                  <a:lnTo>
                    <a:pt x="0" y="213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6">
              <a:extLst>
                <a:ext uri="{FF2B5EF4-FFF2-40B4-BE49-F238E27FC236}">
                  <a16:creationId xmlns:a16="http://schemas.microsoft.com/office/drawing/2014/main" id="{6E38B465-AAEC-A11D-4E3C-E4DB90D35520}"/>
                </a:ext>
              </a:extLst>
            </p:cNvPr>
            <p:cNvSpPr/>
            <p:nvPr/>
          </p:nvSpPr>
          <p:spPr>
            <a:xfrm>
              <a:off x="9721500" y="5224238"/>
              <a:ext cx="15025" cy="53400"/>
            </a:xfrm>
            <a:custGeom>
              <a:avLst/>
              <a:gdLst/>
              <a:ahLst/>
              <a:cxnLst/>
              <a:rect l="l" t="t" r="r" b="b"/>
              <a:pathLst>
                <a:path w="601" h="2136" fill="none" extrusionOk="0">
                  <a:moveTo>
                    <a:pt x="600" y="0"/>
                  </a:moveTo>
                  <a:lnTo>
                    <a:pt x="0" y="2135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6">
              <a:extLst>
                <a:ext uri="{FF2B5EF4-FFF2-40B4-BE49-F238E27FC236}">
                  <a16:creationId xmlns:a16="http://schemas.microsoft.com/office/drawing/2014/main" id="{BE2B79CD-BA33-D80A-8F0D-4AA2B8A779F8}"/>
                </a:ext>
              </a:extLst>
            </p:cNvPr>
            <p:cNvSpPr/>
            <p:nvPr/>
          </p:nvSpPr>
          <p:spPr>
            <a:xfrm>
              <a:off x="9584500" y="5172838"/>
              <a:ext cx="101150" cy="28075"/>
            </a:xfrm>
            <a:custGeom>
              <a:avLst/>
              <a:gdLst/>
              <a:ahLst/>
              <a:cxnLst/>
              <a:rect l="l" t="t" r="r" b="b"/>
              <a:pathLst>
                <a:path w="4046" h="1123" extrusionOk="0">
                  <a:moveTo>
                    <a:pt x="1689" y="0"/>
                  </a:moveTo>
                  <a:cubicBezTo>
                    <a:pt x="881" y="0"/>
                    <a:pt x="396" y="235"/>
                    <a:pt x="376" y="255"/>
                  </a:cubicBezTo>
                  <a:cubicBezTo>
                    <a:pt x="1" y="428"/>
                    <a:pt x="201" y="927"/>
                    <a:pt x="521" y="927"/>
                  </a:cubicBezTo>
                  <a:cubicBezTo>
                    <a:pt x="571" y="927"/>
                    <a:pt x="623" y="915"/>
                    <a:pt x="677" y="889"/>
                  </a:cubicBezTo>
                  <a:cubicBezTo>
                    <a:pt x="715" y="869"/>
                    <a:pt x="1083" y="691"/>
                    <a:pt x="1706" y="691"/>
                  </a:cubicBezTo>
                  <a:cubicBezTo>
                    <a:pt x="2152" y="691"/>
                    <a:pt x="2730" y="783"/>
                    <a:pt x="3412" y="1089"/>
                  </a:cubicBezTo>
                  <a:cubicBezTo>
                    <a:pt x="3445" y="1089"/>
                    <a:pt x="3512" y="1122"/>
                    <a:pt x="3545" y="1122"/>
                  </a:cubicBezTo>
                  <a:lnTo>
                    <a:pt x="3579" y="1122"/>
                  </a:lnTo>
                  <a:cubicBezTo>
                    <a:pt x="3946" y="1122"/>
                    <a:pt x="4046" y="589"/>
                    <a:pt x="3712" y="455"/>
                  </a:cubicBezTo>
                  <a:cubicBezTo>
                    <a:pt x="2921" y="106"/>
                    <a:pt x="2232" y="0"/>
                    <a:pt x="1689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6">
              <a:extLst>
                <a:ext uri="{FF2B5EF4-FFF2-40B4-BE49-F238E27FC236}">
                  <a16:creationId xmlns:a16="http://schemas.microsoft.com/office/drawing/2014/main" id="{41C595AC-8683-BD7D-8AD7-A2FC1931D0F1}"/>
                </a:ext>
              </a:extLst>
            </p:cNvPr>
            <p:cNvSpPr/>
            <p:nvPr/>
          </p:nvSpPr>
          <p:spPr>
            <a:xfrm>
              <a:off x="9592075" y="5149713"/>
              <a:ext cx="101075" cy="27850"/>
            </a:xfrm>
            <a:custGeom>
              <a:avLst/>
              <a:gdLst/>
              <a:ahLst/>
              <a:cxnLst/>
              <a:rect l="l" t="t" r="r" b="b"/>
              <a:pathLst>
                <a:path w="4043" h="1114" extrusionOk="0">
                  <a:moveTo>
                    <a:pt x="1729" y="1"/>
                  </a:moveTo>
                  <a:cubicBezTo>
                    <a:pt x="908" y="1"/>
                    <a:pt x="414" y="246"/>
                    <a:pt x="374" y="246"/>
                  </a:cubicBezTo>
                  <a:cubicBezTo>
                    <a:pt x="0" y="447"/>
                    <a:pt x="196" y="920"/>
                    <a:pt x="513" y="920"/>
                  </a:cubicBezTo>
                  <a:cubicBezTo>
                    <a:pt x="564" y="920"/>
                    <a:pt x="618" y="908"/>
                    <a:pt x="674" y="880"/>
                  </a:cubicBezTo>
                  <a:cubicBezTo>
                    <a:pt x="712" y="880"/>
                    <a:pt x="1073" y="713"/>
                    <a:pt x="1685" y="713"/>
                  </a:cubicBezTo>
                  <a:cubicBezTo>
                    <a:pt x="2134" y="713"/>
                    <a:pt x="2718" y="803"/>
                    <a:pt x="3409" y="1113"/>
                  </a:cubicBezTo>
                  <a:lnTo>
                    <a:pt x="3576" y="1113"/>
                  </a:lnTo>
                  <a:cubicBezTo>
                    <a:pt x="3943" y="1113"/>
                    <a:pt x="4043" y="613"/>
                    <a:pt x="3709" y="446"/>
                  </a:cubicBezTo>
                  <a:cubicBezTo>
                    <a:pt x="2934" y="104"/>
                    <a:pt x="2262" y="1"/>
                    <a:pt x="1729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6">
              <a:extLst>
                <a:ext uri="{FF2B5EF4-FFF2-40B4-BE49-F238E27FC236}">
                  <a16:creationId xmlns:a16="http://schemas.microsoft.com/office/drawing/2014/main" id="{B08A1241-E67D-EFAC-3D57-5EB45CC71ED9}"/>
                </a:ext>
              </a:extLst>
            </p:cNvPr>
            <p:cNvSpPr/>
            <p:nvPr/>
          </p:nvSpPr>
          <p:spPr>
            <a:xfrm>
              <a:off x="9599525" y="5126963"/>
              <a:ext cx="101150" cy="28075"/>
            </a:xfrm>
            <a:custGeom>
              <a:avLst/>
              <a:gdLst/>
              <a:ahLst/>
              <a:cxnLst/>
              <a:rect l="l" t="t" r="r" b="b"/>
              <a:pathLst>
                <a:path w="4046" h="1123" extrusionOk="0">
                  <a:moveTo>
                    <a:pt x="1698" y="1"/>
                  </a:moveTo>
                  <a:cubicBezTo>
                    <a:pt x="897" y="1"/>
                    <a:pt x="416" y="235"/>
                    <a:pt x="376" y="255"/>
                  </a:cubicBezTo>
                  <a:cubicBezTo>
                    <a:pt x="0" y="429"/>
                    <a:pt x="200" y="928"/>
                    <a:pt x="521" y="928"/>
                  </a:cubicBezTo>
                  <a:cubicBezTo>
                    <a:pt x="570" y="928"/>
                    <a:pt x="623" y="916"/>
                    <a:pt x="676" y="889"/>
                  </a:cubicBezTo>
                  <a:cubicBezTo>
                    <a:pt x="715" y="870"/>
                    <a:pt x="1076" y="706"/>
                    <a:pt x="1690" y="706"/>
                  </a:cubicBezTo>
                  <a:cubicBezTo>
                    <a:pt x="2138" y="706"/>
                    <a:pt x="2721" y="793"/>
                    <a:pt x="3411" y="1089"/>
                  </a:cubicBezTo>
                  <a:cubicBezTo>
                    <a:pt x="3445" y="1123"/>
                    <a:pt x="3511" y="1123"/>
                    <a:pt x="3545" y="1123"/>
                  </a:cubicBezTo>
                  <a:lnTo>
                    <a:pt x="3578" y="1123"/>
                  </a:lnTo>
                  <a:cubicBezTo>
                    <a:pt x="3945" y="1123"/>
                    <a:pt x="4045" y="622"/>
                    <a:pt x="3712" y="455"/>
                  </a:cubicBezTo>
                  <a:cubicBezTo>
                    <a:pt x="2920" y="107"/>
                    <a:pt x="2237" y="1"/>
                    <a:pt x="1698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6">
              <a:extLst>
                <a:ext uri="{FF2B5EF4-FFF2-40B4-BE49-F238E27FC236}">
                  <a16:creationId xmlns:a16="http://schemas.microsoft.com/office/drawing/2014/main" id="{A14A5749-CCF0-2180-B27F-C6E989D6C2B6}"/>
                </a:ext>
              </a:extLst>
            </p:cNvPr>
            <p:cNvSpPr/>
            <p:nvPr/>
          </p:nvSpPr>
          <p:spPr>
            <a:xfrm>
              <a:off x="10251875" y="5084138"/>
              <a:ext cx="306075" cy="198400"/>
            </a:xfrm>
            <a:custGeom>
              <a:avLst/>
              <a:gdLst/>
              <a:ahLst/>
              <a:cxnLst/>
              <a:rect l="l" t="t" r="r" b="b"/>
              <a:pathLst>
                <a:path w="12243" h="7936" extrusionOk="0">
                  <a:moveTo>
                    <a:pt x="5971" y="0"/>
                  </a:moveTo>
                  <a:lnTo>
                    <a:pt x="1101" y="134"/>
                  </a:lnTo>
                  <a:lnTo>
                    <a:pt x="968" y="1101"/>
                  </a:lnTo>
                  <a:lnTo>
                    <a:pt x="1101" y="1468"/>
                  </a:lnTo>
                  <a:cubicBezTo>
                    <a:pt x="1101" y="2402"/>
                    <a:pt x="901" y="3303"/>
                    <a:pt x="567" y="4137"/>
                  </a:cubicBezTo>
                  <a:cubicBezTo>
                    <a:pt x="0" y="5404"/>
                    <a:pt x="400" y="6805"/>
                    <a:pt x="501" y="7272"/>
                  </a:cubicBezTo>
                  <a:cubicBezTo>
                    <a:pt x="567" y="7739"/>
                    <a:pt x="1501" y="7906"/>
                    <a:pt x="1501" y="7906"/>
                  </a:cubicBezTo>
                  <a:cubicBezTo>
                    <a:pt x="1501" y="7906"/>
                    <a:pt x="5297" y="7936"/>
                    <a:pt x="8034" y="7936"/>
                  </a:cubicBezTo>
                  <a:cubicBezTo>
                    <a:pt x="9403" y="7936"/>
                    <a:pt x="10508" y="7928"/>
                    <a:pt x="10741" y="7906"/>
                  </a:cubicBezTo>
                  <a:cubicBezTo>
                    <a:pt x="11442" y="7839"/>
                    <a:pt x="12242" y="7039"/>
                    <a:pt x="11608" y="6405"/>
                  </a:cubicBezTo>
                  <a:cubicBezTo>
                    <a:pt x="10975" y="5771"/>
                    <a:pt x="9407" y="4604"/>
                    <a:pt x="8806" y="4070"/>
                  </a:cubicBezTo>
                  <a:cubicBezTo>
                    <a:pt x="8173" y="3503"/>
                    <a:pt x="5971" y="0"/>
                    <a:pt x="5971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6">
              <a:extLst>
                <a:ext uri="{FF2B5EF4-FFF2-40B4-BE49-F238E27FC236}">
                  <a16:creationId xmlns:a16="http://schemas.microsoft.com/office/drawing/2014/main" id="{E41F891A-CA96-6C0A-9CA1-6E7A778A187F}"/>
                </a:ext>
              </a:extLst>
            </p:cNvPr>
            <p:cNvSpPr/>
            <p:nvPr/>
          </p:nvSpPr>
          <p:spPr>
            <a:xfrm>
              <a:off x="10258550" y="5221738"/>
              <a:ext cx="299400" cy="60800"/>
            </a:xfrm>
            <a:custGeom>
              <a:avLst/>
              <a:gdLst/>
              <a:ahLst/>
              <a:cxnLst/>
              <a:rect l="l" t="t" r="r" b="b"/>
              <a:pathLst>
                <a:path w="11976" h="2432" extrusionOk="0">
                  <a:moveTo>
                    <a:pt x="0" y="0"/>
                  </a:moveTo>
                  <a:cubicBezTo>
                    <a:pt x="0" y="601"/>
                    <a:pt x="67" y="1201"/>
                    <a:pt x="200" y="1768"/>
                  </a:cubicBezTo>
                  <a:cubicBezTo>
                    <a:pt x="300" y="2235"/>
                    <a:pt x="1234" y="2402"/>
                    <a:pt x="1234" y="2402"/>
                  </a:cubicBezTo>
                  <a:cubicBezTo>
                    <a:pt x="1234" y="2402"/>
                    <a:pt x="5030" y="2432"/>
                    <a:pt x="7767" y="2432"/>
                  </a:cubicBezTo>
                  <a:cubicBezTo>
                    <a:pt x="9136" y="2432"/>
                    <a:pt x="10241" y="2424"/>
                    <a:pt x="10474" y="2402"/>
                  </a:cubicBezTo>
                  <a:cubicBezTo>
                    <a:pt x="11208" y="2335"/>
                    <a:pt x="11975" y="1535"/>
                    <a:pt x="11341" y="901"/>
                  </a:cubicBezTo>
                  <a:lnTo>
                    <a:pt x="2602" y="901"/>
                  </a:lnTo>
                  <a:cubicBezTo>
                    <a:pt x="2602" y="901"/>
                    <a:pt x="1301" y="40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6">
              <a:extLst>
                <a:ext uri="{FF2B5EF4-FFF2-40B4-BE49-F238E27FC236}">
                  <a16:creationId xmlns:a16="http://schemas.microsoft.com/office/drawing/2014/main" id="{388FA4C3-B70D-863D-9494-A4DF786A2394}"/>
                </a:ext>
              </a:extLst>
            </p:cNvPr>
            <p:cNvSpPr/>
            <p:nvPr/>
          </p:nvSpPr>
          <p:spPr>
            <a:xfrm>
              <a:off x="10313575" y="5224238"/>
              <a:ext cx="15875" cy="53400"/>
            </a:xfrm>
            <a:custGeom>
              <a:avLst/>
              <a:gdLst/>
              <a:ahLst/>
              <a:cxnLst/>
              <a:rect l="l" t="t" r="r" b="b"/>
              <a:pathLst>
                <a:path w="635" h="2136" extrusionOk="0">
                  <a:moveTo>
                    <a:pt x="1" y="0"/>
                  </a:moveTo>
                  <a:lnTo>
                    <a:pt x="634" y="213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6">
              <a:extLst>
                <a:ext uri="{FF2B5EF4-FFF2-40B4-BE49-F238E27FC236}">
                  <a16:creationId xmlns:a16="http://schemas.microsoft.com/office/drawing/2014/main" id="{EDAF502F-9279-1B91-9BE5-87B7BBEDDB9B}"/>
                </a:ext>
              </a:extLst>
            </p:cNvPr>
            <p:cNvSpPr/>
            <p:nvPr/>
          </p:nvSpPr>
          <p:spPr>
            <a:xfrm>
              <a:off x="10313575" y="5224238"/>
              <a:ext cx="15875" cy="53400"/>
            </a:xfrm>
            <a:custGeom>
              <a:avLst/>
              <a:gdLst/>
              <a:ahLst/>
              <a:cxnLst/>
              <a:rect l="l" t="t" r="r" b="b"/>
              <a:pathLst>
                <a:path w="635" h="2136" fill="none" extrusionOk="0">
                  <a:moveTo>
                    <a:pt x="1" y="0"/>
                  </a:moveTo>
                  <a:lnTo>
                    <a:pt x="634" y="2135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6">
              <a:extLst>
                <a:ext uri="{FF2B5EF4-FFF2-40B4-BE49-F238E27FC236}">
                  <a16:creationId xmlns:a16="http://schemas.microsoft.com/office/drawing/2014/main" id="{888E4995-FE9C-46F8-C19D-48DBD484AAC4}"/>
                </a:ext>
              </a:extLst>
            </p:cNvPr>
            <p:cNvSpPr/>
            <p:nvPr/>
          </p:nvSpPr>
          <p:spPr>
            <a:xfrm>
              <a:off x="10366950" y="5172838"/>
              <a:ext cx="98650" cy="28075"/>
            </a:xfrm>
            <a:custGeom>
              <a:avLst/>
              <a:gdLst/>
              <a:ahLst/>
              <a:cxnLst/>
              <a:rect l="l" t="t" r="r" b="b"/>
              <a:pathLst>
                <a:path w="3946" h="1123" extrusionOk="0">
                  <a:moveTo>
                    <a:pt x="2257" y="0"/>
                  </a:moveTo>
                  <a:cubicBezTo>
                    <a:pt x="1714" y="0"/>
                    <a:pt x="1025" y="106"/>
                    <a:pt x="234" y="455"/>
                  </a:cubicBezTo>
                  <a:cubicBezTo>
                    <a:pt x="67" y="522"/>
                    <a:pt x="0" y="722"/>
                    <a:pt x="67" y="889"/>
                  </a:cubicBezTo>
                  <a:cubicBezTo>
                    <a:pt x="134" y="1022"/>
                    <a:pt x="267" y="1122"/>
                    <a:pt x="401" y="1122"/>
                  </a:cubicBezTo>
                  <a:cubicBezTo>
                    <a:pt x="434" y="1122"/>
                    <a:pt x="501" y="1089"/>
                    <a:pt x="534" y="1089"/>
                  </a:cubicBezTo>
                  <a:cubicBezTo>
                    <a:pt x="1216" y="783"/>
                    <a:pt x="1800" y="691"/>
                    <a:pt x="2250" y="691"/>
                  </a:cubicBezTo>
                  <a:cubicBezTo>
                    <a:pt x="2880" y="691"/>
                    <a:pt x="3250" y="869"/>
                    <a:pt x="3269" y="889"/>
                  </a:cubicBezTo>
                  <a:cubicBezTo>
                    <a:pt x="3327" y="915"/>
                    <a:pt x="3383" y="927"/>
                    <a:pt x="3435" y="927"/>
                  </a:cubicBezTo>
                  <a:cubicBezTo>
                    <a:pt x="3770" y="927"/>
                    <a:pt x="3945" y="428"/>
                    <a:pt x="3570" y="255"/>
                  </a:cubicBezTo>
                  <a:cubicBezTo>
                    <a:pt x="3550" y="235"/>
                    <a:pt x="3065" y="0"/>
                    <a:pt x="2257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6">
              <a:extLst>
                <a:ext uri="{FF2B5EF4-FFF2-40B4-BE49-F238E27FC236}">
                  <a16:creationId xmlns:a16="http://schemas.microsoft.com/office/drawing/2014/main" id="{20B21718-D92D-9B5F-389F-3ADD7B2D4B20}"/>
                </a:ext>
              </a:extLst>
            </p:cNvPr>
            <p:cNvSpPr/>
            <p:nvPr/>
          </p:nvSpPr>
          <p:spPr>
            <a:xfrm>
              <a:off x="10356950" y="5149713"/>
              <a:ext cx="101075" cy="27850"/>
            </a:xfrm>
            <a:custGeom>
              <a:avLst/>
              <a:gdLst/>
              <a:ahLst/>
              <a:cxnLst/>
              <a:rect l="l" t="t" r="r" b="b"/>
              <a:pathLst>
                <a:path w="4043" h="1114" extrusionOk="0">
                  <a:moveTo>
                    <a:pt x="2324" y="1"/>
                  </a:moveTo>
                  <a:cubicBezTo>
                    <a:pt x="1786" y="1"/>
                    <a:pt x="1109" y="104"/>
                    <a:pt x="334" y="446"/>
                  </a:cubicBezTo>
                  <a:cubicBezTo>
                    <a:pt x="0" y="613"/>
                    <a:pt x="100" y="1113"/>
                    <a:pt x="501" y="1113"/>
                  </a:cubicBezTo>
                  <a:lnTo>
                    <a:pt x="634" y="1113"/>
                  </a:lnTo>
                  <a:cubicBezTo>
                    <a:pt x="1325" y="803"/>
                    <a:pt x="1916" y="713"/>
                    <a:pt x="2369" y="713"/>
                  </a:cubicBezTo>
                  <a:cubicBezTo>
                    <a:pt x="2987" y="713"/>
                    <a:pt x="3350" y="880"/>
                    <a:pt x="3369" y="880"/>
                  </a:cubicBezTo>
                  <a:cubicBezTo>
                    <a:pt x="3430" y="908"/>
                    <a:pt x="3487" y="920"/>
                    <a:pt x="3541" y="920"/>
                  </a:cubicBezTo>
                  <a:cubicBezTo>
                    <a:pt x="3872" y="920"/>
                    <a:pt x="4043" y="447"/>
                    <a:pt x="3669" y="246"/>
                  </a:cubicBezTo>
                  <a:cubicBezTo>
                    <a:pt x="3649" y="246"/>
                    <a:pt x="3151" y="1"/>
                    <a:pt x="2324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6">
              <a:extLst>
                <a:ext uri="{FF2B5EF4-FFF2-40B4-BE49-F238E27FC236}">
                  <a16:creationId xmlns:a16="http://schemas.microsoft.com/office/drawing/2014/main" id="{7975224B-FEF1-FD77-C0C7-2E27554D53A8}"/>
                </a:ext>
              </a:extLst>
            </p:cNvPr>
            <p:cNvSpPr/>
            <p:nvPr/>
          </p:nvSpPr>
          <p:spPr>
            <a:xfrm>
              <a:off x="10349425" y="5126963"/>
              <a:ext cx="97600" cy="28075"/>
            </a:xfrm>
            <a:custGeom>
              <a:avLst/>
              <a:gdLst/>
              <a:ahLst/>
              <a:cxnLst/>
              <a:rect l="l" t="t" r="r" b="b"/>
              <a:pathLst>
                <a:path w="3904" h="1123" extrusionOk="0">
                  <a:moveTo>
                    <a:pt x="2358" y="1"/>
                  </a:moveTo>
                  <a:cubicBezTo>
                    <a:pt x="1815" y="1"/>
                    <a:pt x="1126" y="107"/>
                    <a:pt x="335" y="455"/>
                  </a:cubicBezTo>
                  <a:cubicBezTo>
                    <a:pt x="1" y="622"/>
                    <a:pt x="101" y="1123"/>
                    <a:pt x="501" y="1123"/>
                  </a:cubicBezTo>
                  <a:cubicBezTo>
                    <a:pt x="535" y="1123"/>
                    <a:pt x="601" y="1123"/>
                    <a:pt x="635" y="1089"/>
                  </a:cubicBezTo>
                  <a:cubicBezTo>
                    <a:pt x="1325" y="793"/>
                    <a:pt x="1914" y="706"/>
                    <a:pt x="2367" y="706"/>
                  </a:cubicBezTo>
                  <a:cubicBezTo>
                    <a:pt x="2986" y="706"/>
                    <a:pt x="3351" y="870"/>
                    <a:pt x="3370" y="889"/>
                  </a:cubicBezTo>
                  <a:cubicBezTo>
                    <a:pt x="3413" y="906"/>
                    <a:pt x="3458" y="915"/>
                    <a:pt x="3504" y="915"/>
                  </a:cubicBezTo>
                  <a:cubicBezTo>
                    <a:pt x="3634" y="915"/>
                    <a:pt x="3763" y="846"/>
                    <a:pt x="3837" y="722"/>
                  </a:cubicBezTo>
                  <a:cubicBezTo>
                    <a:pt x="3904" y="556"/>
                    <a:pt x="3837" y="355"/>
                    <a:pt x="3670" y="255"/>
                  </a:cubicBezTo>
                  <a:cubicBezTo>
                    <a:pt x="3650" y="235"/>
                    <a:pt x="3165" y="1"/>
                    <a:pt x="2358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6">
              <a:extLst>
                <a:ext uri="{FF2B5EF4-FFF2-40B4-BE49-F238E27FC236}">
                  <a16:creationId xmlns:a16="http://schemas.microsoft.com/office/drawing/2014/main" id="{AE753382-6DFF-305F-AE69-E9C8B9D7A798}"/>
                </a:ext>
              </a:extLst>
            </p:cNvPr>
            <p:cNvSpPr/>
            <p:nvPr/>
          </p:nvSpPr>
          <p:spPr>
            <a:xfrm>
              <a:off x="9618075" y="3665613"/>
              <a:ext cx="825625" cy="1476075"/>
            </a:xfrm>
            <a:custGeom>
              <a:avLst/>
              <a:gdLst/>
              <a:ahLst/>
              <a:cxnLst/>
              <a:rect l="l" t="t" r="r" b="b"/>
              <a:pathLst>
                <a:path w="33025" h="59043" extrusionOk="0">
                  <a:moveTo>
                    <a:pt x="6806" y="1"/>
                  </a:moveTo>
                  <a:lnTo>
                    <a:pt x="5872" y="7573"/>
                  </a:lnTo>
                  <a:cubicBezTo>
                    <a:pt x="5872" y="7573"/>
                    <a:pt x="2970" y="37261"/>
                    <a:pt x="2869" y="37694"/>
                  </a:cubicBezTo>
                  <a:cubicBezTo>
                    <a:pt x="2803" y="37995"/>
                    <a:pt x="2369" y="40763"/>
                    <a:pt x="2169" y="43699"/>
                  </a:cubicBezTo>
                  <a:cubicBezTo>
                    <a:pt x="1835" y="45433"/>
                    <a:pt x="1302" y="48402"/>
                    <a:pt x="1302" y="49236"/>
                  </a:cubicBezTo>
                  <a:cubicBezTo>
                    <a:pt x="1335" y="50070"/>
                    <a:pt x="1402" y="50904"/>
                    <a:pt x="1602" y="51704"/>
                  </a:cubicBezTo>
                  <a:cubicBezTo>
                    <a:pt x="1602" y="51738"/>
                    <a:pt x="1602" y="51771"/>
                    <a:pt x="1602" y="51804"/>
                  </a:cubicBezTo>
                  <a:cubicBezTo>
                    <a:pt x="1102" y="52672"/>
                    <a:pt x="635" y="53572"/>
                    <a:pt x="201" y="54506"/>
                  </a:cubicBezTo>
                  <a:cubicBezTo>
                    <a:pt x="1" y="55107"/>
                    <a:pt x="501" y="57942"/>
                    <a:pt x="501" y="57942"/>
                  </a:cubicBezTo>
                  <a:lnTo>
                    <a:pt x="534" y="57942"/>
                  </a:lnTo>
                  <a:lnTo>
                    <a:pt x="534" y="58009"/>
                  </a:lnTo>
                  <a:lnTo>
                    <a:pt x="2302" y="58076"/>
                  </a:lnTo>
                  <a:cubicBezTo>
                    <a:pt x="2669" y="58109"/>
                    <a:pt x="3136" y="58176"/>
                    <a:pt x="3537" y="58209"/>
                  </a:cubicBezTo>
                  <a:cubicBezTo>
                    <a:pt x="4537" y="58342"/>
                    <a:pt x="5471" y="58609"/>
                    <a:pt x="6372" y="59043"/>
                  </a:cubicBezTo>
                  <a:lnTo>
                    <a:pt x="8407" y="55407"/>
                  </a:lnTo>
                  <a:lnTo>
                    <a:pt x="7673" y="53772"/>
                  </a:lnTo>
                  <a:lnTo>
                    <a:pt x="8507" y="49036"/>
                  </a:lnTo>
                  <a:lnTo>
                    <a:pt x="8407" y="48969"/>
                  </a:lnTo>
                  <a:lnTo>
                    <a:pt x="13110" y="30022"/>
                  </a:lnTo>
                  <a:lnTo>
                    <a:pt x="16312" y="15245"/>
                  </a:lnTo>
                  <a:lnTo>
                    <a:pt x="19515" y="30022"/>
                  </a:lnTo>
                  <a:lnTo>
                    <a:pt x="24885" y="50904"/>
                  </a:lnTo>
                  <a:lnTo>
                    <a:pt x="25386" y="53772"/>
                  </a:lnTo>
                  <a:lnTo>
                    <a:pt x="24685" y="55407"/>
                  </a:lnTo>
                  <a:lnTo>
                    <a:pt x="26686" y="59043"/>
                  </a:lnTo>
                  <a:cubicBezTo>
                    <a:pt x="27587" y="58609"/>
                    <a:pt x="28554" y="58342"/>
                    <a:pt x="29522" y="58209"/>
                  </a:cubicBezTo>
                  <a:cubicBezTo>
                    <a:pt x="31156" y="58009"/>
                    <a:pt x="32591" y="57942"/>
                    <a:pt x="32591" y="57942"/>
                  </a:cubicBezTo>
                  <a:cubicBezTo>
                    <a:pt x="32591" y="57942"/>
                    <a:pt x="33024" y="55107"/>
                    <a:pt x="32824" y="54506"/>
                  </a:cubicBezTo>
                  <a:cubicBezTo>
                    <a:pt x="32391" y="53572"/>
                    <a:pt x="31924" y="52638"/>
                    <a:pt x="31423" y="51771"/>
                  </a:cubicBezTo>
                  <a:cubicBezTo>
                    <a:pt x="31590" y="50937"/>
                    <a:pt x="31690" y="50103"/>
                    <a:pt x="31723" y="49236"/>
                  </a:cubicBezTo>
                  <a:cubicBezTo>
                    <a:pt x="31723" y="48035"/>
                    <a:pt x="30356" y="42097"/>
                    <a:pt x="30356" y="42097"/>
                  </a:cubicBezTo>
                  <a:lnTo>
                    <a:pt x="30289" y="42164"/>
                  </a:lnTo>
                  <a:cubicBezTo>
                    <a:pt x="30056" y="39863"/>
                    <a:pt x="29789" y="37961"/>
                    <a:pt x="29722" y="37694"/>
                  </a:cubicBezTo>
                  <a:cubicBezTo>
                    <a:pt x="29622" y="37294"/>
                    <a:pt x="26720" y="7573"/>
                    <a:pt x="26720" y="7573"/>
                  </a:cubicBezTo>
                  <a:lnTo>
                    <a:pt x="25786" y="1"/>
                  </a:lnTo>
                  <a:lnTo>
                    <a:pt x="16279" y="468"/>
                  </a:lnTo>
                  <a:lnTo>
                    <a:pt x="6806" y="1"/>
                  </a:ln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6">
              <a:extLst>
                <a:ext uri="{FF2B5EF4-FFF2-40B4-BE49-F238E27FC236}">
                  <a16:creationId xmlns:a16="http://schemas.microsoft.com/office/drawing/2014/main" id="{F290E008-27BC-188A-BAAE-84B1997F41AD}"/>
                </a:ext>
              </a:extLst>
            </p:cNvPr>
            <p:cNvSpPr/>
            <p:nvPr/>
          </p:nvSpPr>
          <p:spPr>
            <a:xfrm>
              <a:off x="9860750" y="3697313"/>
              <a:ext cx="316925" cy="34200"/>
            </a:xfrm>
            <a:custGeom>
              <a:avLst/>
              <a:gdLst/>
              <a:ahLst/>
              <a:cxnLst/>
              <a:rect l="l" t="t" r="r" b="b"/>
              <a:pathLst>
                <a:path w="12677" h="1368" extrusionOk="0">
                  <a:moveTo>
                    <a:pt x="1" y="0"/>
                  </a:moveTo>
                  <a:lnTo>
                    <a:pt x="1" y="1368"/>
                  </a:lnTo>
                  <a:lnTo>
                    <a:pt x="12676" y="1368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rgbClr val="575757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6">
              <a:extLst>
                <a:ext uri="{FF2B5EF4-FFF2-40B4-BE49-F238E27FC236}">
                  <a16:creationId xmlns:a16="http://schemas.microsoft.com/office/drawing/2014/main" id="{C9D5E029-BD07-0D13-BB15-1B2E4A7D3C03}"/>
                </a:ext>
              </a:extLst>
            </p:cNvPr>
            <p:cNvSpPr/>
            <p:nvPr/>
          </p:nvSpPr>
          <p:spPr>
            <a:xfrm>
              <a:off x="10206825" y="3697313"/>
              <a:ext cx="61750" cy="34200"/>
            </a:xfrm>
            <a:custGeom>
              <a:avLst/>
              <a:gdLst/>
              <a:ahLst/>
              <a:cxnLst/>
              <a:rect l="l" t="t" r="r" b="b"/>
              <a:pathLst>
                <a:path w="2470" h="1368" extrusionOk="0">
                  <a:moveTo>
                    <a:pt x="1" y="0"/>
                  </a:moveTo>
                  <a:lnTo>
                    <a:pt x="1" y="1368"/>
                  </a:lnTo>
                  <a:lnTo>
                    <a:pt x="2469" y="1368"/>
                  </a:lnTo>
                  <a:lnTo>
                    <a:pt x="2469" y="0"/>
                  </a:lnTo>
                  <a:close/>
                </a:path>
              </a:pathLst>
            </a:custGeom>
            <a:solidFill>
              <a:srgbClr val="575757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6">
              <a:extLst>
                <a:ext uri="{FF2B5EF4-FFF2-40B4-BE49-F238E27FC236}">
                  <a16:creationId xmlns:a16="http://schemas.microsoft.com/office/drawing/2014/main" id="{B688DF3C-42F5-DBC0-2C35-915C6D3E5893}"/>
                </a:ext>
              </a:extLst>
            </p:cNvPr>
            <p:cNvSpPr/>
            <p:nvPr/>
          </p:nvSpPr>
          <p:spPr>
            <a:xfrm>
              <a:off x="9783200" y="3697313"/>
              <a:ext cx="48400" cy="34200"/>
            </a:xfrm>
            <a:custGeom>
              <a:avLst/>
              <a:gdLst/>
              <a:ahLst/>
              <a:cxnLst/>
              <a:rect l="l" t="t" r="r" b="b"/>
              <a:pathLst>
                <a:path w="1936" h="1368" extrusionOk="0">
                  <a:moveTo>
                    <a:pt x="0" y="0"/>
                  </a:moveTo>
                  <a:lnTo>
                    <a:pt x="0" y="1368"/>
                  </a:lnTo>
                  <a:lnTo>
                    <a:pt x="1935" y="1368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575757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6">
              <a:extLst>
                <a:ext uri="{FF2B5EF4-FFF2-40B4-BE49-F238E27FC236}">
                  <a16:creationId xmlns:a16="http://schemas.microsoft.com/office/drawing/2014/main" id="{9F026D5C-2581-76DF-2EEE-333009038985}"/>
                </a:ext>
              </a:extLst>
            </p:cNvPr>
            <p:cNvSpPr/>
            <p:nvPr/>
          </p:nvSpPr>
          <p:spPr>
            <a:xfrm>
              <a:off x="9983350" y="3701463"/>
              <a:ext cx="79250" cy="28400"/>
            </a:xfrm>
            <a:custGeom>
              <a:avLst/>
              <a:gdLst/>
              <a:ahLst/>
              <a:cxnLst/>
              <a:rect l="l" t="t" r="r" b="b"/>
              <a:pathLst>
                <a:path w="3170" h="1136" extrusionOk="0">
                  <a:moveTo>
                    <a:pt x="0" y="1"/>
                  </a:moveTo>
                  <a:lnTo>
                    <a:pt x="0" y="1135"/>
                  </a:lnTo>
                  <a:lnTo>
                    <a:pt x="3169" y="1135"/>
                  </a:lnTo>
                  <a:lnTo>
                    <a:pt x="3169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6">
              <a:extLst>
                <a:ext uri="{FF2B5EF4-FFF2-40B4-BE49-F238E27FC236}">
                  <a16:creationId xmlns:a16="http://schemas.microsoft.com/office/drawing/2014/main" id="{816EB846-9EFA-65DC-EED1-994F6D44008C}"/>
                </a:ext>
              </a:extLst>
            </p:cNvPr>
            <p:cNvSpPr/>
            <p:nvPr/>
          </p:nvSpPr>
          <p:spPr>
            <a:xfrm>
              <a:off x="9514675" y="3066863"/>
              <a:ext cx="226850" cy="534750"/>
            </a:xfrm>
            <a:custGeom>
              <a:avLst/>
              <a:gdLst/>
              <a:ahLst/>
              <a:cxnLst/>
              <a:rect l="l" t="t" r="r" b="b"/>
              <a:pathLst>
                <a:path w="9074" h="21390" extrusionOk="0">
                  <a:moveTo>
                    <a:pt x="6338" y="0"/>
                  </a:moveTo>
                  <a:cubicBezTo>
                    <a:pt x="6338" y="0"/>
                    <a:pt x="501" y="20315"/>
                    <a:pt x="234" y="20848"/>
                  </a:cubicBezTo>
                  <a:cubicBezTo>
                    <a:pt x="0" y="21382"/>
                    <a:pt x="1502" y="21115"/>
                    <a:pt x="2969" y="21349"/>
                  </a:cubicBezTo>
                  <a:cubicBezTo>
                    <a:pt x="3121" y="21377"/>
                    <a:pt x="3280" y="21390"/>
                    <a:pt x="3443" y="21390"/>
                  </a:cubicBezTo>
                  <a:cubicBezTo>
                    <a:pt x="4815" y="21390"/>
                    <a:pt x="6463" y="20472"/>
                    <a:pt x="6672" y="20115"/>
                  </a:cubicBezTo>
                  <a:cubicBezTo>
                    <a:pt x="6939" y="19681"/>
                    <a:pt x="9074" y="13076"/>
                    <a:pt x="9074" y="13076"/>
                  </a:cubicBezTo>
                  <a:lnTo>
                    <a:pt x="6338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6">
              <a:extLst>
                <a:ext uri="{FF2B5EF4-FFF2-40B4-BE49-F238E27FC236}">
                  <a16:creationId xmlns:a16="http://schemas.microsoft.com/office/drawing/2014/main" id="{526FDF91-2A8F-92BB-2AAB-048C5C02402A}"/>
                </a:ext>
              </a:extLst>
            </p:cNvPr>
            <p:cNvSpPr/>
            <p:nvPr/>
          </p:nvSpPr>
          <p:spPr>
            <a:xfrm>
              <a:off x="9673950" y="3216963"/>
              <a:ext cx="5875" cy="15025"/>
            </a:xfrm>
            <a:custGeom>
              <a:avLst/>
              <a:gdLst/>
              <a:ahLst/>
              <a:cxnLst/>
              <a:rect l="l" t="t" r="r" b="b"/>
              <a:pathLst>
                <a:path w="235" h="601" extrusionOk="0">
                  <a:moveTo>
                    <a:pt x="234" y="601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6">
              <a:extLst>
                <a:ext uri="{FF2B5EF4-FFF2-40B4-BE49-F238E27FC236}">
                  <a16:creationId xmlns:a16="http://schemas.microsoft.com/office/drawing/2014/main" id="{01B15BDC-9C5E-632C-1A36-12E7CB07AB69}"/>
                </a:ext>
              </a:extLst>
            </p:cNvPr>
            <p:cNvSpPr/>
            <p:nvPr/>
          </p:nvSpPr>
          <p:spPr>
            <a:xfrm>
              <a:off x="9673950" y="3216963"/>
              <a:ext cx="5875" cy="15025"/>
            </a:xfrm>
            <a:custGeom>
              <a:avLst/>
              <a:gdLst/>
              <a:ahLst/>
              <a:cxnLst/>
              <a:rect l="l" t="t" r="r" b="b"/>
              <a:pathLst>
                <a:path w="235" h="601" fill="none" extrusionOk="0">
                  <a:moveTo>
                    <a:pt x="234" y="601"/>
                  </a:moveTo>
                  <a:lnTo>
                    <a:pt x="1" y="0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6">
              <a:extLst>
                <a:ext uri="{FF2B5EF4-FFF2-40B4-BE49-F238E27FC236}">
                  <a16:creationId xmlns:a16="http://schemas.microsoft.com/office/drawing/2014/main" id="{AD11AC0A-EAA7-E7E0-F942-7EAAE373D7E6}"/>
                </a:ext>
              </a:extLst>
            </p:cNvPr>
            <p:cNvSpPr/>
            <p:nvPr/>
          </p:nvSpPr>
          <p:spPr>
            <a:xfrm>
              <a:off x="9687300" y="3248663"/>
              <a:ext cx="40875" cy="99250"/>
            </a:xfrm>
            <a:custGeom>
              <a:avLst/>
              <a:gdLst/>
              <a:ahLst/>
              <a:cxnLst/>
              <a:rect l="l" t="t" r="r" b="b"/>
              <a:pathLst>
                <a:path w="1635" h="3970" extrusionOk="0">
                  <a:moveTo>
                    <a:pt x="1635" y="397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6">
              <a:extLst>
                <a:ext uri="{FF2B5EF4-FFF2-40B4-BE49-F238E27FC236}">
                  <a16:creationId xmlns:a16="http://schemas.microsoft.com/office/drawing/2014/main" id="{423C1810-A1A8-E894-84E0-556C83D60EE7}"/>
                </a:ext>
              </a:extLst>
            </p:cNvPr>
            <p:cNvSpPr/>
            <p:nvPr/>
          </p:nvSpPr>
          <p:spPr>
            <a:xfrm>
              <a:off x="9687300" y="3248663"/>
              <a:ext cx="40875" cy="99250"/>
            </a:xfrm>
            <a:custGeom>
              <a:avLst/>
              <a:gdLst/>
              <a:ahLst/>
              <a:cxnLst/>
              <a:rect l="l" t="t" r="r" b="b"/>
              <a:pathLst>
                <a:path w="1635" h="3970" fill="none" extrusionOk="0">
                  <a:moveTo>
                    <a:pt x="1635" y="3970"/>
                  </a:moveTo>
                  <a:lnTo>
                    <a:pt x="0" y="0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6">
              <a:extLst>
                <a:ext uri="{FF2B5EF4-FFF2-40B4-BE49-F238E27FC236}">
                  <a16:creationId xmlns:a16="http://schemas.microsoft.com/office/drawing/2014/main" id="{3187F4DC-8DAE-2EBC-C070-E891B7F91F1E}"/>
                </a:ext>
              </a:extLst>
            </p:cNvPr>
            <p:cNvSpPr/>
            <p:nvPr/>
          </p:nvSpPr>
          <p:spPr>
            <a:xfrm>
              <a:off x="9676450" y="3502163"/>
              <a:ext cx="11700" cy="8375"/>
            </a:xfrm>
            <a:custGeom>
              <a:avLst/>
              <a:gdLst/>
              <a:ahLst/>
              <a:cxnLst/>
              <a:rect l="l" t="t" r="r" b="b"/>
              <a:pathLst>
                <a:path w="468" h="335" extrusionOk="0">
                  <a:moveTo>
                    <a:pt x="1" y="1"/>
                  </a:moveTo>
                  <a:lnTo>
                    <a:pt x="468" y="33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6">
              <a:extLst>
                <a:ext uri="{FF2B5EF4-FFF2-40B4-BE49-F238E27FC236}">
                  <a16:creationId xmlns:a16="http://schemas.microsoft.com/office/drawing/2014/main" id="{CCD2B363-8180-1039-408C-AE15C7DA1F32}"/>
                </a:ext>
              </a:extLst>
            </p:cNvPr>
            <p:cNvSpPr/>
            <p:nvPr/>
          </p:nvSpPr>
          <p:spPr>
            <a:xfrm>
              <a:off x="9676450" y="3502163"/>
              <a:ext cx="11700" cy="8375"/>
            </a:xfrm>
            <a:custGeom>
              <a:avLst/>
              <a:gdLst/>
              <a:ahLst/>
              <a:cxnLst/>
              <a:rect l="l" t="t" r="r" b="b"/>
              <a:pathLst>
                <a:path w="468" h="335" fill="none" extrusionOk="0">
                  <a:moveTo>
                    <a:pt x="1" y="1"/>
                  </a:moveTo>
                  <a:lnTo>
                    <a:pt x="468" y="334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6">
              <a:extLst>
                <a:ext uri="{FF2B5EF4-FFF2-40B4-BE49-F238E27FC236}">
                  <a16:creationId xmlns:a16="http://schemas.microsoft.com/office/drawing/2014/main" id="{1899990F-97E7-767D-F7CB-3A42E3D1CDB1}"/>
                </a:ext>
              </a:extLst>
            </p:cNvPr>
            <p:cNvSpPr/>
            <p:nvPr/>
          </p:nvSpPr>
          <p:spPr>
            <a:xfrm>
              <a:off x="9568875" y="3464638"/>
              <a:ext cx="94275" cy="28375"/>
            </a:xfrm>
            <a:custGeom>
              <a:avLst/>
              <a:gdLst/>
              <a:ahLst/>
              <a:cxnLst/>
              <a:rect l="l" t="t" r="r" b="b"/>
              <a:pathLst>
                <a:path w="3771" h="1135" extrusionOk="0">
                  <a:moveTo>
                    <a:pt x="1935" y="1"/>
                  </a:moveTo>
                  <a:cubicBezTo>
                    <a:pt x="1268" y="134"/>
                    <a:pt x="601" y="334"/>
                    <a:pt x="1" y="568"/>
                  </a:cubicBezTo>
                  <a:lnTo>
                    <a:pt x="3770" y="1135"/>
                  </a:lnTo>
                  <a:cubicBezTo>
                    <a:pt x="3036" y="601"/>
                    <a:pt x="2136" y="1"/>
                    <a:pt x="19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6">
              <a:extLst>
                <a:ext uri="{FF2B5EF4-FFF2-40B4-BE49-F238E27FC236}">
                  <a16:creationId xmlns:a16="http://schemas.microsoft.com/office/drawing/2014/main" id="{84B0A07F-3658-CC5E-2CB4-1015B5207D0F}"/>
                </a:ext>
              </a:extLst>
            </p:cNvPr>
            <p:cNvSpPr/>
            <p:nvPr/>
          </p:nvSpPr>
          <p:spPr>
            <a:xfrm>
              <a:off x="9568875" y="3464638"/>
              <a:ext cx="94275" cy="28375"/>
            </a:xfrm>
            <a:custGeom>
              <a:avLst/>
              <a:gdLst/>
              <a:ahLst/>
              <a:cxnLst/>
              <a:rect l="l" t="t" r="r" b="b"/>
              <a:pathLst>
                <a:path w="3771" h="1135" fill="none" extrusionOk="0">
                  <a:moveTo>
                    <a:pt x="1" y="568"/>
                  </a:moveTo>
                  <a:cubicBezTo>
                    <a:pt x="601" y="334"/>
                    <a:pt x="1268" y="134"/>
                    <a:pt x="1935" y="1"/>
                  </a:cubicBezTo>
                  <a:cubicBezTo>
                    <a:pt x="2136" y="1"/>
                    <a:pt x="3036" y="601"/>
                    <a:pt x="3770" y="1135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6">
              <a:extLst>
                <a:ext uri="{FF2B5EF4-FFF2-40B4-BE49-F238E27FC236}">
                  <a16:creationId xmlns:a16="http://schemas.microsoft.com/office/drawing/2014/main" id="{E634FAC3-8827-4022-ECBE-9675D9353A53}"/>
                </a:ext>
              </a:extLst>
            </p:cNvPr>
            <p:cNvSpPr/>
            <p:nvPr/>
          </p:nvSpPr>
          <p:spPr>
            <a:xfrm>
              <a:off x="10312750" y="3037663"/>
              <a:ext cx="216850" cy="542075"/>
            </a:xfrm>
            <a:custGeom>
              <a:avLst/>
              <a:gdLst/>
              <a:ahLst/>
              <a:cxnLst/>
              <a:rect l="l" t="t" r="r" b="b"/>
              <a:pathLst>
                <a:path w="8674" h="21683" extrusionOk="0">
                  <a:moveTo>
                    <a:pt x="1535" y="1"/>
                  </a:moveTo>
                  <a:lnTo>
                    <a:pt x="0" y="14911"/>
                  </a:lnTo>
                  <a:lnTo>
                    <a:pt x="1201" y="18714"/>
                  </a:lnTo>
                  <a:cubicBezTo>
                    <a:pt x="1201" y="18714"/>
                    <a:pt x="3469" y="19815"/>
                    <a:pt x="4237" y="20148"/>
                  </a:cubicBezTo>
                  <a:cubicBezTo>
                    <a:pt x="5004" y="20482"/>
                    <a:pt x="6872" y="21683"/>
                    <a:pt x="7105" y="21683"/>
                  </a:cubicBezTo>
                  <a:cubicBezTo>
                    <a:pt x="7372" y="21683"/>
                    <a:pt x="8573" y="21149"/>
                    <a:pt x="8640" y="20415"/>
                  </a:cubicBezTo>
                  <a:cubicBezTo>
                    <a:pt x="8673" y="19781"/>
                    <a:pt x="8606" y="19148"/>
                    <a:pt x="8406" y="18547"/>
                  </a:cubicBezTo>
                  <a:cubicBezTo>
                    <a:pt x="8206" y="17847"/>
                    <a:pt x="1535" y="1"/>
                    <a:pt x="1535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6">
              <a:extLst>
                <a:ext uri="{FF2B5EF4-FFF2-40B4-BE49-F238E27FC236}">
                  <a16:creationId xmlns:a16="http://schemas.microsoft.com/office/drawing/2014/main" id="{AA0678B2-AAC2-EDD9-563D-05528770FF97}"/>
                </a:ext>
              </a:extLst>
            </p:cNvPr>
            <p:cNvSpPr/>
            <p:nvPr/>
          </p:nvSpPr>
          <p:spPr>
            <a:xfrm>
              <a:off x="10360275" y="3171088"/>
              <a:ext cx="2525" cy="11700"/>
            </a:xfrm>
            <a:custGeom>
              <a:avLst/>
              <a:gdLst/>
              <a:ahLst/>
              <a:cxnLst/>
              <a:rect l="l" t="t" r="r" b="b"/>
              <a:pathLst>
                <a:path w="101" h="468" extrusionOk="0">
                  <a:moveTo>
                    <a:pt x="1" y="468"/>
                  </a:moveTo>
                  <a:lnTo>
                    <a:pt x="10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6">
              <a:extLst>
                <a:ext uri="{FF2B5EF4-FFF2-40B4-BE49-F238E27FC236}">
                  <a16:creationId xmlns:a16="http://schemas.microsoft.com/office/drawing/2014/main" id="{FEE3E8FD-4A0D-122C-DB37-061A5116DF46}"/>
                </a:ext>
              </a:extLst>
            </p:cNvPr>
            <p:cNvSpPr/>
            <p:nvPr/>
          </p:nvSpPr>
          <p:spPr>
            <a:xfrm>
              <a:off x="10360275" y="3171088"/>
              <a:ext cx="2525" cy="11700"/>
            </a:xfrm>
            <a:custGeom>
              <a:avLst/>
              <a:gdLst/>
              <a:ahLst/>
              <a:cxnLst/>
              <a:rect l="l" t="t" r="r" b="b"/>
              <a:pathLst>
                <a:path w="101" h="468" fill="none" extrusionOk="0">
                  <a:moveTo>
                    <a:pt x="1" y="468"/>
                  </a:moveTo>
                  <a:lnTo>
                    <a:pt x="101" y="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6">
              <a:extLst>
                <a:ext uri="{FF2B5EF4-FFF2-40B4-BE49-F238E27FC236}">
                  <a16:creationId xmlns:a16="http://schemas.microsoft.com/office/drawing/2014/main" id="{E53E29F3-56B9-BE6F-C82C-AB45B81C5C6D}"/>
                </a:ext>
              </a:extLst>
            </p:cNvPr>
            <p:cNvSpPr/>
            <p:nvPr/>
          </p:nvSpPr>
          <p:spPr>
            <a:xfrm>
              <a:off x="10320250" y="3200288"/>
              <a:ext cx="35875" cy="139275"/>
            </a:xfrm>
            <a:custGeom>
              <a:avLst/>
              <a:gdLst/>
              <a:ahLst/>
              <a:cxnLst/>
              <a:rect l="l" t="t" r="r" b="b"/>
              <a:pathLst>
                <a:path w="1435" h="5571" extrusionOk="0">
                  <a:moveTo>
                    <a:pt x="0" y="5571"/>
                  </a:moveTo>
                  <a:lnTo>
                    <a:pt x="1435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6">
              <a:extLst>
                <a:ext uri="{FF2B5EF4-FFF2-40B4-BE49-F238E27FC236}">
                  <a16:creationId xmlns:a16="http://schemas.microsoft.com/office/drawing/2014/main" id="{C45D2A05-945A-B368-04A6-1E549B5318D1}"/>
                </a:ext>
              </a:extLst>
            </p:cNvPr>
            <p:cNvSpPr/>
            <p:nvPr/>
          </p:nvSpPr>
          <p:spPr>
            <a:xfrm>
              <a:off x="10320250" y="3200288"/>
              <a:ext cx="35875" cy="139275"/>
            </a:xfrm>
            <a:custGeom>
              <a:avLst/>
              <a:gdLst/>
              <a:ahLst/>
              <a:cxnLst/>
              <a:rect l="l" t="t" r="r" b="b"/>
              <a:pathLst>
                <a:path w="1435" h="5571" fill="none" extrusionOk="0">
                  <a:moveTo>
                    <a:pt x="0" y="5571"/>
                  </a:moveTo>
                  <a:lnTo>
                    <a:pt x="1435" y="0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6">
              <a:extLst>
                <a:ext uri="{FF2B5EF4-FFF2-40B4-BE49-F238E27FC236}">
                  <a16:creationId xmlns:a16="http://schemas.microsoft.com/office/drawing/2014/main" id="{AB6BC7A3-B82D-3B77-835D-AE5A0E5B74C9}"/>
                </a:ext>
              </a:extLst>
            </p:cNvPr>
            <p:cNvSpPr/>
            <p:nvPr/>
          </p:nvSpPr>
          <p:spPr>
            <a:xfrm>
              <a:off x="10354450" y="3419613"/>
              <a:ext cx="68400" cy="42550"/>
            </a:xfrm>
            <a:custGeom>
              <a:avLst/>
              <a:gdLst/>
              <a:ahLst/>
              <a:cxnLst/>
              <a:rect l="l" t="t" r="r" b="b"/>
              <a:pathLst>
                <a:path w="2736" h="1702" extrusionOk="0">
                  <a:moveTo>
                    <a:pt x="2735" y="0"/>
                  </a:moveTo>
                  <a:lnTo>
                    <a:pt x="0" y="170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6">
              <a:extLst>
                <a:ext uri="{FF2B5EF4-FFF2-40B4-BE49-F238E27FC236}">
                  <a16:creationId xmlns:a16="http://schemas.microsoft.com/office/drawing/2014/main" id="{04DAB250-7B49-3ECC-9CBE-058A32909B4F}"/>
                </a:ext>
              </a:extLst>
            </p:cNvPr>
            <p:cNvSpPr/>
            <p:nvPr/>
          </p:nvSpPr>
          <p:spPr>
            <a:xfrm>
              <a:off x="10354450" y="3419613"/>
              <a:ext cx="68400" cy="42550"/>
            </a:xfrm>
            <a:custGeom>
              <a:avLst/>
              <a:gdLst/>
              <a:ahLst/>
              <a:cxnLst/>
              <a:rect l="l" t="t" r="r" b="b"/>
              <a:pathLst>
                <a:path w="2736" h="1702" fill="none" extrusionOk="0">
                  <a:moveTo>
                    <a:pt x="2735" y="0"/>
                  </a:moveTo>
                  <a:lnTo>
                    <a:pt x="0" y="170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6">
              <a:extLst>
                <a:ext uri="{FF2B5EF4-FFF2-40B4-BE49-F238E27FC236}">
                  <a16:creationId xmlns:a16="http://schemas.microsoft.com/office/drawing/2014/main" id="{DEC85AF4-349A-F987-BCEA-755657556432}"/>
                </a:ext>
              </a:extLst>
            </p:cNvPr>
            <p:cNvSpPr/>
            <p:nvPr/>
          </p:nvSpPr>
          <p:spPr>
            <a:xfrm>
              <a:off x="9673125" y="2940088"/>
              <a:ext cx="677175" cy="755575"/>
            </a:xfrm>
            <a:custGeom>
              <a:avLst/>
              <a:gdLst/>
              <a:ahLst/>
              <a:cxnLst/>
              <a:rect l="l" t="t" r="r" b="b"/>
              <a:pathLst>
                <a:path w="27087" h="30223" extrusionOk="0">
                  <a:moveTo>
                    <a:pt x="9574" y="1"/>
                  </a:moveTo>
                  <a:lnTo>
                    <a:pt x="0" y="5071"/>
                  </a:lnTo>
                  <a:lnTo>
                    <a:pt x="4170" y="27087"/>
                  </a:lnTo>
                  <a:cubicBezTo>
                    <a:pt x="4170" y="27087"/>
                    <a:pt x="3836" y="29122"/>
                    <a:pt x="4070" y="29555"/>
                  </a:cubicBezTo>
                  <a:cubicBezTo>
                    <a:pt x="4237" y="29822"/>
                    <a:pt x="4470" y="30056"/>
                    <a:pt x="4737" y="30222"/>
                  </a:cubicBezTo>
                  <a:lnTo>
                    <a:pt x="23484" y="30222"/>
                  </a:lnTo>
                  <a:cubicBezTo>
                    <a:pt x="23484" y="30222"/>
                    <a:pt x="24718" y="29055"/>
                    <a:pt x="24718" y="28788"/>
                  </a:cubicBezTo>
                  <a:lnTo>
                    <a:pt x="24718" y="27687"/>
                  </a:lnTo>
                  <a:lnTo>
                    <a:pt x="27086" y="3904"/>
                  </a:lnTo>
                  <a:lnTo>
                    <a:pt x="17646" y="101"/>
                  </a:lnTo>
                  <a:lnTo>
                    <a:pt x="9574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6">
              <a:extLst>
                <a:ext uri="{FF2B5EF4-FFF2-40B4-BE49-F238E27FC236}">
                  <a16:creationId xmlns:a16="http://schemas.microsoft.com/office/drawing/2014/main" id="{654AB156-3D9F-6599-BE90-CA6B526CE76D}"/>
                </a:ext>
              </a:extLst>
            </p:cNvPr>
            <p:cNvSpPr/>
            <p:nvPr/>
          </p:nvSpPr>
          <p:spPr>
            <a:xfrm>
              <a:off x="9955000" y="2915088"/>
              <a:ext cx="124275" cy="783075"/>
            </a:xfrm>
            <a:custGeom>
              <a:avLst/>
              <a:gdLst/>
              <a:ahLst/>
              <a:cxnLst/>
              <a:rect l="l" t="t" r="r" b="b"/>
              <a:pathLst>
                <a:path w="4971" h="31323" extrusionOk="0">
                  <a:moveTo>
                    <a:pt x="1935" y="0"/>
                  </a:moveTo>
                  <a:lnTo>
                    <a:pt x="467" y="2002"/>
                  </a:lnTo>
                  <a:lnTo>
                    <a:pt x="1701" y="5537"/>
                  </a:lnTo>
                  <a:lnTo>
                    <a:pt x="0" y="27120"/>
                  </a:lnTo>
                  <a:lnTo>
                    <a:pt x="2669" y="31323"/>
                  </a:lnTo>
                  <a:lnTo>
                    <a:pt x="4970" y="26753"/>
                  </a:lnTo>
                  <a:lnTo>
                    <a:pt x="2602" y="5537"/>
                  </a:lnTo>
                  <a:lnTo>
                    <a:pt x="4070" y="2369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6">
              <a:extLst>
                <a:ext uri="{FF2B5EF4-FFF2-40B4-BE49-F238E27FC236}">
                  <a16:creationId xmlns:a16="http://schemas.microsoft.com/office/drawing/2014/main" id="{6EFC1888-567F-B9B3-D08A-B84F0F41D53F}"/>
                </a:ext>
              </a:extLst>
            </p:cNvPr>
            <p:cNvSpPr/>
            <p:nvPr/>
          </p:nvSpPr>
          <p:spPr>
            <a:xfrm>
              <a:off x="9903275" y="2893388"/>
              <a:ext cx="86775" cy="140125"/>
            </a:xfrm>
            <a:custGeom>
              <a:avLst/>
              <a:gdLst/>
              <a:ahLst/>
              <a:cxnLst/>
              <a:rect l="l" t="t" r="r" b="b"/>
              <a:pathLst>
                <a:path w="3471" h="5605" extrusionOk="0">
                  <a:moveTo>
                    <a:pt x="234" y="1"/>
                  </a:moveTo>
                  <a:lnTo>
                    <a:pt x="1" y="2336"/>
                  </a:lnTo>
                  <a:lnTo>
                    <a:pt x="2002" y="5605"/>
                  </a:lnTo>
                  <a:lnTo>
                    <a:pt x="3470" y="2069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6">
              <a:extLst>
                <a:ext uri="{FF2B5EF4-FFF2-40B4-BE49-F238E27FC236}">
                  <a16:creationId xmlns:a16="http://schemas.microsoft.com/office/drawing/2014/main" id="{CCCD330F-7A00-BE2B-3CC6-77F21C7C0D4E}"/>
                </a:ext>
              </a:extLst>
            </p:cNvPr>
            <p:cNvSpPr/>
            <p:nvPr/>
          </p:nvSpPr>
          <p:spPr>
            <a:xfrm>
              <a:off x="10023375" y="2885888"/>
              <a:ext cx="90925" cy="155150"/>
            </a:xfrm>
            <a:custGeom>
              <a:avLst/>
              <a:gdLst/>
              <a:ahLst/>
              <a:cxnLst/>
              <a:rect l="l" t="t" r="r" b="b"/>
              <a:pathLst>
                <a:path w="3637" h="6206" extrusionOk="0">
                  <a:moveTo>
                    <a:pt x="2502" y="1"/>
                  </a:moveTo>
                  <a:lnTo>
                    <a:pt x="0" y="2436"/>
                  </a:lnTo>
                  <a:lnTo>
                    <a:pt x="1201" y="6205"/>
                  </a:lnTo>
                  <a:lnTo>
                    <a:pt x="3636" y="2269"/>
                  </a:lnTo>
                  <a:lnTo>
                    <a:pt x="2502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6">
              <a:extLst>
                <a:ext uri="{FF2B5EF4-FFF2-40B4-BE49-F238E27FC236}">
                  <a16:creationId xmlns:a16="http://schemas.microsoft.com/office/drawing/2014/main" id="{A3D20C91-EC40-63A4-6D20-B46F6BED6302}"/>
                </a:ext>
              </a:extLst>
            </p:cNvPr>
            <p:cNvSpPr/>
            <p:nvPr/>
          </p:nvSpPr>
          <p:spPr>
            <a:xfrm>
              <a:off x="10166800" y="3505513"/>
              <a:ext cx="56750" cy="65900"/>
            </a:xfrm>
            <a:custGeom>
              <a:avLst/>
              <a:gdLst/>
              <a:ahLst/>
              <a:cxnLst/>
              <a:rect l="l" t="t" r="r" b="b"/>
              <a:pathLst>
                <a:path w="2270" h="2636" extrusionOk="0">
                  <a:moveTo>
                    <a:pt x="1" y="0"/>
                  </a:moveTo>
                  <a:lnTo>
                    <a:pt x="334" y="2635"/>
                  </a:lnTo>
                  <a:lnTo>
                    <a:pt x="2269" y="4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6">
              <a:extLst>
                <a:ext uri="{FF2B5EF4-FFF2-40B4-BE49-F238E27FC236}">
                  <a16:creationId xmlns:a16="http://schemas.microsoft.com/office/drawing/2014/main" id="{BBD3BC59-A78C-6A7C-35ED-D805CA75D669}"/>
                </a:ext>
              </a:extLst>
            </p:cNvPr>
            <p:cNvSpPr/>
            <p:nvPr/>
          </p:nvSpPr>
          <p:spPr>
            <a:xfrm>
              <a:off x="9936500" y="3348713"/>
              <a:ext cx="291200" cy="194350"/>
            </a:xfrm>
            <a:custGeom>
              <a:avLst/>
              <a:gdLst/>
              <a:ahLst/>
              <a:cxnLst/>
              <a:rect l="l" t="t" r="r" b="b"/>
              <a:pathLst>
                <a:path w="11648" h="7774" extrusionOk="0">
                  <a:moveTo>
                    <a:pt x="4643" y="1"/>
                  </a:moveTo>
                  <a:lnTo>
                    <a:pt x="3275" y="935"/>
                  </a:lnTo>
                  <a:cubicBezTo>
                    <a:pt x="2575" y="835"/>
                    <a:pt x="1841" y="701"/>
                    <a:pt x="1174" y="501"/>
                  </a:cubicBezTo>
                  <a:cubicBezTo>
                    <a:pt x="1011" y="452"/>
                    <a:pt x="858" y="428"/>
                    <a:pt x="725" y="428"/>
                  </a:cubicBezTo>
                  <a:cubicBezTo>
                    <a:pt x="231" y="428"/>
                    <a:pt x="0" y="757"/>
                    <a:pt x="473" y="1335"/>
                  </a:cubicBezTo>
                  <a:cubicBezTo>
                    <a:pt x="1074" y="2102"/>
                    <a:pt x="3208" y="2436"/>
                    <a:pt x="3442" y="2436"/>
                  </a:cubicBezTo>
                  <a:cubicBezTo>
                    <a:pt x="3442" y="2436"/>
                    <a:pt x="3876" y="4638"/>
                    <a:pt x="5076" y="5071"/>
                  </a:cubicBezTo>
                  <a:cubicBezTo>
                    <a:pt x="5644" y="5305"/>
                    <a:pt x="6277" y="5438"/>
                    <a:pt x="6911" y="5471"/>
                  </a:cubicBezTo>
                  <a:cubicBezTo>
                    <a:pt x="6911" y="5471"/>
                    <a:pt x="7512" y="6305"/>
                    <a:pt x="8279" y="6439"/>
                  </a:cubicBezTo>
                  <a:cubicBezTo>
                    <a:pt x="9046" y="6539"/>
                    <a:pt x="10814" y="7773"/>
                    <a:pt x="10814" y="7773"/>
                  </a:cubicBezTo>
                  <a:lnTo>
                    <a:pt x="11648" y="5838"/>
                  </a:lnTo>
                  <a:lnTo>
                    <a:pt x="9780" y="4304"/>
                  </a:lnTo>
                  <a:lnTo>
                    <a:pt x="7945" y="1102"/>
                  </a:lnTo>
                  <a:lnTo>
                    <a:pt x="6144" y="501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6">
              <a:extLst>
                <a:ext uri="{FF2B5EF4-FFF2-40B4-BE49-F238E27FC236}">
                  <a16:creationId xmlns:a16="http://schemas.microsoft.com/office/drawing/2014/main" id="{4CBCC2BC-0B00-F11A-5E0F-A4B16D2D9714}"/>
                </a:ext>
              </a:extLst>
            </p:cNvPr>
            <p:cNvSpPr/>
            <p:nvPr/>
          </p:nvSpPr>
          <p:spPr>
            <a:xfrm>
              <a:off x="9980850" y="3336638"/>
              <a:ext cx="169300" cy="137200"/>
            </a:xfrm>
            <a:custGeom>
              <a:avLst/>
              <a:gdLst/>
              <a:ahLst/>
              <a:cxnLst/>
              <a:rect l="l" t="t" r="r" b="b"/>
              <a:pathLst>
                <a:path w="6772" h="5488" extrusionOk="0">
                  <a:moveTo>
                    <a:pt x="2869" y="0"/>
                  </a:moveTo>
                  <a:cubicBezTo>
                    <a:pt x="2702" y="0"/>
                    <a:pt x="2535" y="17"/>
                    <a:pt x="2368" y="50"/>
                  </a:cubicBezTo>
                  <a:cubicBezTo>
                    <a:pt x="1835" y="484"/>
                    <a:pt x="1301" y="984"/>
                    <a:pt x="834" y="1485"/>
                  </a:cubicBezTo>
                  <a:cubicBezTo>
                    <a:pt x="500" y="1918"/>
                    <a:pt x="0" y="3519"/>
                    <a:pt x="0" y="3519"/>
                  </a:cubicBezTo>
                  <a:cubicBezTo>
                    <a:pt x="0" y="3519"/>
                    <a:pt x="80" y="3807"/>
                    <a:pt x="295" y="3807"/>
                  </a:cubicBezTo>
                  <a:cubicBezTo>
                    <a:pt x="391" y="3807"/>
                    <a:pt x="513" y="3750"/>
                    <a:pt x="667" y="3586"/>
                  </a:cubicBezTo>
                  <a:cubicBezTo>
                    <a:pt x="1101" y="3119"/>
                    <a:pt x="1468" y="2552"/>
                    <a:pt x="1768" y="1985"/>
                  </a:cubicBezTo>
                  <a:lnTo>
                    <a:pt x="3036" y="1151"/>
                  </a:lnTo>
                  <a:lnTo>
                    <a:pt x="1601" y="3686"/>
                  </a:lnTo>
                  <a:cubicBezTo>
                    <a:pt x="1601" y="3686"/>
                    <a:pt x="2969" y="4887"/>
                    <a:pt x="3302" y="5121"/>
                  </a:cubicBezTo>
                  <a:cubicBezTo>
                    <a:pt x="3669" y="5387"/>
                    <a:pt x="4103" y="5487"/>
                    <a:pt x="4570" y="5487"/>
                  </a:cubicBezTo>
                  <a:cubicBezTo>
                    <a:pt x="4970" y="5487"/>
                    <a:pt x="5571" y="5487"/>
                    <a:pt x="5571" y="5121"/>
                  </a:cubicBezTo>
                  <a:cubicBezTo>
                    <a:pt x="5571" y="4920"/>
                    <a:pt x="5537" y="4687"/>
                    <a:pt x="5504" y="4453"/>
                  </a:cubicBezTo>
                  <a:lnTo>
                    <a:pt x="6238" y="3686"/>
                  </a:lnTo>
                  <a:lnTo>
                    <a:pt x="6772" y="3086"/>
                  </a:lnTo>
                  <a:cubicBezTo>
                    <a:pt x="6738" y="2886"/>
                    <a:pt x="6738" y="2685"/>
                    <a:pt x="6672" y="2485"/>
                  </a:cubicBezTo>
                  <a:cubicBezTo>
                    <a:pt x="6471" y="1952"/>
                    <a:pt x="6138" y="1485"/>
                    <a:pt x="5671" y="1151"/>
                  </a:cubicBezTo>
                  <a:cubicBezTo>
                    <a:pt x="5137" y="817"/>
                    <a:pt x="3970" y="117"/>
                    <a:pt x="3369" y="50"/>
                  </a:cubicBezTo>
                  <a:cubicBezTo>
                    <a:pt x="3202" y="17"/>
                    <a:pt x="3036" y="0"/>
                    <a:pt x="2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6">
              <a:extLst>
                <a:ext uri="{FF2B5EF4-FFF2-40B4-BE49-F238E27FC236}">
                  <a16:creationId xmlns:a16="http://schemas.microsoft.com/office/drawing/2014/main" id="{0F43AB77-3DAC-AA09-344D-6DA4DE57B758}"/>
                </a:ext>
              </a:extLst>
            </p:cNvPr>
            <p:cNvSpPr/>
            <p:nvPr/>
          </p:nvSpPr>
          <p:spPr>
            <a:xfrm>
              <a:off x="9980850" y="3336213"/>
              <a:ext cx="169300" cy="137625"/>
            </a:xfrm>
            <a:custGeom>
              <a:avLst/>
              <a:gdLst/>
              <a:ahLst/>
              <a:cxnLst/>
              <a:rect l="l" t="t" r="r" b="b"/>
              <a:pathLst>
                <a:path w="6772" h="5505" fill="none" extrusionOk="0">
                  <a:moveTo>
                    <a:pt x="6238" y="3703"/>
                  </a:moveTo>
                  <a:lnTo>
                    <a:pt x="5504" y="4470"/>
                  </a:lnTo>
                  <a:cubicBezTo>
                    <a:pt x="5537" y="4704"/>
                    <a:pt x="5571" y="4937"/>
                    <a:pt x="5571" y="5138"/>
                  </a:cubicBezTo>
                  <a:cubicBezTo>
                    <a:pt x="5571" y="5504"/>
                    <a:pt x="4970" y="5504"/>
                    <a:pt x="4570" y="5504"/>
                  </a:cubicBezTo>
                  <a:cubicBezTo>
                    <a:pt x="4103" y="5504"/>
                    <a:pt x="3669" y="5404"/>
                    <a:pt x="3302" y="5138"/>
                  </a:cubicBezTo>
                  <a:cubicBezTo>
                    <a:pt x="2969" y="4904"/>
                    <a:pt x="1601" y="3703"/>
                    <a:pt x="1601" y="3703"/>
                  </a:cubicBezTo>
                  <a:lnTo>
                    <a:pt x="3036" y="1168"/>
                  </a:lnTo>
                  <a:lnTo>
                    <a:pt x="1768" y="2002"/>
                  </a:lnTo>
                  <a:cubicBezTo>
                    <a:pt x="1468" y="2569"/>
                    <a:pt x="1101" y="3136"/>
                    <a:pt x="667" y="3603"/>
                  </a:cubicBezTo>
                  <a:cubicBezTo>
                    <a:pt x="167" y="4137"/>
                    <a:pt x="0" y="3536"/>
                    <a:pt x="0" y="3536"/>
                  </a:cubicBezTo>
                  <a:cubicBezTo>
                    <a:pt x="0" y="3536"/>
                    <a:pt x="500" y="1935"/>
                    <a:pt x="834" y="1502"/>
                  </a:cubicBezTo>
                  <a:cubicBezTo>
                    <a:pt x="1301" y="1001"/>
                    <a:pt x="1835" y="501"/>
                    <a:pt x="2368" y="67"/>
                  </a:cubicBezTo>
                  <a:cubicBezTo>
                    <a:pt x="2702" y="1"/>
                    <a:pt x="3036" y="1"/>
                    <a:pt x="3369" y="67"/>
                  </a:cubicBezTo>
                  <a:cubicBezTo>
                    <a:pt x="3970" y="134"/>
                    <a:pt x="5137" y="834"/>
                    <a:pt x="5671" y="1168"/>
                  </a:cubicBezTo>
                  <a:cubicBezTo>
                    <a:pt x="6138" y="1502"/>
                    <a:pt x="6471" y="1969"/>
                    <a:pt x="6672" y="2502"/>
                  </a:cubicBezTo>
                  <a:cubicBezTo>
                    <a:pt x="6738" y="2702"/>
                    <a:pt x="6738" y="2903"/>
                    <a:pt x="6772" y="3103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6">
              <a:extLst>
                <a:ext uri="{FF2B5EF4-FFF2-40B4-BE49-F238E27FC236}">
                  <a16:creationId xmlns:a16="http://schemas.microsoft.com/office/drawing/2014/main" id="{1AE70DB7-C329-1B5B-2150-5237B2B0752C}"/>
                </a:ext>
              </a:extLst>
            </p:cNvPr>
            <p:cNvSpPr/>
            <p:nvPr/>
          </p:nvSpPr>
          <p:spPr>
            <a:xfrm>
              <a:off x="10077575" y="3395413"/>
              <a:ext cx="34225" cy="75925"/>
            </a:xfrm>
            <a:custGeom>
              <a:avLst/>
              <a:gdLst/>
              <a:ahLst/>
              <a:cxnLst/>
              <a:rect l="l" t="t" r="r" b="b"/>
              <a:pathLst>
                <a:path w="1369" h="3037" fill="none" extrusionOk="0">
                  <a:moveTo>
                    <a:pt x="167" y="3036"/>
                  </a:moveTo>
                  <a:cubicBezTo>
                    <a:pt x="34" y="2736"/>
                    <a:pt x="1" y="2369"/>
                    <a:pt x="101" y="2036"/>
                  </a:cubicBezTo>
                  <a:cubicBezTo>
                    <a:pt x="468" y="1335"/>
                    <a:pt x="901" y="635"/>
                    <a:pt x="1368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6">
              <a:extLst>
                <a:ext uri="{FF2B5EF4-FFF2-40B4-BE49-F238E27FC236}">
                  <a16:creationId xmlns:a16="http://schemas.microsoft.com/office/drawing/2014/main" id="{F7D8C393-7E34-6906-A2C6-483B066DE845}"/>
                </a:ext>
              </a:extLst>
            </p:cNvPr>
            <p:cNvSpPr/>
            <p:nvPr/>
          </p:nvSpPr>
          <p:spPr>
            <a:xfrm>
              <a:off x="10050900" y="3369563"/>
              <a:ext cx="35875" cy="95100"/>
            </a:xfrm>
            <a:custGeom>
              <a:avLst/>
              <a:gdLst/>
              <a:ahLst/>
              <a:cxnLst/>
              <a:rect l="l" t="t" r="r" b="b"/>
              <a:pathLst>
                <a:path w="1435" h="3804" fill="none" extrusionOk="0">
                  <a:moveTo>
                    <a:pt x="500" y="3804"/>
                  </a:moveTo>
                  <a:cubicBezTo>
                    <a:pt x="367" y="3703"/>
                    <a:pt x="300" y="3570"/>
                    <a:pt x="200" y="3437"/>
                  </a:cubicBezTo>
                  <a:cubicBezTo>
                    <a:pt x="0" y="3203"/>
                    <a:pt x="167" y="2870"/>
                    <a:pt x="167" y="2569"/>
                  </a:cubicBezTo>
                  <a:cubicBezTo>
                    <a:pt x="167" y="2069"/>
                    <a:pt x="1434" y="1"/>
                    <a:pt x="1434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6">
              <a:extLst>
                <a:ext uri="{FF2B5EF4-FFF2-40B4-BE49-F238E27FC236}">
                  <a16:creationId xmlns:a16="http://schemas.microsoft.com/office/drawing/2014/main" id="{887BB4C4-A355-B793-26EB-67E6FDD98B86}"/>
                </a:ext>
              </a:extLst>
            </p:cNvPr>
            <p:cNvSpPr/>
            <p:nvPr/>
          </p:nvSpPr>
          <p:spPr>
            <a:xfrm>
              <a:off x="10175150" y="3447963"/>
              <a:ext cx="357775" cy="175975"/>
            </a:xfrm>
            <a:custGeom>
              <a:avLst/>
              <a:gdLst/>
              <a:ahLst/>
              <a:cxnLst/>
              <a:rect l="l" t="t" r="r" b="b"/>
              <a:pathLst>
                <a:path w="14311" h="7039" extrusionOk="0">
                  <a:moveTo>
                    <a:pt x="10174" y="0"/>
                  </a:moveTo>
                  <a:cubicBezTo>
                    <a:pt x="10174" y="0"/>
                    <a:pt x="6472" y="901"/>
                    <a:pt x="5371" y="968"/>
                  </a:cubicBezTo>
                  <a:cubicBezTo>
                    <a:pt x="4637" y="1034"/>
                    <a:pt x="3870" y="1168"/>
                    <a:pt x="3136" y="1335"/>
                  </a:cubicBezTo>
                  <a:lnTo>
                    <a:pt x="1601" y="1034"/>
                  </a:lnTo>
                  <a:lnTo>
                    <a:pt x="0" y="4937"/>
                  </a:lnTo>
                  <a:lnTo>
                    <a:pt x="2369" y="5604"/>
                  </a:lnTo>
                  <a:cubicBezTo>
                    <a:pt x="2369" y="5604"/>
                    <a:pt x="4003" y="5771"/>
                    <a:pt x="6338" y="6205"/>
                  </a:cubicBezTo>
                  <a:cubicBezTo>
                    <a:pt x="8707" y="6605"/>
                    <a:pt x="12109" y="7039"/>
                    <a:pt x="12876" y="7039"/>
                  </a:cubicBezTo>
                  <a:cubicBezTo>
                    <a:pt x="13643" y="7039"/>
                    <a:pt x="14144" y="5171"/>
                    <a:pt x="14244" y="4337"/>
                  </a:cubicBezTo>
                  <a:cubicBezTo>
                    <a:pt x="14311" y="3503"/>
                    <a:pt x="12209" y="267"/>
                    <a:pt x="12209" y="267"/>
                  </a:cubicBezTo>
                  <a:lnTo>
                    <a:pt x="10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6">
              <a:extLst>
                <a:ext uri="{FF2B5EF4-FFF2-40B4-BE49-F238E27FC236}">
                  <a16:creationId xmlns:a16="http://schemas.microsoft.com/office/drawing/2014/main" id="{3D8DF40F-11B3-4C2C-0C37-4195A32A981C}"/>
                </a:ext>
              </a:extLst>
            </p:cNvPr>
            <p:cNvSpPr/>
            <p:nvPr/>
          </p:nvSpPr>
          <p:spPr>
            <a:xfrm>
              <a:off x="10175150" y="3447963"/>
              <a:ext cx="357775" cy="175975"/>
            </a:xfrm>
            <a:custGeom>
              <a:avLst/>
              <a:gdLst/>
              <a:ahLst/>
              <a:cxnLst/>
              <a:rect l="l" t="t" r="r" b="b"/>
              <a:pathLst>
                <a:path w="14311" h="7039" fill="none" extrusionOk="0">
                  <a:moveTo>
                    <a:pt x="12209" y="267"/>
                  </a:moveTo>
                  <a:cubicBezTo>
                    <a:pt x="12209" y="267"/>
                    <a:pt x="14311" y="3503"/>
                    <a:pt x="14244" y="4337"/>
                  </a:cubicBezTo>
                  <a:cubicBezTo>
                    <a:pt x="14144" y="5171"/>
                    <a:pt x="13643" y="7039"/>
                    <a:pt x="12876" y="7039"/>
                  </a:cubicBezTo>
                  <a:cubicBezTo>
                    <a:pt x="12109" y="7039"/>
                    <a:pt x="8707" y="6605"/>
                    <a:pt x="6338" y="6205"/>
                  </a:cubicBezTo>
                  <a:cubicBezTo>
                    <a:pt x="4003" y="5771"/>
                    <a:pt x="2369" y="5604"/>
                    <a:pt x="2369" y="5604"/>
                  </a:cubicBezTo>
                  <a:lnTo>
                    <a:pt x="0" y="4937"/>
                  </a:lnTo>
                  <a:lnTo>
                    <a:pt x="1601" y="1034"/>
                  </a:lnTo>
                  <a:lnTo>
                    <a:pt x="3136" y="1335"/>
                  </a:lnTo>
                  <a:cubicBezTo>
                    <a:pt x="3870" y="1168"/>
                    <a:pt x="4637" y="1034"/>
                    <a:pt x="5371" y="968"/>
                  </a:cubicBezTo>
                  <a:cubicBezTo>
                    <a:pt x="6472" y="901"/>
                    <a:pt x="10174" y="0"/>
                    <a:pt x="10174" y="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6">
              <a:extLst>
                <a:ext uri="{FF2B5EF4-FFF2-40B4-BE49-F238E27FC236}">
                  <a16:creationId xmlns:a16="http://schemas.microsoft.com/office/drawing/2014/main" id="{638C5909-7D00-20BD-AF13-5F4D8B25D4B9}"/>
                </a:ext>
              </a:extLst>
            </p:cNvPr>
            <p:cNvSpPr/>
            <p:nvPr/>
          </p:nvSpPr>
          <p:spPr>
            <a:xfrm>
              <a:off x="10237700" y="3491313"/>
              <a:ext cx="17525" cy="67575"/>
            </a:xfrm>
            <a:custGeom>
              <a:avLst/>
              <a:gdLst/>
              <a:ahLst/>
              <a:cxnLst/>
              <a:rect l="l" t="t" r="r" b="b"/>
              <a:pathLst>
                <a:path w="701" h="2703" fill="none" extrusionOk="0">
                  <a:moveTo>
                    <a:pt x="667" y="1"/>
                  </a:moveTo>
                  <a:cubicBezTo>
                    <a:pt x="701" y="935"/>
                    <a:pt x="467" y="1902"/>
                    <a:pt x="0" y="2703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6">
              <a:extLst>
                <a:ext uri="{FF2B5EF4-FFF2-40B4-BE49-F238E27FC236}">
                  <a16:creationId xmlns:a16="http://schemas.microsoft.com/office/drawing/2014/main" id="{3A9EAD83-A3A8-A8D3-B83E-BC745E6C8878}"/>
                </a:ext>
              </a:extLst>
            </p:cNvPr>
            <p:cNvSpPr/>
            <p:nvPr/>
          </p:nvSpPr>
          <p:spPr>
            <a:xfrm>
              <a:off x="9508225" y="3457988"/>
              <a:ext cx="573275" cy="194625"/>
            </a:xfrm>
            <a:custGeom>
              <a:avLst/>
              <a:gdLst/>
              <a:ahLst/>
              <a:cxnLst/>
              <a:rect l="l" t="t" r="r" b="b"/>
              <a:pathLst>
                <a:path w="22931" h="7785" extrusionOk="0">
                  <a:moveTo>
                    <a:pt x="13133" y="1"/>
                  </a:moveTo>
                  <a:cubicBezTo>
                    <a:pt x="13080" y="1"/>
                    <a:pt x="13025" y="11"/>
                    <a:pt x="12968" y="33"/>
                  </a:cubicBezTo>
                  <a:cubicBezTo>
                    <a:pt x="12534" y="200"/>
                    <a:pt x="12367" y="1234"/>
                    <a:pt x="12300" y="1567"/>
                  </a:cubicBezTo>
                  <a:cubicBezTo>
                    <a:pt x="12200" y="1901"/>
                    <a:pt x="11767" y="3235"/>
                    <a:pt x="11767" y="3235"/>
                  </a:cubicBezTo>
                  <a:lnTo>
                    <a:pt x="11600" y="4003"/>
                  </a:lnTo>
                  <a:cubicBezTo>
                    <a:pt x="11600" y="4003"/>
                    <a:pt x="8131" y="3335"/>
                    <a:pt x="7130" y="2902"/>
                  </a:cubicBezTo>
                  <a:cubicBezTo>
                    <a:pt x="6149" y="2522"/>
                    <a:pt x="4209" y="1963"/>
                    <a:pt x="3726" y="1963"/>
                  </a:cubicBezTo>
                  <a:cubicBezTo>
                    <a:pt x="3700" y="1963"/>
                    <a:pt x="3678" y="1964"/>
                    <a:pt x="3661" y="1968"/>
                  </a:cubicBezTo>
                  <a:cubicBezTo>
                    <a:pt x="3294" y="2068"/>
                    <a:pt x="2627" y="3002"/>
                    <a:pt x="2460" y="3402"/>
                  </a:cubicBezTo>
                  <a:lnTo>
                    <a:pt x="1593" y="2501"/>
                  </a:lnTo>
                  <a:cubicBezTo>
                    <a:pt x="1593" y="2501"/>
                    <a:pt x="158" y="5971"/>
                    <a:pt x="92" y="6204"/>
                  </a:cubicBezTo>
                  <a:cubicBezTo>
                    <a:pt x="1" y="6446"/>
                    <a:pt x="267" y="7784"/>
                    <a:pt x="1335" y="7784"/>
                  </a:cubicBezTo>
                  <a:cubicBezTo>
                    <a:pt x="1446" y="7784"/>
                    <a:pt x="1565" y="7770"/>
                    <a:pt x="1693" y="7739"/>
                  </a:cubicBezTo>
                  <a:cubicBezTo>
                    <a:pt x="3060" y="7405"/>
                    <a:pt x="10232" y="6638"/>
                    <a:pt x="11166" y="6471"/>
                  </a:cubicBezTo>
                  <a:cubicBezTo>
                    <a:pt x="12100" y="6304"/>
                    <a:pt x="13568" y="6037"/>
                    <a:pt x="13568" y="6037"/>
                  </a:cubicBezTo>
                  <a:lnTo>
                    <a:pt x="15403" y="6037"/>
                  </a:lnTo>
                  <a:cubicBezTo>
                    <a:pt x="16237" y="6037"/>
                    <a:pt x="18638" y="6037"/>
                    <a:pt x="19139" y="5871"/>
                  </a:cubicBezTo>
                  <a:lnTo>
                    <a:pt x="21173" y="5203"/>
                  </a:lnTo>
                  <a:cubicBezTo>
                    <a:pt x="21674" y="5037"/>
                    <a:pt x="22775" y="4369"/>
                    <a:pt x="22875" y="4103"/>
                  </a:cubicBezTo>
                  <a:cubicBezTo>
                    <a:pt x="22931" y="3879"/>
                    <a:pt x="22705" y="3679"/>
                    <a:pt x="22140" y="3679"/>
                  </a:cubicBezTo>
                  <a:cubicBezTo>
                    <a:pt x="22031" y="3679"/>
                    <a:pt x="21909" y="3686"/>
                    <a:pt x="21774" y="3702"/>
                  </a:cubicBezTo>
                  <a:cubicBezTo>
                    <a:pt x="20907" y="3769"/>
                    <a:pt x="18305" y="3869"/>
                    <a:pt x="18305" y="3869"/>
                  </a:cubicBezTo>
                  <a:cubicBezTo>
                    <a:pt x="18305" y="3869"/>
                    <a:pt x="20673" y="2935"/>
                    <a:pt x="21440" y="2602"/>
                  </a:cubicBezTo>
                  <a:cubicBezTo>
                    <a:pt x="22207" y="2268"/>
                    <a:pt x="21941" y="1934"/>
                    <a:pt x="21941" y="1934"/>
                  </a:cubicBezTo>
                  <a:cubicBezTo>
                    <a:pt x="21440" y="1934"/>
                    <a:pt x="20973" y="2001"/>
                    <a:pt x="20506" y="2168"/>
                  </a:cubicBezTo>
                  <a:cubicBezTo>
                    <a:pt x="19906" y="2435"/>
                    <a:pt x="14068" y="3202"/>
                    <a:pt x="14068" y="3202"/>
                  </a:cubicBezTo>
                  <a:lnTo>
                    <a:pt x="13401" y="2568"/>
                  </a:lnTo>
                  <a:cubicBezTo>
                    <a:pt x="13568" y="2068"/>
                    <a:pt x="13701" y="1567"/>
                    <a:pt x="13735" y="1034"/>
                  </a:cubicBezTo>
                  <a:cubicBezTo>
                    <a:pt x="13735" y="454"/>
                    <a:pt x="13483" y="1"/>
                    <a:pt x="131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6">
              <a:extLst>
                <a:ext uri="{FF2B5EF4-FFF2-40B4-BE49-F238E27FC236}">
                  <a16:creationId xmlns:a16="http://schemas.microsoft.com/office/drawing/2014/main" id="{FA517238-BB97-2CAE-5289-0CA8379ACC4E}"/>
                </a:ext>
              </a:extLst>
            </p:cNvPr>
            <p:cNvSpPr/>
            <p:nvPr/>
          </p:nvSpPr>
          <p:spPr>
            <a:xfrm>
              <a:off x="9508000" y="3454638"/>
              <a:ext cx="573775" cy="205175"/>
            </a:xfrm>
            <a:custGeom>
              <a:avLst/>
              <a:gdLst/>
              <a:ahLst/>
              <a:cxnLst/>
              <a:rect l="l" t="t" r="r" b="b"/>
              <a:pathLst>
                <a:path w="22951" h="8207" fill="none" extrusionOk="0">
                  <a:moveTo>
                    <a:pt x="1602" y="2635"/>
                  </a:moveTo>
                  <a:cubicBezTo>
                    <a:pt x="1602" y="2635"/>
                    <a:pt x="167" y="6105"/>
                    <a:pt x="101" y="6338"/>
                  </a:cubicBezTo>
                  <a:cubicBezTo>
                    <a:pt x="1" y="6605"/>
                    <a:pt x="334" y="8206"/>
                    <a:pt x="1702" y="7873"/>
                  </a:cubicBezTo>
                  <a:cubicBezTo>
                    <a:pt x="3069" y="7539"/>
                    <a:pt x="10241" y="6772"/>
                    <a:pt x="11175" y="6605"/>
                  </a:cubicBezTo>
                  <a:cubicBezTo>
                    <a:pt x="12109" y="6438"/>
                    <a:pt x="13577" y="6171"/>
                    <a:pt x="13577" y="6171"/>
                  </a:cubicBezTo>
                  <a:lnTo>
                    <a:pt x="15412" y="6171"/>
                  </a:lnTo>
                  <a:cubicBezTo>
                    <a:pt x="16246" y="6171"/>
                    <a:pt x="18647" y="6171"/>
                    <a:pt x="19148" y="6005"/>
                  </a:cubicBezTo>
                  <a:lnTo>
                    <a:pt x="21182" y="5337"/>
                  </a:lnTo>
                  <a:cubicBezTo>
                    <a:pt x="21683" y="5171"/>
                    <a:pt x="22784" y="4503"/>
                    <a:pt x="22884" y="4237"/>
                  </a:cubicBezTo>
                  <a:cubicBezTo>
                    <a:pt x="22950" y="3970"/>
                    <a:pt x="22617" y="3736"/>
                    <a:pt x="21783" y="3836"/>
                  </a:cubicBezTo>
                  <a:cubicBezTo>
                    <a:pt x="20916" y="3903"/>
                    <a:pt x="18314" y="4003"/>
                    <a:pt x="18314" y="4003"/>
                  </a:cubicBezTo>
                  <a:cubicBezTo>
                    <a:pt x="18314" y="4003"/>
                    <a:pt x="20682" y="3069"/>
                    <a:pt x="21449" y="2736"/>
                  </a:cubicBezTo>
                  <a:cubicBezTo>
                    <a:pt x="22216" y="2402"/>
                    <a:pt x="21950" y="2068"/>
                    <a:pt x="21950" y="2068"/>
                  </a:cubicBezTo>
                  <a:cubicBezTo>
                    <a:pt x="21449" y="2068"/>
                    <a:pt x="20982" y="2135"/>
                    <a:pt x="20515" y="2302"/>
                  </a:cubicBezTo>
                  <a:cubicBezTo>
                    <a:pt x="19915" y="2569"/>
                    <a:pt x="14077" y="3336"/>
                    <a:pt x="14077" y="3336"/>
                  </a:cubicBezTo>
                  <a:lnTo>
                    <a:pt x="13410" y="2702"/>
                  </a:lnTo>
                  <a:cubicBezTo>
                    <a:pt x="13577" y="2202"/>
                    <a:pt x="13710" y="1701"/>
                    <a:pt x="13744" y="1168"/>
                  </a:cubicBezTo>
                  <a:cubicBezTo>
                    <a:pt x="13744" y="501"/>
                    <a:pt x="13410" y="0"/>
                    <a:pt x="12977" y="167"/>
                  </a:cubicBezTo>
                  <a:cubicBezTo>
                    <a:pt x="12543" y="334"/>
                    <a:pt x="12376" y="1368"/>
                    <a:pt x="12309" y="1701"/>
                  </a:cubicBezTo>
                  <a:cubicBezTo>
                    <a:pt x="12209" y="2035"/>
                    <a:pt x="11776" y="3369"/>
                    <a:pt x="11776" y="3369"/>
                  </a:cubicBezTo>
                  <a:lnTo>
                    <a:pt x="11609" y="4137"/>
                  </a:lnTo>
                  <a:cubicBezTo>
                    <a:pt x="11609" y="4137"/>
                    <a:pt x="8140" y="3469"/>
                    <a:pt x="7139" y="3036"/>
                  </a:cubicBezTo>
                  <a:cubicBezTo>
                    <a:pt x="6105" y="2635"/>
                    <a:pt x="4003" y="2035"/>
                    <a:pt x="3670" y="2102"/>
                  </a:cubicBezTo>
                  <a:cubicBezTo>
                    <a:pt x="3303" y="2202"/>
                    <a:pt x="2636" y="3136"/>
                    <a:pt x="2469" y="3536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6">
              <a:extLst>
                <a:ext uri="{FF2B5EF4-FFF2-40B4-BE49-F238E27FC236}">
                  <a16:creationId xmlns:a16="http://schemas.microsoft.com/office/drawing/2014/main" id="{ABF7468B-022D-0FC4-2E1C-9EFA547019F4}"/>
                </a:ext>
              </a:extLst>
            </p:cNvPr>
            <p:cNvSpPr/>
            <p:nvPr/>
          </p:nvSpPr>
          <p:spPr>
            <a:xfrm>
              <a:off x="9723150" y="3550538"/>
              <a:ext cx="17550" cy="50900"/>
            </a:xfrm>
            <a:custGeom>
              <a:avLst/>
              <a:gdLst/>
              <a:ahLst/>
              <a:cxnLst/>
              <a:rect l="l" t="t" r="r" b="b"/>
              <a:pathLst>
                <a:path w="702" h="2036" fill="none" extrusionOk="0">
                  <a:moveTo>
                    <a:pt x="568" y="0"/>
                  </a:moveTo>
                  <a:cubicBezTo>
                    <a:pt x="568" y="0"/>
                    <a:pt x="1" y="1235"/>
                    <a:pt x="701" y="2035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6">
              <a:extLst>
                <a:ext uri="{FF2B5EF4-FFF2-40B4-BE49-F238E27FC236}">
                  <a16:creationId xmlns:a16="http://schemas.microsoft.com/office/drawing/2014/main" id="{2A744E44-F25A-0328-AF18-5555CD2DDA28}"/>
                </a:ext>
              </a:extLst>
            </p:cNvPr>
            <p:cNvSpPr/>
            <p:nvPr/>
          </p:nvSpPr>
          <p:spPr>
            <a:xfrm>
              <a:off x="9763175" y="3418763"/>
              <a:ext cx="333600" cy="161825"/>
            </a:xfrm>
            <a:custGeom>
              <a:avLst/>
              <a:gdLst/>
              <a:ahLst/>
              <a:cxnLst/>
              <a:rect l="l" t="t" r="r" b="b"/>
              <a:pathLst>
                <a:path w="13344" h="6473" extrusionOk="0">
                  <a:moveTo>
                    <a:pt x="701" y="1"/>
                  </a:moveTo>
                  <a:cubicBezTo>
                    <a:pt x="268" y="1"/>
                    <a:pt x="1" y="435"/>
                    <a:pt x="201" y="801"/>
                  </a:cubicBezTo>
                  <a:lnTo>
                    <a:pt x="2770" y="6039"/>
                  </a:lnTo>
                  <a:cubicBezTo>
                    <a:pt x="2870" y="6239"/>
                    <a:pt x="3070" y="6372"/>
                    <a:pt x="3270" y="6372"/>
                  </a:cubicBezTo>
                  <a:lnTo>
                    <a:pt x="12677" y="6472"/>
                  </a:lnTo>
                  <a:cubicBezTo>
                    <a:pt x="13077" y="6472"/>
                    <a:pt x="13344" y="6072"/>
                    <a:pt x="13210" y="5672"/>
                  </a:cubicBezTo>
                  <a:lnTo>
                    <a:pt x="11176" y="334"/>
                  </a:lnTo>
                  <a:cubicBezTo>
                    <a:pt x="11075" y="134"/>
                    <a:pt x="10875" y="1"/>
                    <a:pt x="10642" y="1"/>
                  </a:cubicBezTo>
                  <a:close/>
                </a:path>
              </a:pathLst>
            </a:custGeom>
            <a:solidFill>
              <a:schemeClr val="lt2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6">
              <a:extLst>
                <a:ext uri="{FF2B5EF4-FFF2-40B4-BE49-F238E27FC236}">
                  <a16:creationId xmlns:a16="http://schemas.microsoft.com/office/drawing/2014/main" id="{59C1C331-8B65-E93E-26F9-6433BA6034A3}"/>
                </a:ext>
              </a:extLst>
            </p:cNvPr>
            <p:cNvSpPr/>
            <p:nvPr/>
          </p:nvSpPr>
          <p:spPr>
            <a:xfrm>
              <a:off x="9771525" y="3457988"/>
              <a:ext cx="310075" cy="161775"/>
            </a:xfrm>
            <a:custGeom>
              <a:avLst/>
              <a:gdLst/>
              <a:ahLst/>
              <a:cxnLst/>
              <a:rect l="l" t="t" r="r" b="b"/>
              <a:pathLst>
                <a:path w="12403" h="6471" extrusionOk="0">
                  <a:moveTo>
                    <a:pt x="2601" y="1"/>
                  </a:moveTo>
                  <a:cubicBezTo>
                    <a:pt x="2548" y="1"/>
                    <a:pt x="2493" y="11"/>
                    <a:pt x="2436" y="33"/>
                  </a:cubicBezTo>
                  <a:cubicBezTo>
                    <a:pt x="2002" y="200"/>
                    <a:pt x="1835" y="1234"/>
                    <a:pt x="1768" y="1567"/>
                  </a:cubicBezTo>
                  <a:cubicBezTo>
                    <a:pt x="1668" y="1901"/>
                    <a:pt x="1235" y="3235"/>
                    <a:pt x="1235" y="3235"/>
                  </a:cubicBezTo>
                  <a:lnTo>
                    <a:pt x="1068" y="4003"/>
                  </a:lnTo>
                  <a:lnTo>
                    <a:pt x="167" y="3836"/>
                  </a:lnTo>
                  <a:lnTo>
                    <a:pt x="167" y="3836"/>
                  </a:lnTo>
                  <a:cubicBezTo>
                    <a:pt x="0" y="4403"/>
                    <a:pt x="34" y="5037"/>
                    <a:pt x="234" y="5637"/>
                  </a:cubicBezTo>
                  <a:cubicBezTo>
                    <a:pt x="334" y="5904"/>
                    <a:pt x="434" y="6204"/>
                    <a:pt x="568" y="6471"/>
                  </a:cubicBezTo>
                  <a:lnTo>
                    <a:pt x="668" y="6471"/>
                  </a:lnTo>
                  <a:cubicBezTo>
                    <a:pt x="1568" y="6304"/>
                    <a:pt x="3036" y="6071"/>
                    <a:pt x="3036" y="6071"/>
                  </a:cubicBezTo>
                  <a:lnTo>
                    <a:pt x="4871" y="6071"/>
                  </a:lnTo>
                  <a:cubicBezTo>
                    <a:pt x="5705" y="6071"/>
                    <a:pt x="8106" y="6071"/>
                    <a:pt x="8607" y="5904"/>
                  </a:cubicBezTo>
                  <a:lnTo>
                    <a:pt x="10641" y="5237"/>
                  </a:lnTo>
                  <a:cubicBezTo>
                    <a:pt x="11142" y="5070"/>
                    <a:pt x="12243" y="4403"/>
                    <a:pt x="12343" y="4136"/>
                  </a:cubicBezTo>
                  <a:cubicBezTo>
                    <a:pt x="12402" y="3897"/>
                    <a:pt x="12142" y="3659"/>
                    <a:pt x="11489" y="3659"/>
                  </a:cubicBezTo>
                  <a:cubicBezTo>
                    <a:pt x="11412" y="3659"/>
                    <a:pt x="11330" y="3662"/>
                    <a:pt x="11242" y="3669"/>
                  </a:cubicBezTo>
                  <a:cubicBezTo>
                    <a:pt x="10408" y="3769"/>
                    <a:pt x="7773" y="3836"/>
                    <a:pt x="7773" y="3836"/>
                  </a:cubicBezTo>
                  <a:cubicBezTo>
                    <a:pt x="7773" y="3836"/>
                    <a:pt x="10141" y="2902"/>
                    <a:pt x="10908" y="2602"/>
                  </a:cubicBezTo>
                  <a:cubicBezTo>
                    <a:pt x="11675" y="2268"/>
                    <a:pt x="11409" y="1901"/>
                    <a:pt x="11409" y="1901"/>
                  </a:cubicBezTo>
                  <a:cubicBezTo>
                    <a:pt x="10908" y="1901"/>
                    <a:pt x="10441" y="2001"/>
                    <a:pt x="9974" y="2168"/>
                  </a:cubicBezTo>
                  <a:cubicBezTo>
                    <a:pt x="9374" y="2435"/>
                    <a:pt x="3536" y="3169"/>
                    <a:pt x="3536" y="3169"/>
                  </a:cubicBezTo>
                  <a:lnTo>
                    <a:pt x="2869" y="2568"/>
                  </a:lnTo>
                  <a:cubicBezTo>
                    <a:pt x="3036" y="2068"/>
                    <a:pt x="3169" y="1567"/>
                    <a:pt x="3203" y="1034"/>
                  </a:cubicBezTo>
                  <a:cubicBezTo>
                    <a:pt x="3203" y="454"/>
                    <a:pt x="2951" y="1"/>
                    <a:pt x="2601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6">
              <a:extLst>
                <a:ext uri="{FF2B5EF4-FFF2-40B4-BE49-F238E27FC236}">
                  <a16:creationId xmlns:a16="http://schemas.microsoft.com/office/drawing/2014/main" id="{079C952C-5980-ABB4-37D1-715347C2DFD5}"/>
                </a:ext>
              </a:extLst>
            </p:cNvPr>
            <p:cNvSpPr/>
            <p:nvPr/>
          </p:nvSpPr>
          <p:spPr>
            <a:xfrm>
              <a:off x="9940800" y="3563888"/>
              <a:ext cx="131800" cy="29200"/>
            </a:xfrm>
            <a:custGeom>
              <a:avLst/>
              <a:gdLst/>
              <a:ahLst/>
              <a:cxnLst/>
              <a:rect l="l" t="t" r="r" b="b"/>
              <a:pathLst>
                <a:path w="5272" h="1168" fill="none" extrusionOk="0">
                  <a:moveTo>
                    <a:pt x="5271" y="0"/>
                  </a:moveTo>
                  <a:cubicBezTo>
                    <a:pt x="4604" y="300"/>
                    <a:pt x="3937" y="600"/>
                    <a:pt x="3237" y="834"/>
                  </a:cubicBezTo>
                  <a:cubicBezTo>
                    <a:pt x="3003" y="834"/>
                    <a:pt x="1" y="1168"/>
                    <a:pt x="1" y="1168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6">
              <a:extLst>
                <a:ext uri="{FF2B5EF4-FFF2-40B4-BE49-F238E27FC236}">
                  <a16:creationId xmlns:a16="http://schemas.microsoft.com/office/drawing/2014/main" id="{A1F79560-F8EB-52EC-549E-6647377EBA64}"/>
                </a:ext>
              </a:extLst>
            </p:cNvPr>
            <p:cNvSpPr/>
            <p:nvPr/>
          </p:nvSpPr>
          <p:spPr>
            <a:xfrm>
              <a:off x="9629750" y="5109988"/>
              <a:ext cx="2525" cy="5850"/>
            </a:xfrm>
            <a:custGeom>
              <a:avLst/>
              <a:gdLst/>
              <a:ahLst/>
              <a:cxnLst/>
              <a:rect l="l" t="t" r="r" b="b"/>
              <a:pathLst>
                <a:path w="101" h="234" extrusionOk="0">
                  <a:moveTo>
                    <a:pt x="101" y="0"/>
                  </a:moveTo>
                  <a:lnTo>
                    <a:pt x="101" y="0"/>
                  </a:lnTo>
                  <a:cubicBezTo>
                    <a:pt x="67" y="67"/>
                    <a:pt x="34" y="100"/>
                    <a:pt x="1" y="167"/>
                  </a:cubicBezTo>
                  <a:lnTo>
                    <a:pt x="34" y="234"/>
                  </a:lnTo>
                  <a:cubicBezTo>
                    <a:pt x="34" y="167"/>
                    <a:pt x="67" y="67"/>
                    <a:pt x="101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6">
              <a:extLst>
                <a:ext uri="{FF2B5EF4-FFF2-40B4-BE49-F238E27FC236}">
                  <a16:creationId xmlns:a16="http://schemas.microsoft.com/office/drawing/2014/main" id="{3A7CD871-2DAB-6721-D476-DF19C6B39E8E}"/>
                </a:ext>
              </a:extLst>
            </p:cNvPr>
            <p:cNvSpPr/>
            <p:nvPr/>
          </p:nvSpPr>
          <p:spPr>
            <a:xfrm>
              <a:off x="9832400" y="2672338"/>
              <a:ext cx="47550" cy="94925"/>
            </a:xfrm>
            <a:custGeom>
              <a:avLst/>
              <a:gdLst/>
              <a:ahLst/>
              <a:cxnLst/>
              <a:rect l="l" t="t" r="r" b="b"/>
              <a:pathLst>
                <a:path w="1902" h="3797" extrusionOk="0">
                  <a:moveTo>
                    <a:pt x="1110" y="1"/>
                  </a:moveTo>
                  <a:cubicBezTo>
                    <a:pt x="978" y="1"/>
                    <a:pt x="830" y="111"/>
                    <a:pt x="668" y="403"/>
                  </a:cubicBezTo>
                  <a:cubicBezTo>
                    <a:pt x="1" y="1571"/>
                    <a:pt x="734" y="3406"/>
                    <a:pt x="1035" y="3739"/>
                  </a:cubicBezTo>
                  <a:cubicBezTo>
                    <a:pt x="1070" y="3780"/>
                    <a:pt x="1112" y="3797"/>
                    <a:pt x="1158" y="3797"/>
                  </a:cubicBezTo>
                  <a:cubicBezTo>
                    <a:pt x="1452" y="3797"/>
                    <a:pt x="1902" y="3072"/>
                    <a:pt x="1902" y="3072"/>
                  </a:cubicBezTo>
                  <a:lnTo>
                    <a:pt x="1768" y="1071"/>
                  </a:lnTo>
                  <a:cubicBezTo>
                    <a:pt x="1768" y="1071"/>
                    <a:pt x="1520" y="1"/>
                    <a:pt x="11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6">
              <a:extLst>
                <a:ext uri="{FF2B5EF4-FFF2-40B4-BE49-F238E27FC236}">
                  <a16:creationId xmlns:a16="http://schemas.microsoft.com/office/drawing/2014/main" id="{9F93AC21-3038-311F-D436-0207123339E1}"/>
                </a:ext>
              </a:extLst>
            </p:cNvPr>
            <p:cNvSpPr/>
            <p:nvPr/>
          </p:nvSpPr>
          <p:spPr>
            <a:xfrm>
              <a:off x="9832400" y="2652388"/>
              <a:ext cx="47550" cy="120950"/>
            </a:xfrm>
            <a:custGeom>
              <a:avLst/>
              <a:gdLst/>
              <a:ahLst/>
              <a:cxnLst/>
              <a:rect l="l" t="t" r="r" b="b"/>
              <a:pathLst>
                <a:path w="1902" h="4838" fill="none" extrusionOk="0">
                  <a:moveTo>
                    <a:pt x="1768" y="1869"/>
                  </a:moveTo>
                  <a:cubicBezTo>
                    <a:pt x="1768" y="1869"/>
                    <a:pt x="1335" y="1"/>
                    <a:pt x="668" y="1201"/>
                  </a:cubicBezTo>
                  <a:cubicBezTo>
                    <a:pt x="1" y="2369"/>
                    <a:pt x="734" y="4204"/>
                    <a:pt x="1035" y="4537"/>
                  </a:cubicBezTo>
                  <a:cubicBezTo>
                    <a:pt x="1301" y="4837"/>
                    <a:pt x="1902" y="3870"/>
                    <a:pt x="1902" y="387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6">
              <a:extLst>
                <a:ext uri="{FF2B5EF4-FFF2-40B4-BE49-F238E27FC236}">
                  <a16:creationId xmlns:a16="http://schemas.microsoft.com/office/drawing/2014/main" id="{0E13BFC3-6CAC-2F0E-C2BC-811AA98414A3}"/>
                </a:ext>
              </a:extLst>
            </p:cNvPr>
            <p:cNvSpPr/>
            <p:nvPr/>
          </p:nvSpPr>
          <p:spPr>
            <a:xfrm>
              <a:off x="10130125" y="2672338"/>
              <a:ext cx="48375" cy="94925"/>
            </a:xfrm>
            <a:custGeom>
              <a:avLst/>
              <a:gdLst/>
              <a:ahLst/>
              <a:cxnLst/>
              <a:rect l="l" t="t" r="r" b="b"/>
              <a:pathLst>
                <a:path w="1935" h="3797" extrusionOk="0">
                  <a:moveTo>
                    <a:pt x="825" y="1"/>
                  </a:moveTo>
                  <a:cubicBezTo>
                    <a:pt x="415" y="1"/>
                    <a:pt x="167" y="1071"/>
                    <a:pt x="167" y="1071"/>
                  </a:cubicBezTo>
                  <a:lnTo>
                    <a:pt x="0" y="3072"/>
                  </a:lnTo>
                  <a:cubicBezTo>
                    <a:pt x="0" y="3072"/>
                    <a:pt x="450" y="3797"/>
                    <a:pt x="766" y="3797"/>
                  </a:cubicBezTo>
                  <a:cubicBezTo>
                    <a:pt x="815" y="3797"/>
                    <a:pt x="860" y="3780"/>
                    <a:pt x="901" y="3739"/>
                  </a:cubicBezTo>
                  <a:cubicBezTo>
                    <a:pt x="1201" y="3406"/>
                    <a:pt x="1935" y="1571"/>
                    <a:pt x="1268" y="403"/>
                  </a:cubicBezTo>
                  <a:cubicBezTo>
                    <a:pt x="1105" y="111"/>
                    <a:pt x="957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6">
              <a:extLst>
                <a:ext uri="{FF2B5EF4-FFF2-40B4-BE49-F238E27FC236}">
                  <a16:creationId xmlns:a16="http://schemas.microsoft.com/office/drawing/2014/main" id="{C70A9573-D45C-6C2F-E846-A199E54B1647}"/>
                </a:ext>
              </a:extLst>
            </p:cNvPr>
            <p:cNvSpPr/>
            <p:nvPr/>
          </p:nvSpPr>
          <p:spPr>
            <a:xfrm>
              <a:off x="10130125" y="2652388"/>
              <a:ext cx="48375" cy="120950"/>
            </a:xfrm>
            <a:custGeom>
              <a:avLst/>
              <a:gdLst/>
              <a:ahLst/>
              <a:cxnLst/>
              <a:rect l="l" t="t" r="r" b="b"/>
              <a:pathLst>
                <a:path w="1935" h="4838" fill="none" extrusionOk="0">
                  <a:moveTo>
                    <a:pt x="167" y="1869"/>
                  </a:moveTo>
                  <a:cubicBezTo>
                    <a:pt x="167" y="1869"/>
                    <a:pt x="600" y="1"/>
                    <a:pt x="1268" y="1201"/>
                  </a:cubicBezTo>
                  <a:cubicBezTo>
                    <a:pt x="1935" y="2369"/>
                    <a:pt x="1201" y="4204"/>
                    <a:pt x="901" y="4537"/>
                  </a:cubicBezTo>
                  <a:cubicBezTo>
                    <a:pt x="600" y="4837"/>
                    <a:pt x="0" y="3870"/>
                    <a:pt x="0" y="3870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6">
              <a:extLst>
                <a:ext uri="{FF2B5EF4-FFF2-40B4-BE49-F238E27FC236}">
                  <a16:creationId xmlns:a16="http://schemas.microsoft.com/office/drawing/2014/main" id="{B1DDDDE8-1B53-EEC5-5148-2778EF28382A}"/>
                </a:ext>
              </a:extLst>
            </p:cNvPr>
            <p:cNvSpPr/>
            <p:nvPr/>
          </p:nvSpPr>
          <p:spPr>
            <a:xfrm>
              <a:off x="9869100" y="2515563"/>
              <a:ext cx="274375" cy="452900"/>
            </a:xfrm>
            <a:custGeom>
              <a:avLst/>
              <a:gdLst/>
              <a:ahLst/>
              <a:cxnLst/>
              <a:rect l="l" t="t" r="r" b="b"/>
              <a:pathLst>
                <a:path w="10975" h="18116" extrusionOk="0">
                  <a:moveTo>
                    <a:pt x="5639" y="0"/>
                  </a:moveTo>
                  <a:cubicBezTo>
                    <a:pt x="3501" y="0"/>
                    <a:pt x="1282" y="1093"/>
                    <a:pt x="634" y="3205"/>
                  </a:cubicBezTo>
                  <a:cubicBezTo>
                    <a:pt x="0" y="5374"/>
                    <a:pt x="100" y="8276"/>
                    <a:pt x="100" y="10711"/>
                  </a:cubicBezTo>
                  <a:cubicBezTo>
                    <a:pt x="100" y="11945"/>
                    <a:pt x="1668" y="13513"/>
                    <a:pt x="1668" y="13513"/>
                  </a:cubicBezTo>
                  <a:lnTo>
                    <a:pt x="1768" y="15814"/>
                  </a:lnTo>
                  <a:lnTo>
                    <a:pt x="5538" y="18116"/>
                  </a:lnTo>
                  <a:lnTo>
                    <a:pt x="8673" y="15914"/>
                  </a:lnTo>
                  <a:lnTo>
                    <a:pt x="8807" y="13746"/>
                  </a:lnTo>
                  <a:cubicBezTo>
                    <a:pt x="8807" y="13746"/>
                    <a:pt x="10508" y="12278"/>
                    <a:pt x="10741" y="11211"/>
                  </a:cubicBezTo>
                  <a:cubicBezTo>
                    <a:pt x="10975" y="10110"/>
                    <a:pt x="10541" y="3906"/>
                    <a:pt x="10107" y="2738"/>
                  </a:cubicBezTo>
                  <a:cubicBezTo>
                    <a:pt x="9707" y="1738"/>
                    <a:pt x="8973" y="937"/>
                    <a:pt x="8006" y="503"/>
                  </a:cubicBezTo>
                  <a:cubicBezTo>
                    <a:pt x="7295" y="166"/>
                    <a:pt x="6473" y="0"/>
                    <a:pt x="5639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6">
              <a:extLst>
                <a:ext uri="{FF2B5EF4-FFF2-40B4-BE49-F238E27FC236}">
                  <a16:creationId xmlns:a16="http://schemas.microsoft.com/office/drawing/2014/main" id="{0125C302-D3F9-3F16-02EB-E8709F6558EE}"/>
                </a:ext>
              </a:extLst>
            </p:cNvPr>
            <p:cNvSpPr/>
            <p:nvPr/>
          </p:nvSpPr>
          <p:spPr>
            <a:xfrm>
              <a:off x="9909950" y="2593888"/>
              <a:ext cx="65900" cy="17675"/>
            </a:xfrm>
            <a:custGeom>
              <a:avLst/>
              <a:gdLst/>
              <a:ahLst/>
              <a:cxnLst/>
              <a:rect l="l" t="t" r="r" b="b"/>
              <a:pathLst>
                <a:path w="2636" h="707" extrusionOk="0">
                  <a:moveTo>
                    <a:pt x="1560" y="0"/>
                  </a:moveTo>
                  <a:cubicBezTo>
                    <a:pt x="1117" y="0"/>
                    <a:pt x="573" y="162"/>
                    <a:pt x="1" y="706"/>
                  </a:cubicBezTo>
                  <a:lnTo>
                    <a:pt x="2636" y="339"/>
                  </a:lnTo>
                  <a:cubicBezTo>
                    <a:pt x="2636" y="339"/>
                    <a:pt x="2204" y="0"/>
                    <a:pt x="1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6">
              <a:extLst>
                <a:ext uri="{FF2B5EF4-FFF2-40B4-BE49-F238E27FC236}">
                  <a16:creationId xmlns:a16="http://schemas.microsoft.com/office/drawing/2014/main" id="{48CDE65A-F9EE-1849-C2BE-69CFE268E70C}"/>
                </a:ext>
              </a:extLst>
            </p:cNvPr>
            <p:cNvSpPr/>
            <p:nvPr/>
          </p:nvSpPr>
          <p:spPr>
            <a:xfrm>
              <a:off x="9909950" y="2578163"/>
              <a:ext cx="65900" cy="33400"/>
            </a:xfrm>
            <a:custGeom>
              <a:avLst/>
              <a:gdLst/>
              <a:ahLst/>
              <a:cxnLst/>
              <a:rect l="l" t="t" r="r" b="b"/>
              <a:pathLst>
                <a:path w="2636" h="1336" fill="none" extrusionOk="0">
                  <a:moveTo>
                    <a:pt x="2636" y="968"/>
                  </a:moveTo>
                  <a:cubicBezTo>
                    <a:pt x="2636" y="968"/>
                    <a:pt x="1402" y="1"/>
                    <a:pt x="1" y="1335"/>
                  </a:cubicBezTo>
                </a:path>
              </a:pathLst>
            </a:custGeom>
            <a:noFill/>
            <a:ln w="2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6">
              <a:extLst>
                <a:ext uri="{FF2B5EF4-FFF2-40B4-BE49-F238E27FC236}">
                  <a16:creationId xmlns:a16="http://schemas.microsoft.com/office/drawing/2014/main" id="{09DBF59D-7C8F-135A-07C9-A11AAC365C23}"/>
                </a:ext>
              </a:extLst>
            </p:cNvPr>
            <p:cNvSpPr/>
            <p:nvPr/>
          </p:nvSpPr>
          <p:spPr>
            <a:xfrm>
              <a:off x="10037550" y="2594113"/>
              <a:ext cx="65900" cy="12425"/>
            </a:xfrm>
            <a:custGeom>
              <a:avLst/>
              <a:gdLst/>
              <a:ahLst/>
              <a:cxnLst/>
              <a:rect l="l" t="t" r="r" b="b"/>
              <a:pathLst>
                <a:path w="2636" h="497" extrusionOk="0">
                  <a:moveTo>
                    <a:pt x="1261" y="0"/>
                  </a:moveTo>
                  <a:cubicBezTo>
                    <a:pt x="813" y="0"/>
                    <a:pt x="368" y="142"/>
                    <a:pt x="0" y="430"/>
                  </a:cubicBezTo>
                  <a:lnTo>
                    <a:pt x="2636" y="497"/>
                  </a:lnTo>
                  <a:cubicBezTo>
                    <a:pt x="2236" y="167"/>
                    <a:pt x="1747" y="0"/>
                    <a:pt x="12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6">
              <a:extLst>
                <a:ext uri="{FF2B5EF4-FFF2-40B4-BE49-F238E27FC236}">
                  <a16:creationId xmlns:a16="http://schemas.microsoft.com/office/drawing/2014/main" id="{45919A0E-62E4-93EF-1FA5-D6AFB63F0AE9}"/>
                </a:ext>
              </a:extLst>
            </p:cNvPr>
            <p:cNvSpPr/>
            <p:nvPr/>
          </p:nvSpPr>
          <p:spPr>
            <a:xfrm>
              <a:off x="10037550" y="2589838"/>
              <a:ext cx="65900" cy="16700"/>
            </a:xfrm>
            <a:custGeom>
              <a:avLst/>
              <a:gdLst/>
              <a:ahLst/>
              <a:cxnLst/>
              <a:rect l="l" t="t" r="r" b="b"/>
              <a:pathLst>
                <a:path w="2636" h="668" fill="none" extrusionOk="0">
                  <a:moveTo>
                    <a:pt x="0" y="601"/>
                  </a:moveTo>
                  <a:cubicBezTo>
                    <a:pt x="768" y="1"/>
                    <a:pt x="1868" y="34"/>
                    <a:pt x="2636" y="668"/>
                  </a:cubicBezTo>
                </a:path>
              </a:pathLst>
            </a:custGeom>
            <a:noFill/>
            <a:ln w="2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6">
              <a:extLst>
                <a:ext uri="{FF2B5EF4-FFF2-40B4-BE49-F238E27FC236}">
                  <a16:creationId xmlns:a16="http://schemas.microsoft.com/office/drawing/2014/main" id="{74B3C0EA-0396-0096-BC81-8E762AC19591}"/>
                </a:ext>
              </a:extLst>
            </p:cNvPr>
            <p:cNvSpPr/>
            <p:nvPr/>
          </p:nvSpPr>
          <p:spPr>
            <a:xfrm>
              <a:off x="10000025" y="2680738"/>
              <a:ext cx="24200" cy="27550"/>
            </a:xfrm>
            <a:custGeom>
              <a:avLst/>
              <a:gdLst/>
              <a:ahLst/>
              <a:cxnLst/>
              <a:rect l="l" t="t" r="r" b="b"/>
              <a:pathLst>
                <a:path w="968" h="1102" extrusionOk="0">
                  <a:moveTo>
                    <a:pt x="968" y="1"/>
                  </a:moveTo>
                  <a:lnTo>
                    <a:pt x="0" y="1102"/>
                  </a:lnTo>
                  <a:cubicBezTo>
                    <a:pt x="534" y="968"/>
                    <a:pt x="901" y="501"/>
                    <a:pt x="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6">
              <a:extLst>
                <a:ext uri="{FF2B5EF4-FFF2-40B4-BE49-F238E27FC236}">
                  <a16:creationId xmlns:a16="http://schemas.microsoft.com/office/drawing/2014/main" id="{8E4D7487-43A4-DAA2-206D-7D1619C2A8D8}"/>
                </a:ext>
              </a:extLst>
            </p:cNvPr>
            <p:cNvSpPr/>
            <p:nvPr/>
          </p:nvSpPr>
          <p:spPr>
            <a:xfrm>
              <a:off x="10000025" y="2680738"/>
              <a:ext cx="24200" cy="27550"/>
            </a:xfrm>
            <a:custGeom>
              <a:avLst/>
              <a:gdLst/>
              <a:ahLst/>
              <a:cxnLst/>
              <a:rect l="l" t="t" r="r" b="b"/>
              <a:pathLst>
                <a:path w="968" h="1102" fill="none" extrusionOk="0">
                  <a:moveTo>
                    <a:pt x="968" y="1"/>
                  </a:moveTo>
                  <a:cubicBezTo>
                    <a:pt x="901" y="501"/>
                    <a:pt x="534" y="968"/>
                    <a:pt x="0" y="1102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6">
              <a:extLst>
                <a:ext uri="{FF2B5EF4-FFF2-40B4-BE49-F238E27FC236}">
                  <a16:creationId xmlns:a16="http://schemas.microsoft.com/office/drawing/2014/main" id="{C059EE67-4722-68C3-3BFE-8D8F3F04CE92}"/>
                </a:ext>
              </a:extLst>
            </p:cNvPr>
            <p:cNvSpPr/>
            <p:nvPr/>
          </p:nvSpPr>
          <p:spPr>
            <a:xfrm>
              <a:off x="9960000" y="2732438"/>
              <a:ext cx="90075" cy="5975"/>
            </a:xfrm>
            <a:custGeom>
              <a:avLst/>
              <a:gdLst/>
              <a:ahLst/>
              <a:cxnLst/>
              <a:rect l="l" t="t" r="r" b="b"/>
              <a:pathLst>
                <a:path w="3603" h="239" extrusionOk="0">
                  <a:moveTo>
                    <a:pt x="0" y="1"/>
                  </a:moveTo>
                  <a:cubicBezTo>
                    <a:pt x="0" y="1"/>
                    <a:pt x="578" y="238"/>
                    <a:pt x="1646" y="238"/>
                  </a:cubicBezTo>
                  <a:cubicBezTo>
                    <a:pt x="2180" y="238"/>
                    <a:pt x="2836" y="179"/>
                    <a:pt x="36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6">
              <a:extLst>
                <a:ext uri="{FF2B5EF4-FFF2-40B4-BE49-F238E27FC236}">
                  <a16:creationId xmlns:a16="http://schemas.microsoft.com/office/drawing/2014/main" id="{7E385F48-DCDD-BCF4-866D-CD45DF204FE7}"/>
                </a:ext>
              </a:extLst>
            </p:cNvPr>
            <p:cNvSpPr/>
            <p:nvPr/>
          </p:nvSpPr>
          <p:spPr>
            <a:xfrm>
              <a:off x="9960000" y="2732438"/>
              <a:ext cx="90075" cy="13375"/>
            </a:xfrm>
            <a:custGeom>
              <a:avLst/>
              <a:gdLst/>
              <a:ahLst/>
              <a:cxnLst/>
              <a:rect l="l" t="t" r="r" b="b"/>
              <a:pathLst>
                <a:path w="3603" h="535" fill="none" extrusionOk="0">
                  <a:moveTo>
                    <a:pt x="0" y="1"/>
                  </a:moveTo>
                  <a:cubicBezTo>
                    <a:pt x="0" y="1"/>
                    <a:pt x="1301" y="535"/>
                    <a:pt x="3603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6">
              <a:extLst>
                <a:ext uri="{FF2B5EF4-FFF2-40B4-BE49-F238E27FC236}">
                  <a16:creationId xmlns:a16="http://schemas.microsoft.com/office/drawing/2014/main" id="{33EBE809-F3EA-3B61-C6D1-8C0C217BD0FA}"/>
                </a:ext>
              </a:extLst>
            </p:cNvPr>
            <p:cNvSpPr/>
            <p:nvPr/>
          </p:nvSpPr>
          <p:spPr>
            <a:xfrm>
              <a:off x="9931650" y="2851688"/>
              <a:ext cx="107600" cy="18150"/>
            </a:xfrm>
            <a:custGeom>
              <a:avLst/>
              <a:gdLst/>
              <a:ahLst/>
              <a:cxnLst/>
              <a:rect l="l" t="t" r="r" b="b"/>
              <a:pathLst>
                <a:path w="4304" h="726" extrusionOk="0">
                  <a:moveTo>
                    <a:pt x="0" y="1"/>
                  </a:moveTo>
                  <a:cubicBezTo>
                    <a:pt x="0" y="1"/>
                    <a:pt x="1550" y="726"/>
                    <a:pt x="2637" y="726"/>
                  </a:cubicBezTo>
                  <a:cubicBezTo>
                    <a:pt x="2806" y="726"/>
                    <a:pt x="2963" y="708"/>
                    <a:pt x="3102" y="668"/>
                  </a:cubicBezTo>
                  <a:cubicBezTo>
                    <a:pt x="3503" y="568"/>
                    <a:pt x="3936" y="435"/>
                    <a:pt x="4303" y="3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6">
              <a:extLst>
                <a:ext uri="{FF2B5EF4-FFF2-40B4-BE49-F238E27FC236}">
                  <a16:creationId xmlns:a16="http://schemas.microsoft.com/office/drawing/2014/main" id="{604C1D58-DC1F-5672-8596-BA81D02BA8DB}"/>
                </a:ext>
              </a:extLst>
            </p:cNvPr>
            <p:cNvSpPr/>
            <p:nvPr/>
          </p:nvSpPr>
          <p:spPr>
            <a:xfrm>
              <a:off x="9931650" y="2851688"/>
              <a:ext cx="107600" cy="24225"/>
            </a:xfrm>
            <a:custGeom>
              <a:avLst/>
              <a:gdLst/>
              <a:ahLst/>
              <a:cxnLst/>
              <a:rect l="l" t="t" r="r" b="b"/>
              <a:pathLst>
                <a:path w="4304" h="969" fill="none" extrusionOk="0">
                  <a:moveTo>
                    <a:pt x="4303" y="301"/>
                  </a:moveTo>
                  <a:cubicBezTo>
                    <a:pt x="3936" y="435"/>
                    <a:pt x="3503" y="568"/>
                    <a:pt x="3102" y="668"/>
                  </a:cubicBezTo>
                  <a:cubicBezTo>
                    <a:pt x="2068" y="968"/>
                    <a:pt x="0" y="1"/>
                    <a:pt x="0" y="1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6">
              <a:extLst>
                <a:ext uri="{FF2B5EF4-FFF2-40B4-BE49-F238E27FC236}">
                  <a16:creationId xmlns:a16="http://schemas.microsoft.com/office/drawing/2014/main" id="{67237D29-24CB-430A-040F-F464547CC885}"/>
                </a:ext>
              </a:extLst>
            </p:cNvPr>
            <p:cNvSpPr/>
            <p:nvPr/>
          </p:nvSpPr>
          <p:spPr>
            <a:xfrm>
              <a:off x="10055900" y="2848363"/>
              <a:ext cx="12525" cy="5025"/>
            </a:xfrm>
            <a:custGeom>
              <a:avLst/>
              <a:gdLst/>
              <a:ahLst/>
              <a:cxnLst/>
              <a:rect l="l" t="t" r="r" b="b"/>
              <a:pathLst>
                <a:path w="501" h="201" extrusionOk="0">
                  <a:moveTo>
                    <a:pt x="501" y="1"/>
                  </a:moveTo>
                  <a:lnTo>
                    <a:pt x="0" y="20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6">
              <a:extLst>
                <a:ext uri="{FF2B5EF4-FFF2-40B4-BE49-F238E27FC236}">
                  <a16:creationId xmlns:a16="http://schemas.microsoft.com/office/drawing/2014/main" id="{9B80EF06-67CF-0D8A-B091-0EA0EB6B7134}"/>
                </a:ext>
              </a:extLst>
            </p:cNvPr>
            <p:cNvSpPr/>
            <p:nvPr/>
          </p:nvSpPr>
          <p:spPr>
            <a:xfrm>
              <a:off x="10055900" y="2848363"/>
              <a:ext cx="12525" cy="5025"/>
            </a:xfrm>
            <a:custGeom>
              <a:avLst/>
              <a:gdLst/>
              <a:ahLst/>
              <a:cxnLst/>
              <a:rect l="l" t="t" r="r" b="b"/>
              <a:pathLst>
                <a:path w="501" h="201" fill="none" extrusionOk="0">
                  <a:moveTo>
                    <a:pt x="501" y="1"/>
                  </a:moveTo>
                  <a:lnTo>
                    <a:pt x="0" y="20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6">
              <a:extLst>
                <a:ext uri="{FF2B5EF4-FFF2-40B4-BE49-F238E27FC236}">
                  <a16:creationId xmlns:a16="http://schemas.microsoft.com/office/drawing/2014/main" id="{59F3C1AE-E32E-A9EF-FD7B-B23D41050292}"/>
                </a:ext>
              </a:extLst>
            </p:cNvPr>
            <p:cNvSpPr/>
            <p:nvPr/>
          </p:nvSpPr>
          <p:spPr>
            <a:xfrm>
              <a:off x="10060075" y="2621538"/>
              <a:ext cx="15025" cy="20875"/>
            </a:xfrm>
            <a:custGeom>
              <a:avLst/>
              <a:gdLst/>
              <a:ahLst/>
              <a:cxnLst/>
              <a:rect l="l" t="t" r="r" b="b"/>
              <a:pathLst>
                <a:path w="601" h="835" extrusionOk="0">
                  <a:moveTo>
                    <a:pt x="300" y="0"/>
                  </a:moveTo>
                  <a:cubicBezTo>
                    <a:pt x="133" y="0"/>
                    <a:pt x="0" y="167"/>
                    <a:pt x="0" y="401"/>
                  </a:cubicBezTo>
                  <a:cubicBezTo>
                    <a:pt x="0" y="634"/>
                    <a:pt x="133" y="834"/>
                    <a:pt x="300" y="834"/>
                  </a:cubicBezTo>
                  <a:cubicBezTo>
                    <a:pt x="467" y="834"/>
                    <a:pt x="600" y="634"/>
                    <a:pt x="600" y="401"/>
                  </a:cubicBezTo>
                  <a:cubicBezTo>
                    <a:pt x="600" y="167"/>
                    <a:pt x="467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6">
              <a:extLst>
                <a:ext uri="{FF2B5EF4-FFF2-40B4-BE49-F238E27FC236}">
                  <a16:creationId xmlns:a16="http://schemas.microsoft.com/office/drawing/2014/main" id="{D5762927-93F7-8DBC-DAB9-8FCD15CA3B88}"/>
                </a:ext>
              </a:extLst>
            </p:cNvPr>
            <p:cNvSpPr/>
            <p:nvPr/>
          </p:nvSpPr>
          <p:spPr>
            <a:xfrm>
              <a:off x="9939150" y="2621538"/>
              <a:ext cx="15875" cy="20875"/>
            </a:xfrm>
            <a:custGeom>
              <a:avLst/>
              <a:gdLst/>
              <a:ahLst/>
              <a:cxnLst/>
              <a:rect l="l" t="t" r="r" b="b"/>
              <a:pathLst>
                <a:path w="635" h="835" extrusionOk="0">
                  <a:moveTo>
                    <a:pt x="334" y="0"/>
                  </a:moveTo>
                  <a:cubicBezTo>
                    <a:pt x="167" y="0"/>
                    <a:pt x="0" y="167"/>
                    <a:pt x="0" y="401"/>
                  </a:cubicBezTo>
                  <a:cubicBezTo>
                    <a:pt x="0" y="634"/>
                    <a:pt x="167" y="834"/>
                    <a:pt x="334" y="834"/>
                  </a:cubicBezTo>
                  <a:cubicBezTo>
                    <a:pt x="501" y="834"/>
                    <a:pt x="634" y="634"/>
                    <a:pt x="634" y="401"/>
                  </a:cubicBezTo>
                  <a:cubicBezTo>
                    <a:pt x="634" y="167"/>
                    <a:pt x="501" y="0"/>
                    <a:pt x="3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6">
              <a:extLst>
                <a:ext uri="{FF2B5EF4-FFF2-40B4-BE49-F238E27FC236}">
                  <a16:creationId xmlns:a16="http://schemas.microsoft.com/office/drawing/2014/main" id="{D9DDFC47-9B2C-77B1-6D7C-F74409458898}"/>
                </a:ext>
              </a:extLst>
            </p:cNvPr>
            <p:cNvSpPr/>
            <p:nvPr/>
          </p:nvSpPr>
          <p:spPr>
            <a:xfrm>
              <a:off x="10023375" y="2615688"/>
              <a:ext cx="9200" cy="47575"/>
            </a:xfrm>
            <a:custGeom>
              <a:avLst/>
              <a:gdLst/>
              <a:ahLst/>
              <a:cxnLst/>
              <a:rect l="l" t="t" r="r" b="b"/>
              <a:pathLst>
                <a:path w="368" h="1903" fill="none" extrusionOk="0">
                  <a:moveTo>
                    <a:pt x="367" y="1"/>
                  </a:moveTo>
                  <a:cubicBezTo>
                    <a:pt x="200" y="368"/>
                    <a:pt x="67" y="735"/>
                    <a:pt x="34" y="1135"/>
                  </a:cubicBezTo>
                  <a:cubicBezTo>
                    <a:pt x="0" y="1402"/>
                    <a:pt x="34" y="1635"/>
                    <a:pt x="100" y="1902"/>
                  </a:cubicBez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6">
              <a:extLst>
                <a:ext uri="{FF2B5EF4-FFF2-40B4-BE49-F238E27FC236}">
                  <a16:creationId xmlns:a16="http://schemas.microsoft.com/office/drawing/2014/main" id="{92F534A6-05A1-101C-E57F-833B9C6941FE}"/>
                </a:ext>
              </a:extLst>
            </p:cNvPr>
            <p:cNvSpPr/>
            <p:nvPr/>
          </p:nvSpPr>
          <p:spPr>
            <a:xfrm>
              <a:off x="9934975" y="2451038"/>
              <a:ext cx="221025" cy="234725"/>
            </a:xfrm>
            <a:custGeom>
              <a:avLst/>
              <a:gdLst/>
              <a:ahLst/>
              <a:cxnLst/>
              <a:rect l="l" t="t" r="r" b="b"/>
              <a:pathLst>
                <a:path w="8841" h="9389" extrusionOk="0">
                  <a:moveTo>
                    <a:pt x="5746" y="0"/>
                  </a:moveTo>
                  <a:cubicBezTo>
                    <a:pt x="5487" y="0"/>
                    <a:pt x="5116" y="84"/>
                    <a:pt x="4604" y="282"/>
                  </a:cubicBezTo>
                  <a:cubicBezTo>
                    <a:pt x="3136" y="849"/>
                    <a:pt x="2736" y="683"/>
                    <a:pt x="1368" y="1450"/>
                  </a:cubicBezTo>
                  <a:cubicBezTo>
                    <a:pt x="0" y="2217"/>
                    <a:pt x="301" y="3151"/>
                    <a:pt x="301" y="3151"/>
                  </a:cubicBezTo>
                  <a:cubicBezTo>
                    <a:pt x="832" y="3337"/>
                    <a:pt x="1363" y="3438"/>
                    <a:pt x="1910" y="3438"/>
                  </a:cubicBezTo>
                  <a:cubicBezTo>
                    <a:pt x="2051" y="3438"/>
                    <a:pt x="2192" y="3432"/>
                    <a:pt x="2335" y="3418"/>
                  </a:cubicBezTo>
                  <a:cubicBezTo>
                    <a:pt x="2501" y="3410"/>
                    <a:pt x="2666" y="3406"/>
                    <a:pt x="2830" y="3406"/>
                  </a:cubicBezTo>
                  <a:cubicBezTo>
                    <a:pt x="3992" y="3406"/>
                    <a:pt x="5128" y="3613"/>
                    <a:pt x="6238" y="4052"/>
                  </a:cubicBezTo>
                  <a:cubicBezTo>
                    <a:pt x="7139" y="4385"/>
                    <a:pt x="7506" y="6554"/>
                    <a:pt x="7573" y="7187"/>
                  </a:cubicBezTo>
                  <a:cubicBezTo>
                    <a:pt x="7673" y="7788"/>
                    <a:pt x="8106" y="9389"/>
                    <a:pt x="8106" y="9389"/>
                  </a:cubicBezTo>
                  <a:cubicBezTo>
                    <a:pt x="8106" y="9389"/>
                    <a:pt x="8840" y="5253"/>
                    <a:pt x="8340" y="4052"/>
                  </a:cubicBezTo>
                  <a:cubicBezTo>
                    <a:pt x="7839" y="2818"/>
                    <a:pt x="6839" y="3184"/>
                    <a:pt x="6939" y="2984"/>
                  </a:cubicBezTo>
                  <a:cubicBezTo>
                    <a:pt x="7039" y="2784"/>
                    <a:pt x="7372" y="1316"/>
                    <a:pt x="6972" y="1116"/>
                  </a:cubicBezTo>
                  <a:cubicBezTo>
                    <a:pt x="6929" y="1091"/>
                    <a:pt x="6878" y="1080"/>
                    <a:pt x="6821" y="1080"/>
                  </a:cubicBezTo>
                  <a:cubicBezTo>
                    <a:pt x="6348" y="1080"/>
                    <a:pt x="5471" y="1850"/>
                    <a:pt x="5471" y="1850"/>
                  </a:cubicBezTo>
                  <a:cubicBezTo>
                    <a:pt x="5805" y="1550"/>
                    <a:pt x="6071" y="1150"/>
                    <a:pt x="6238" y="683"/>
                  </a:cubicBezTo>
                  <a:cubicBezTo>
                    <a:pt x="6325" y="292"/>
                    <a:pt x="6228" y="0"/>
                    <a:pt x="57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6">
              <a:extLst>
                <a:ext uri="{FF2B5EF4-FFF2-40B4-BE49-F238E27FC236}">
                  <a16:creationId xmlns:a16="http://schemas.microsoft.com/office/drawing/2014/main" id="{8CEA598B-37C9-F44C-83C3-46E783BD2ABC}"/>
                </a:ext>
              </a:extLst>
            </p:cNvPr>
            <p:cNvSpPr/>
            <p:nvPr/>
          </p:nvSpPr>
          <p:spPr>
            <a:xfrm>
              <a:off x="9846575" y="2517138"/>
              <a:ext cx="102600" cy="161125"/>
            </a:xfrm>
            <a:custGeom>
              <a:avLst/>
              <a:gdLst/>
              <a:ahLst/>
              <a:cxnLst/>
              <a:rect l="l" t="t" r="r" b="b"/>
              <a:pathLst>
                <a:path w="4104" h="6445" extrusionOk="0">
                  <a:moveTo>
                    <a:pt x="2937" y="0"/>
                  </a:moveTo>
                  <a:cubicBezTo>
                    <a:pt x="2590" y="0"/>
                    <a:pt x="2198" y="85"/>
                    <a:pt x="1869" y="374"/>
                  </a:cubicBezTo>
                  <a:cubicBezTo>
                    <a:pt x="1068" y="1074"/>
                    <a:pt x="1668" y="1374"/>
                    <a:pt x="1568" y="1675"/>
                  </a:cubicBezTo>
                  <a:cubicBezTo>
                    <a:pt x="1468" y="1975"/>
                    <a:pt x="901" y="1741"/>
                    <a:pt x="468" y="3142"/>
                  </a:cubicBezTo>
                  <a:cubicBezTo>
                    <a:pt x="1" y="4577"/>
                    <a:pt x="1068" y="5844"/>
                    <a:pt x="1068" y="5844"/>
                  </a:cubicBezTo>
                  <a:lnTo>
                    <a:pt x="1201" y="6445"/>
                  </a:lnTo>
                  <a:cubicBezTo>
                    <a:pt x="1201" y="6445"/>
                    <a:pt x="1502" y="4677"/>
                    <a:pt x="1502" y="4276"/>
                  </a:cubicBezTo>
                  <a:cubicBezTo>
                    <a:pt x="1502" y="3843"/>
                    <a:pt x="2269" y="3409"/>
                    <a:pt x="2436" y="2909"/>
                  </a:cubicBezTo>
                  <a:cubicBezTo>
                    <a:pt x="2569" y="2408"/>
                    <a:pt x="2869" y="1141"/>
                    <a:pt x="4037" y="607"/>
                  </a:cubicBezTo>
                  <a:cubicBezTo>
                    <a:pt x="4037" y="607"/>
                    <a:pt x="4104" y="274"/>
                    <a:pt x="3837" y="174"/>
                  </a:cubicBezTo>
                  <a:cubicBezTo>
                    <a:pt x="3837" y="174"/>
                    <a:pt x="3433" y="0"/>
                    <a:pt x="29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9F63D1-21F9-05F0-534B-54EFBF9B57E3}"/>
                  </a:ext>
                </a:extLst>
              </p14:cNvPr>
              <p14:cNvContentPartPr/>
              <p14:nvPr/>
            </p14:nvContentPartPr>
            <p14:xfrm>
              <a:off x="4073680" y="2713880"/>
              <a:ext cx="92520" cy="18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9F63D1-21F9-05F0-534B-54EFBF9B57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7560" y="2707760"/>
                <a:ext cx="1047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11760A-90F9-6F8B-4CEA-A1F991D141DC}"/>
                  </a:ext>
                </a:extLst>
              </p14:cNvPr>
              <p14:cNvContentPartPr/>
              <p14:nvPr/>
            </p14:nvContentPartPr>
            <p14:xfrm>
              <a:off x="4389040" y="2744120"/>
              <a:ext cx="94320" cy="15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11760A-90F9-6F8B-4CEA-A1F991D141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2920" y="2738000"/>
                <a:ext cx="1065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4882A9-4172-788B-0DF2-00871CA0D896}"/>
                  </a:ext>
                </a:extLst>
              </p14:cNvPr>
              <p14:cNvContentPartPr/>
              <p14:nvPr/>
            </p14:nvContentPartPr>
            <p14:xfrm>
              <a:off x="4709080" y="2727560"/>
              <a:ext cx="87840" cy="19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4882A9-4172-788B-0DF2-00871CA0D8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02960" y="2721440"/>
                <a:ext cx="10008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2564291-8B2B-D1A1-28AB-EFB633B3FB5A}"/>
              </a:ext>
            </a:extLst>
          </p:cNvPr>
          <p:cNvGrpSpPr/>
          <p:nvPr/>
        </p:nvGrpSpPr>
        <p:grpSpPr>
          <a:xfrm>
            <a:off x="5053960" y="2697680"/>
            <a:ext cx="108000" cy="253440"/>
            <a:chOff x="5053960" y="2697680"/>
            <a:chExt cx="10800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5E3FAE6-E04B-78BF-66FF-661C8DC583B1}"/>
                    </a:ext>
                  </a:extLst>
                </p14:cNvPr>
                <p14:cNvContentPartPr/>
                <p14:nvPr/>
              </p14:nvContentPartPr>
              <p14:xfrm>
                <a:off x="5053960" y="2712800"/>
                <a:ext cx="108000" cy="238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5E3FAE6-E04B-78BF-66FF-661C8DC583B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47840" y="2706680"/>
                  <a:ext cx="120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5CB86E-268B-16C7-F590-348900E187F5}"/>
                    </a:ext>
                  </a:extLst>
                </p14:cNvPr>
                <p14:cNvContentPartPr/>
                <p14:nvPr/>
              </p14:nvContentPartPr>
              <p14:xfrm>
                <a:off x="5156200" y="2697680"/>
                <a:ext cx="360" cy="70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5CB86E-268B-16C7-F590-348900E187F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0080" y="2691560"/>
                  <a:ext cx="1260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1B32A6-03C2-ED94-15A2-6C9DFF61394F}"/>
              </a:ext>
            </a:extLst>
          </p:cNvPr>
          <p:cNvGrpSpPr/>
          <p:nvPr/>
        </p:nvGrpSpPr>
        <p:grpSpPr>
          <a:xfrm>
            <a:off x="5408920" y="2738000"/>
            <a:ext cx="97560" cy="183600"/>
            <a:chOff x="5408920" y="2738000"/>
            <a:chExt cx="9756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619EEA-A8B9-21C6-8F09-4EFF10B6C2D1}"/>
                    </a:ext>
                  </a:extLst>
                </p14:cNvPr>
                <p14:cNvContentPartPr/>
                <p14:nvPr/>
              </p14:nvContentPartPr>
              <p14:xfrm>
                <a:off x="5410000" y="2738000"/>
                <a:ext cx="96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619EEA-A8B9-21C6-8F09-4EFF10B6C2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03880" y="2731880"/>
                  <a:ext cx="10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CCB8A5-2523-AA05-F837-93AE8FCF5192}"/>
                    </a:ext>
                  </a:extLst>
                </p14:cNvPr>
                <p14:cNvContentPartPr/>
                <p14:nvPr/>
              </p14:nvContentPartPr>
              <p14:xfrm>
                <a:off x="5408920" y="2738000"/>
                <a:ext cx="83160" cy="183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CCB8A5-2523-AA05-F837-93AE8FCF519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02800" y="2731880"/>
                  <a:ext cx="9540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2C16AD-4AFF-0616-E552-50467D63FA26}"/>
                  </a:ext>
                </a:extLst>
              </p14:cNvPr>
              <p14:cNvContentPartPr/>
              <p14:nvPr/>
            </p14:nvContentPartPr>
            <p14:xfrm>
              <a:off x="5831560" y="2688320"/>
              <a:ext cx="183960" cy="207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2C16AD-4AFF-0616-E552-50467D63FA2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825440" y="2682200"/>
                <a:ext cx="196200" cy="21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2F711122-16FC-4F43-0532-6926561DAB8D}"/>
              </a:ext>
            </a:extLst>
          </p:cNvPr>
          <p:cNvGrpSpPr/>
          <p:nvPr/>
        </p:nvGrpSpPr>
        <p:grpSpPr>
          <a:xfrm>
            <a:off x="6206320" y="2739440"/>
            <a:ext cx="117720" cy="166680"/>
            <a:chOff x="6206320" y="2739440"/>
            <a:chExt cx="11772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05396F8-2894-F483-B387-873BC54D58A4}"/>
                    </a:ext>
                  </a:extLst>
                </p14:cNvPr>
                <p14:cNvContentPartPr/>
                <p14:nvPr/>
              </p14:nvContentPartPr>
              <p14:xfrm>
                <a:off x="6268240" y="2760680"/>
                <a:ext cx="27720" cy="145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05396F8-2894-F483-B387-873BC54D58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62120" y="2754560"/>
                  <a:ext cx="39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58AAD7-6878-6758-B5AF-34355971FC64}"/>
                    </a:ext>
                  </a:extLst>
                </p14:cNvPr>
                <p14:cNvContentPartPr/>
                <p14:nvPr/>
              </p14:nvContentPartPr>
              <p14:xfrm>
                <a:off x="6243400" y="2813600"/>
                <a:ext cx="80640" cy="11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58AAD7-6878-6758-B5AF-34355971FC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37280" y="2807480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3DCD3C-456C-462E-BAC8-54AA4D7D02F8}"/>
                    </a:ext>
                  </a:extLst>
                </p14:cNvPr>
                <p14:cNvContentPartPr/>
                <p14:nvPr/>
              </p14:nvContentPartPr>
              <p14:xfrm>
                <a:off x="6206320" y="2739440"/>
                <a:ext cx="98280" cy="29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3DCD3C-456C-462E-BAC8-54AA4D7D02F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00200" y="2733320"/>
                  <a:ext cx="1105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52FF2A6-7E39-3923-E1F8-C8927EB786F7}"/>
                  </a:ext>
                </a:extLst>
              </p14:cNvPr>
              <p14:cNvContentPartPr/>
              <p14:nvPr/>
            </p14:nvContentPartPr>
            <p14:xfrm>
              <a:off x="6629320" y="2751680"/>
              <a:ext cx="134640" cy="210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52FF2A6-7E39-3923-E1F8-C8927EB786F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23200" y="2745560"/>
                <a:ext cx="146880" cy="22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380A901-ADC5-9202-29B8-EFCF6AC079C0}"/>
              </a:ext>
            </a:extLst>
          </p:cNvPr>
          <p:cNvGrpSpPr/>
          <p:nvPr/>
        </p:nvGrpSpPr>
        <p:grpSpPr>
          <a:xfrm>
            <a:off x="7000480" y="2777240"/>
            <a:ext cx="89640" cy="143640"/>
            <a:chOff x="7000480" y="2777240"/>
            <a:chExt cx="89640" cy="1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F14E5F-B293-DBAC-DF59-2923580F4DAB}"/>
                    </a:ext>
                  </a:extLst>
                </p14:cNvPr>
                <p14:cNvContentPartPr/>
                <p14:nvPr/>
              </p14:nvContentPartPr>
              <p14:xfrm>
                <a:off x="7009480" y="2777240"/>
                <a:ext cx="80640" cy="78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F14E5F-B293-DBAC-DF59-2923580F4DA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03360" y="2771120"/>
                  <a:ext cx="92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DE8B9E-4335-18CD-0815-F9A2B0B4FE2D}"/>
                    </a:ext>
                  </a:extLst>
                </p14:cNvPr>
                <p14:cNvContentPartPr/>
                <p14:nvPr/>
              </p14:nvContentPartPr>
              <p14:xfrm>
                <a:off x="7000480" y="2798840"/>
                <a:ext cx="82080" cy="122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DE8B9E-4335-18CD-0815-F9A2B0B4FE2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94360" y="2792720"/>
                  <a:ext cx="9432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AAC573-7BA3-0094-3869-518444764740}"/>
              </a:ext>
            </a:extLst>
          </p:cNvPr>
          <p:cNvGrpSpPr/>
          <p:nvPr/>
        </p:nvGrpSpPr>
        <p:grpSpPr>
          <a:xfrm>
            <a:off x="7286320" y="2779400"/>
            <a:ext cx="223200" cy="136800"/>
            <a:chOff x="7286320" y="2779400"/>
            <a:chExt cx="22320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822884-8DB3-9445-50A1-82D37E47C87A}"/>
                    </a:ext>
                  </a:extLst>
                </p14:cNvPr>
                <p14:cNvContentPartPr/>
                <p14:nvPr/>
              </p14:nvContentPartPr>
              <p14:xfrm>
                <a:off x="7286320" y="2779400"/>
                <a:ext cx="79560" cy="136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822884-8DB3-9445-50A1-82D37E47C8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280200" y="2773280"/>
                  <a:ext cx="91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E69349-B528-2E9D-F9A2-6388AF05026B}"/>
                    </a:ext>
                  </a:extLst>
                </p14:cNvPr>
                <p14:cNvContentPartPr/>
                <p14:nvPr/>
              </p14:nvContentPartPr>
              <p14:xfrm>
                <a:off x="7441840" y="2789480"/>
                <a:ext cx="67680" cy="9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E69349-B528-2E9D-F9A2-6388AF05026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35720" y="2783360"/>
                  <a:ext cx="79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153C7A4-597C-E24F-D178-8546D4A40885}"/>
              </a:ext>
            </a:extLst>
          </p:cNvPr>
          <p:cNvGrpSpPr/>
          <p:nvPr/>
        </p:nvGrpSpPr>
        <p:grpSpPr>
          <a:xfrm>
            <a:off x="7658920" y="2782280"/>
            <a:ext cx="164880" cy="118440"/>
            <a:chOff x="7658920" y="2782280"/>
            <a:chExt cx="164880" cy="11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BA6008-3644-419F-641A-DBEA263362A6}"/>
                    </a:ext>
                  </a:extLst>
                </p14:cNvPr>
                <p14:cNvContentPartPr/>
                <p14:nvPr/>
              </p14:nvContentPartPr>
              <p14:xfrm>
                <a:off x="7658920" y="2782280"/>
                <a:ext cx="78120" cy="118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BA6008-3644-419F-641A-DBEA263362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52800" y="2776160"/>
                  <a:ext cx="90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D8F853-9D40-ABD8-3C31-11178AB92925}"/>
                    </a:ext>
                  </a:extLst>
                </p14:cNvPr>
                <p14:cNvContentPartPr/>
                <p14:nvPr/>
              </p14:nvContentPartPr>
              <p14:xfrm>
                <a:off x="7766920" y="2793080"/>
                <a:ext cx="56880" cy="97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D8F853-9D40-ABD8-3C31-11178AB929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760800" y="2786960"/>
                  <a:ext cx="6912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B0BBB95-AC99-77B9-F2C4-1341A8B27D81}"/>
              </a:ext>
            </a:extLst>
          </p:cNvPr>
          <p:cNvGrpSpPr/>
          <p:nvPr/>
        </p:nvGrpSpPr>
        <p:grpSpPr>
          <a:xfrm>
            <a:off x="8036200" y="2742320"/>
            <a:ext cx="218520" cy="153720"/>
            <a:chOff x="8036200" y="2742320"/>
            <a:chExt cx="21852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A5272F-3A8E-F7F9-8778-6CE2563DADCB}"/>
                    </a:ext>
                  </a:extLst>
                </p14:cNvPr>
                <p14:cNvContentPartPr/>
                <p14:nvPr/>
              </p14:nvContentPartPr>
              <p14:xfrm>
                <a:off x="8036200" y="2769320"/>
                <a:ext cx="70920" cy="126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A5272F-3A8E-F7F9-8778-6CE2563DAD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30080" y="2763200"/>
                  <a:ext cx="83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32CFCC-842D-E18A-EB6C-03B9D2A1496E}"/>
                    </a:ext>
                  </a:extLst>
                </p14:cNvPr>
                <p14:cNvContentPartPr/>
                <p14:nvPr/>
              </p14:nvContentPartPr>
              <p14:xfrm>
                <a:off x="8160040" y="2742320"/>
                <a:ext cx="94680" cy="12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32CFCC-842D-E18A-EB6C-03B9D2A1496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53920" y="2736200"/>
                  <a:ext cx="10692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3DB998A-49CA-A9FE-53D2-BEBC940344C8}"/>
              </a:ext>
            </a:extLst>
          </p:cNvPr>
          <p:cNvGrpSpPr/>
          <p:nvPr/>
        </p:nvGrpSpPr>
        <p:grpSpPr>
          <a:xfrm>
            <a:off x="5735080" y="2087840"/>
            <a:ext cx="186480" cy="511560"/>
            <a:chOff x="5735080" y="2087840"/>
            <a:chExt cx="18648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E9D3F6-F1C6-856B-C415-DAC1443B993E}"/>
                    </a:ext>
                  </a:extLst>
                </p14:cNvPr>
                <p14:cNvContentPartPr/>
                <p14:nvPr/>
              </p14:nvContentPartPr>
              <p14:xfrm>
                <a:off x="5735080" y="2087840"/>
                <a:ext cx="186480" cy="511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E9D3F6-F1C6-856B-C415-DAC1443B993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28960" y="2081720"/>
                  <a:ext cx="19872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D60350-51C5-A4AD-B4F1-528A3DD361A5}"/>
                    </a:ext>
                  </a:extLst>
                </p14:cNvPr>
                <p14:cNvContentPartPr/>
                <p14:nvPr/>
              </p14:nvContentPartPr>
              <p14:xfrm>
                <a:off x="5827240" y="2595800"/>
                <a:ext cx="759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D60350-51C5-A4AD-B4F1-528A3DD361A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21120" y="2589680"/>
                  <a:ext cx="882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0BCFD4F-5B20-C500-A429-ED8DEA5EB2AE}"/>
              </a:ext>
            </a:extLst>
          </p:cNvPr>
          <p:cNvGrpSpPr/>
          <p:nvPr/>
        </p:nvGrpSpPr>
        <p:grpSpPr>
          <a:xfrm>
            <a:off x="6192280" y="2087840"/>
            <a:ext cx="213840" cy="523440"/>
            <a:chOff x="6192280" y="2087840"/>
            <a:chExt cx="213840" cy="52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5CAD931-2DF1-1515-3870-24DB495D358E}"/>
                    </a:ext>
                  </a:extLst>
                </p14:cNvPr>
                <p14:cNvContentPartPr/>
                <p14:nvPr/>
              </p14:nvContentPartPr>
              <p14:xfrm>
                <a:off x="6236560" y="2087840"/>
                <a:ext cx="169560" cy="523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5CAD931-2DF1-1515-3870-24DB495D358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30440" y="2081720"/>
                  <a:ext cx="18180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086E74-BE5D-2F8B-16FB-2E17C947A04E}"/>
                    </a:ext>
                  </a:extLst>
                </p14:cNvPr>
                <p14:cNvContentPartPr/>
                <p14:nvPr/>
              </p14:nvContentPartPr>
              <p14:xfrm>
                <a:off x="6192280" y="2530280"/>
                <a:ext cx="46080" cy="60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086E74-BE5D-2F8B-16FB-2E17C947A04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86160" y="2524160"/>
                  <a:ext cx="5832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7EF480-4AED-7D69-F371-2C1801844234}"/>
                  </a:ext>
                </a:extLst>
              </p:cNvPr>
              <p:cNvSpPr txBox="1"/>
              <p:nvPr/>
            </p:nvSpPr>
            <p:spPr>
              <a:xfrm>
                <a:off x="5633855" y="1567614"/>
                <a:ext cx="1888209" cy="403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20+22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21 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7EF480-4AED-7D69-F371-2C1801844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855" y="1567614"/>
                <a:ext cx="1888209" cy="403316"/>
              </a:xfrm>
              <a:prstGeom prst="rect">
                <a:avLst/>
              </a:prstGeom>
              <a:blipFill>
                <a:blip r:embed="rId51"/>
                <a:stretch>
                  <a:fillRect l="-1613" r="-2581" b="-1363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498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>
          <a:extLst>
            <a:ext uri="{FF2B5EF4-FFF2-40B4-BE49-F238E27FC236}">
              <a16:creationId xmlns:a16="http://schemas.microsoft.com/office/drawing/2014/main" id="{BEA6D5D7-E54B-68CC-D435-B338A1B7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60">
            <a:extLst>
              <a:ext uri="{FF2B5EF4-FFF2-40B4-BE49-F238E27FC236}">
                <a16:creationId xmlns:a16="http://schemas.microsoft.com/office/drawing/2014/main" id="{7E720D75-7EDA-EB7B-4536-6C62076949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44502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Bar chart of median weight per fruit type</a:t>
            </a:r>
            <a:endParaRPr sz="3000" dirty="0"/>
          </a:p>
        </p:txBody>
      </p:sp>
      <p:grpSp>
        <p:nvGrpSpPr>
          <p:cNvPr id="1746" name="Google Shape;1746;p60">
            <a:extLst>
              <a:ext uri="{FF2B5EF4-FFF2-40B4-BE49-F238E27FC236}">
                <a16:creationId xmlns:a16="http://schemas.microsoft.com/office/drawing/2014/main" id="{1DFA7888-EA28-492D-AD46-E23E586D7987}"/>
              </a:ext>
            </a:extLst>
          </p:cNvPr>
          <p:cNvGrpSpPr/>
          <p:nvPr/>
        </p:nvGrpSpPr>
        <p:grpSpPr>
          <a:xfrm rot="665443">
            <a:off x="193768" y="4353144"/>
            <a:ext cx="520099" cy="669049"/>
            <a:chOff x="4938450" y="2419450"/>
            <a:chExt cx="243900" cy="313750"/>
          </a:xfrm>
        </p:grpSpPr>
        <p:sp>
          <p:nvSpPr>
            <p:cNvPr id="1747" name="Google Shape;1747;p60">
              <a:extLst>
                <a:ext uri="{FF2B5EF4-FFF2-40B4-BE49-F238E27FC236}">
                  <a16:creationId xmlns:a16="http://schemas.microsoft.com/office/drawing/2014/main" id="{08F5C4C9-A6E4-F8C2-21DB-9AE23F6AC5C2}"/>
                </a:ext>
              </a:extLst>
            </p:cNvPr>
            <p:cNvSpPr/>
            <p:nvPr/>
          </p:nvSpPr>
          <p:spPr>
            <a:xfrm>
              <a:off x="4988550" y="2432675"/>
              <a:ext cx="189850" cy="242075"/>
            </a:xfrm>
            <a:custGeom>
              <a:avLst/>
              <a:gdLst/>
              <a:ahLst/>
              <a:cxnLst/>
              <a:rect l="l" t="t" r="r" b="b"/>
              <a:pathLst>
                <a:path w="7594" h="9683" extrusionOk="0">
                  <a:moveTo>
                    <a:pt x="6788" y="0"/>
                  </a:moveTo>
                  <a:cubicBezTo>
                    <a:pt x="6773" y="47"/>
                    <a:pt x="6725" y="47"/>
                    <a:pt x="6694" y="79"/>
                  </a:cubicBezTo>
                  <a:cubicBezTo>
                    <a:pt x="6710" y="95"/>
                    <a:pt x="6741" y="142"/>
                    <a:pt x="6757" y="142"/>
                  </a:cubicBezTo>
                  <a:lnTo>
                    <a:pt x="6962" y="284"/>
                  </a:lnTo>
                  <a:cubicBezTo>
                    <a:pt x="7388" y="568"/>
                    <a:pt x="7483" y="1216"/>
                    <a:pt x="7136" y="1721"/>
                  </a:cubicBezTo>
                  <a:lnTo>
                    <a:pt x="2226" y="9029"/>
                  </a:lnTo>
                  <a:cubicBezTo>
                    <a:pt x="1989" y="9374"/>
                    <a:pt x="1619" y="9572"/>
                    <a:pt x="1273" y="9572"/>
                  </a:cubicBezTo>
                  <a:cubicBezTo>
                    <a:pt x="1112" y="9572"/>
                    <a:pt x="957" y="9530"/>
                    <a:pt x="822" y="9440"/>
                  </a:cubicBezTo>
                  <a:lnTo>
                    <a:pt x="616" y="9298"/>
                  </a:lnTo>
                  <a:cubicBezTo>
                    <a:pt x="190" y="9014"/>
                    <a:pt x="127" y="8366"/>
                    <a:pt x="474" y="7845"/>
                  </a:cubicBezTo>
                  <a:lnTo>
                    <a:pt x="2526" y="4799"/>
                  </a:lnTo>
                  <a:cubicBezTo>
                    <a:pt x="2561" y="4742"/>
                    <a:pt x="2529" y="4701"/>
                    <a:pt x="2490" y="4701"/>
                  </a:cubicBezTo>
                  <a:cubicBezTo>
                    <a:pt x="2476" y="4701"/>
                    <a:pt x="2461" y="4707"/>
                    <a:pt x="2447" y="4720"/>
                  </a:cubicBezTo>
                  <a:lnTo>
                    <a:pt x="380" y="7782"/>
                  </a:lnTo>
                  <a:cubicBezTo>
                    <a:pt x="1" y="8351"/>
                    <a:pt x="80" y="9077"/>
                    <a:pt x="537" y="9392"/>
                  </a:cubicBezTo>
                  <a:lnTo>
                    <a:pt x="743" y="9534"/>
                  </a:lnTo>
                  <a:cubicBezTo>
                    <a:pt x="893" y="9635"/>
                    <a:pt x="1067" y="9683"/>
                    <a:pt x="1245" y="9683"/>
                  </a:cubicBezTo>
                  <a:cubicBezTo>
                    <a:pt x="1626" y="9683"/>
                    <a:pt x="2031" y="9464"/>
                    <a:pt x="2290" y="9077"/>
                  </a:cubicBezTo>
                  <a:lnTo>
                    <a:pt x="7199" y="1784"/>
                  </a:lnTo>
                  <a:cubicBezTo>
                    <a:pt x="7593" y="1216"/>
                    <a:pt x="7515" y="489"/>
                    <a:pt x="7041" y="174"/>
                  </a:cubicBezTo>
                  <a:lnTo>
                    <a:pt x="6852" y="32"/>
                  </a:lnTo>
                  <a:cubicBezTo>
                    <a:pt x="6820" y="32"/>
                    <a:pt x="6804" y="16"/>
                    <a:pt x="6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60">
              <a:extLst>
                <a:ext uri="{FF2B5EF4-FFF2-40B4-BE49-F238E27FC236}">
                  <a16:creationId xmlns:a16="http://schemas.microsoft.com/office/drawing/2014/main" id="{00AB49C8-3CB2-AD15-E1A2-425BC37BD98D}"/>
                </a:ext>
              </a:extLst>
            </p:cNvPr>
            <p:cNvSpPr/>
            <p:nvPr/>
          </p:nvSpPr>
          <p:spPr>
            <a:xfrm>
              <a:off x="4986575" y="2431075"/>
              <a:ext cx="194200" cy="245425"/>
            </a:xfrm>
            <a:custGeom>
              <a:avLst/>
              <a:gdLst/>
              <a:ahLst/>
              <a:cxnLst/>
              <a:rect l="l" t="t" r="r" b="b"/>
              <a:pathLst>
                <a:path w="7768" h="9817" extrusionOk="0">
                  <a:moveTo>
                    <a:pt x="7138" y="303"/>
                  </a:moveTo>
                  <a:lnTo>
                    <a:pt x="7138" y="303"/>
                  </a:lnTo>
                  <a:cubicBezTo>
                    <a:pt x="7200" y="365"/>
                    <a:pt x="7263" y="428"/>
                    <a:pt x="7325" y="506"/>
                  </a:cubicBezTo>
                  <a:lnTo>
                    <a:pt x="7309" y="506"/>
                  </a:lnTo>
                  <a:cubicBezTo>
                    <a:pt x="7263" y="428"/>
                    <a:pt x="7200" y="365"/>
                    <a:pt x="7138" y="303"/>
                  </a:cubicBezTo>
                  <a:close/>
                  <a:moveTo>
                    <a:pt x="6867" y="1"/>
                  </a:moveTo>
                  <a:cubicBezTo>
                    <a:pt x="6836" y="17"/>
                    <a:pt x="6820" y="17"/>
                    <a:pt x="6820" y="48"/>
                  </a:cubicBezTo>
                  <a:cubicBezTo>
                    <a:pt x="6804" y="48"/>
                    <a:pt x="6804" y="48"/>
                    <a:pt x="6789" y="64"/>
                  </a:cubicBezTo>
                  <a:cubicBezTo>
                    <a:pt x="6773" y="64"/>
                    <a:pt x="6757" y="80"/>
                    <a:pt x="6741" y="80"/>
                  </a:cubicBezTo>
                  <a:cubicBezTo>
                    <a:pt x="6741" y="96"/>
                    <a:pt x="6725" y="96"/>
                    <a:pt x="6725" y="111"/>
                  </a:cubicBezTo>
                  <a:cubicBezTo>
                    <a:pt x="6694" y="143"/>
                    <a:pt x="6710" y="190"/>
                    <a:pt x="6741" y="206"/>
                  </a:cubicBezTo>
                  <a:lnTo>
                    <a:pt x="6757" y="222"/>
                  </a:lnTo>
                  <a:cubicBezTo>
                    <a:pt x="6773" y="238"/>
                    <a:pt x="6789" y="254"/>
                    <a:pt x="6804" y="269"/>
                  </a:cubicBezTo>
                  <a:lnTo>
                    <a:pt x="6994" y="396"/>
                  </a:lnTo>
                  <a:cubicBezTo>
                    <a:pt x="7404" y="664"/>
                    <a:pt x="7467" y="1280"/>
                    <a:pt x="7152" y="1753"/>
                  </a:cubicBezTo>
                  <a:lnTo>
                    <a:pt x="2242" y="9046"/>
                  </a:lnTo>
                  <a:cubicBezTo>
                    <a:pt x="2027" y="9380"/>
                    <a:pt x="1680" y="9567"/>
                    <a:pt x="1355" y="9567"/>
                  </a:cubicBezTo>
                  <a:cubicBezTo>
                    <a:pt x="1204" y="9567"/>
                    <a:pt x="1058" y="9526"/>
                    <a:pt x="932" y="9441"/>
                  </a:cubicBezTo>
                  <a:lnTo>
                    <a:pt x="743" y="9299"/>
                  </a:lnTo>
                  <a:cubicBezTo>
                    <a:pt x="348" y="9030"/>
                    <a:pt x="285" y="8430"/>
                    <a:pt x="616" y="7957"/>
                  </a:cubicBezTo>
                  <a:lnTo>
                    <a:pt x="2669" y="4894"/>
                  </a:lnTo>
                  <a:cubicBezTo>
                    <a:pt x="2684" y="4863"/>
                    <a:pt x="2700" y="4831"/>
                    <a:pt x="2684" y="4800"/>
                  </a:cubicBezTo>
                  <a:cubicBezTo>
                    <a:pt x="2684" y="4752"/>
                    <a:pt x="2669" y="4737"/>
                    <a:pt x="2637" y="4721"/>
                  </a:cubicBezTo>
                  <a:cubicBezTo>
                    <a:pt x="2618" y="4702"/>
                    <a:pt x="2595" y="4693"/>
                    <a:pt x="2571" y="4693"/>
                  </a:cubicBezTo>
                  <a:cubicBezTo>
                    <a:pt x="2535" y="4693"/>
                    <a:pt x="2498" y="4714"/>
                    <a:pt x="2479" y="4752"/>
                  </a:cubicBezTo>
                  <a:lnTo>
                    <a:pt x="411" y="7815"/>
                  </a:lnTo>
                  <a:cubicBezTo>
                    <a:pt x="1" y="8415"/>
                    <a:pt x="96" y="9188"/>
                    <a:pt x="585" y="9520"/>
                  </a:cubicBezTo>
                  <a:lnTo>
                    <a:pt x="790" y="9662"/>
                  </a:lnTo>
                  <a:cubicBezTo>
                    <a:pt x="950" y="9767"/>
                    <a:pt x="1134" y="9816"/>
                    <a:pt x="1324" y="9816"/>
                  </a:cubicBezTo>
                  <a:cubicBezTo>
                    <a:pt x="1731" y="9816"/>
                    <a:pt x="2162" y="9587"/>
                    <a:pt x="2432" y="9188"/>
                  </a:cubicBezTo>
                  <a:lnTo>
                    <a:pt x="7357" y="1879"/>
                  </a:lnTo>
                  <a:cubicBezTo>
                    <a:pt x="7767" y="1280"/>
                    <a:pt x="7672" y="522"/>
                    <a:pt x="7167" y="175"/>
                  </a:cubicBezTo>
                  <a:lnTo>
                    <a:pt x="6978" y="48"/>
                  </a:lnTo>
                  <a:lnTo>
                    <a:pt x="6931" y="17"/>
                  </a:lnTo>
                  <a:cubicBezTo>
                    <a:pt x="6899" y="1"/>
                    <a:pt x="6883" y="1"/>
                    <a:pt x="68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60">
              <a:extLst>
                <a:ext uri="{FF2B5EF4-FFF2-40B4-BE49-F238E27FC236}">
                  <a16:creationId xmlns:a16="http://schemas.microsoft.com/office/drawing/2014/main" id="{DC86B0B1-6DA0-6AF4-C508-F868166F4967}"/>
                </a:ext>
              </a:extLst>
            </p:cNvPr>
            <p:cNvSpPr/>
            <p:nvPr/>
          </p:nvSpPr>
          <p:spPr>
            <a:xfrm>
              <a:off x="4986975" y="2428325"/>
              <a:ext cx="193800" cy="248175"/>
            </a:xfrm>
            <a:custGeom>
              <a:avLst/>
              <a:gdLst/>
              <a:ahLst/>
              <a:cxnLst/>
              <a:rect l="l" t="t" r="r" b="b"/>
              <a:pathLst>
                <a:path w="7752" h="9927" extrusionOk="0">
                  <a:moveTo>
                    <a:pt x="6662" y="0"/>
                  </a:moveTo>
                  <a:cubicBezTo>
                    <a:pt x="6630" y="64"/>
                    <a:pt x="6567" y="127"/>
                    <a:pt x="6504" y="158"/>
                  </a:cubicBezTo>
                  <a:lnTo>
                    <a:pt x="6946" y="458"/>
                  </a:lnTo>
                  <a:cubicBezTo>
                    <a:pt x="7357" y="806"/>
                    <a:pt x="7451" y="1405"/>
                    <a:pt x="7136" y="1863"/>
                  </a:cubicBezTo>
                  <a:lnTo>
                    <a:pt x="2226" y="9156"/>
                  </a:lnTo>
                  <a:cubicBezTo>
                    <a:pt x="2011" y="9490"/>
                    <a:pt x="1664" y="9677"/>
                    <a:pt x="1339" y="9677"/>
                  </a:cubicBezTo>
                  <a:cubicBezTo>
                    <a:pt x="1188" y="9677"/>
                    <a:pt x="1042" y="9636"/>
                    <a:pt x="916" y="9551"/>
                  </a:cubicBezTo>
                  <a:lnTo>
                    <a:pt x="727" y="9409"/>
                  </a:lnTo>
                  <a:cubicBezTo>
                    <a:pt x="332" y="9140"/>
                    <a:pt x="269" y="8540"/>
                    <a:pt x="600" y="8067"/>
                  </a:cubicBezTo>
                  <a:lnTo>
                    <a:pt x="2653" y="5004"/>
                  </a:lnTo>
                  <a:cubicBezTo>
                    <a:pt x="2668" y="4973"/>
                    <a:pt x="2684" y="4941"/>
                    <a:pt x="2668" y="4910"/>
                  </a:cubicBezTo>
                  <a:cubicBezTo>
                    <a:pt x="2668" y="4862"/>
                    <a:pt x="2653" y="4847"/>
                    <a:pt x="2621" y="4831"/>
                  </a:cubicBezTo>
                  <a:cubicBezTo>
                    <a:pt x="2601" y="4818"/>
                    <a:pt x="2579" y="4810"/>
                    <a:pt x="2556" y="4810"/>
                  </a:cubicBezTo>
                  <a:cubicBezTo>
                    <a:pt x="2524" y="4810"/>
                    <a:pt x="2491" y="4825"/>
                    <a:pt x="2463" y="4862"/>
                  </a:cubicBezTo>
                  <a:lnTo>
                    <a:pt x="411" y="7925"/>
                  </a:lnTo>
                  <a:cubicBezTo>
                    <a:pt x="1" y="8525"/>
                    <a:pt x="80" y="9282"/>
                    <a:pt x="585" y="9630"/>
                  </a:cubicBezTo>
                  <a:lnTo>
                    <a:pt x="790" y="9772"/>
                  </a:lnTo>
                  <a:cubicBezTo>
                    <a:pt x="950" y="9877"/>
                    <a:pt x="1134" y="9926"/>
                    <a:pt x="1323" y="9926"/>
                  </a:cubicBezTo>
                  <a:cubicBezTo>
                    <a:pt x="1731" y="9926"/>
                    <a:pt x="2162" y="9697"/>
                    <a:pt x="2432" y="9298"/>
                  </a:cubicBezTo>
                  <a:lnTo>
                    <a:pt x="7341" y="1989"/>
                  </a:lnTo>
                  <a:cubicBezTo>
                    <a:pt x="7751" y="1390"/>
                    <a:pt x="7656" y="663"/>
                    <a:pt x="7167" y="332"/>
                  </a:cubicBezTo>
                  <a:lnTo>
                    <a:pt x="66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60">
              <a:extLst>
                <a:ext uri="{FF2B5EF4-FFF2-40B4-BE49-F238E27FC236}">
                  <a16:creationId xmlns:a16="http://schemas.microsoft.com/office/drawing/2014/main" id="{A293202C-8E00-58CA-3EE9-86A44DEE051E}"/>
                </a:ext>
              </a:extLst>
            </p:cNvPr>
            <p:cNvSpPr/>
            <p:nvPr/>
          </p:nvSpPr>
          <p:spPr>
            <a:xfrm>
              <a:off x="4984600" y="2426325"/>
              <a:ext cx="197750" cy="251975"/>
            </a:xfrm>
            <a:custGeom>
              <a:avLst/>
              <a:gdLst/>
              <a:ahLst/>
              <a:cxnLst/>
              <a:rect l="l" t="t" r="r" b="b"/>
              <a:pathLst>
                <a:path w="7910" h="10079" extrusionOk="0">
                  <a:moveTo>
                    <a:pt x="6773" y="191"/>
                  </a:moveTo>
                  <a:lnTo>
                    <a:pt x="7199" y="475"/>
                  </a:lnTo>
                  <a:cubicBezTo>
                    <a:pt x="7673" y="791"/>
                    <a:pt x="7751" y="1470"/>
                    <a:pt x="7373" y="2038"/>
                  </a:cubicBezTo>
                  <a:lnTo>
                    <a:pt x="2463" y="9331"/>
                  </a:lnTo>
                  <a:cubicBezTo>
                    <a:pt x="2194" y="9718"/>
                    <a:pt x="1786" y="9937"/>
                    <a:pt x="1408" y="9937"/>
                  </a:cubicBezTo>
                  <a:cubicBezTo>
                    <a:pt x="1232" y="9937"/>
                    <a:pt x="1062" y="9889"/>
                    <a:pt x="916" y="9788"/>
                  </a:cubicBezTo>
                  <a:lnTo>
                    <a:pt x="711" y="9646"/>
                  </a:lnTo>
                  <a:cubicBezTo>
                    <a:pt x="238" y="9331"/>
                    <a:pt x="175" y="8620"/>
                    <a:pt x="553" y="8052"/>
                  </a:cubicBezTo>
                  <a:lnTo>
                    <a:pt x="2621" y="4990"/>
                  </a:lnTo>
                  <a:cubicBezTo>
                    <a:pt x="2628" y="4970"/>
                    <a:pt x="2643" y="4961"/>
                    <a:pt x="2658" y="4961"/>
                  </a:cubicBezTo>
                  <a:cubicBezTo>
                    <a:pt x="2679" y="4961"/>
                    <a:pt x="2700" y="4978"/>
                    <a:pt x="2700" y="5005"/>
                  </a:cubicBezTo>
                  <a:cubicBezTo>
                    <a:pt x="2716" y="5021"/>
                    <a:pt x="2700" y="5037"/>
                    <a:pt x="2684" y="5053"/>
                  </a:cubicBezTo>
                  <a:lnTo>
                    <a:pt x="632" y="8099"/>
                  </a:lnTo>
                  <a:cubicBezTo>
                    <a:pt x="285" y="8620"/>
                    <a:pt x="364" y="9268"/>
                    <a:pt x="790" y="9567"/>
                  </a:cubicBezTo>
                  <a:lnTo>
                    <a:pt x="980" y="9694"/>
                  </a:lnTo>
                  <a:cubicBezTo>
                    <a:pt x="1117" y="9785"/>
                    <a:pt x="1276" y="9830"/>
                    <a:pt x="1440" y="9830"/>
                  </a:cubicBezTo>
                  <a:cubicBezTo>
                    <a:pt x="1784" y="9830"/>
                    <a:pt x="2149" y="9636"/>
                    <a:pt x="2384" y="9283"/>
                  </a:cubicBezTo>
                  <a:lnTo>
                    <a:pt x="7294" y="1991"/>
                  </a:lnTo>
                  <a:cubicBezTo>
                    <a:pt x="7625" y="1485"/>
                    <a:pt x="7530" y="791"/>
                    <a:pt x="7073" y="491"/>
                  </a:cubicBezTo>
                  <a:lnTo>
                    <a:pt x="6725" y="254"/>
                  </a:lnTo>
                  <a:cubicBezTo>
                    <a:pt x="6741" y="238"/>
                    <a:pt x="6757" y="207"/>
                    <a:pt x="6773" y="191"/>
                  </a:cubicBezTo>
                  <a:close/>
                  <a:moveTo>
                    <a:pt x="6735" y="1"/>
                  </a:moveTo>
                  <a:cubicBezTo>
                    <a:pt x="6712" y="1"/>
                    <a:pt x="6688" y="18"/>
                    <a:pt x="6678" y="49"/>
                  </a:cubicBezTo>
                  <a:cubicBezTo>
                    <a:pt x="6647" y="112"/>
                    <a:pt x="6631" y="128"/>
                    <a:pt x="6568" y="175"/>
                  </a:cubicBezTo>
                  <a:cubicBezTo>
                    <a:pt x="6552" y="175"/>
                    <a:pt x="6536" y="207"/>
                    <a:pt x="6520" y="238"/>
                  </a:cubicBezTo>
                  <a:cubicBezTo>
                    <a:pt x="6520" y="254"/>
                    <a:pt x="6536" y="270"/>
                    <a:pt x="6552" y="286"/>
                  </a:cubicBezTo>
                  <a:lnTo>
                    <a:pt x="6994" y="601"/>
                  </a:lnTo>
                  <a:cubicBezTo>
                    <a:pt x="7373" y="854"/>
                    <a:pt x="7452" y="1470"/>
                    <a:pt x="7167" y="1896"/>
                  </a:cubicBezTo>
                  <a:lnTo>
                    <a:pt x="2258" y="9189"/>
                  </a:lnTo>
                  <a:cubicBezTo>
                    <a:pt x="2052" y="9504"/>
                    <a:pt x="1733" y="9677"/>
                    <a:pt x="1436" y="9677"/>
                  </a:cubicBezTo>
                  <a:cubicBezTo>
                    <a:pt x="1302" y="9677"/>
                    <a:pt x="1172" y="9641"/>
                    <a:pt x="1059" y="9567"/>
                  </a:cubicBezTo>
                  <a:lnTo>
                    <a:pt x="853" y="9425"/>
                  </a:lnTo>
                  <a:cubicBezTo>
                    <a:pt x="490" y="9189"/>
                    <a:pt x="443" y="8620"/>
                    <a:pt x="743" y="8178"/>
                  </a:cubicBezTo>
                  <a:lnTo>
                    <a:pt x="2795" y="5132"/>
                  </a:lnTo>
                  <a:cubicBezTo>
                    <a:pt x="2842" y="5084"/>
                    <a:pt x="2842" y="5037"/>
                    <a:pt x="2842" y="4974"/>
                  </a:cubicBezTo>
                  <a:cubicBezTo>
                    <a:pt x="2826" y="4927"/>
                    <a:pt x="2795" y="4879"/>
                    <a:pt x="2763" y="4848"/>
                  </a:cubicBezTo>
                  <a:cubicBezTo>
                    <a:pt x="2729" y="4831"/>
                    <a:pt x="2693" y="4822"/>
                    <a:pt x="2658" y="4822"/>
                  </a:cubicBezTo>
                  <a:cubicBezTo>
                    <a:pt x="2595" y="4822"/>
                    <a:pt x="2535" y="4850"/>
                    <a:pt x="2495" y="4911"/>
                  </a:cubicBezTo>
                  <a:lnTo>
                    <a:pt x="427" y="7973"/>
                  </a:lnTo>
                  <a:cubicBezTo>
                    <a:pt x="1" y="8605"/>
                    <a:pt x="96" y="9410"/>
                    <a:pt x="632" y="9773"/>
                  </a:cubicBezTo>
                  <a:lnTo>
                    <a:pt x="838" y="9915"/>
                  </a:lnTo>
                  <a:cubicBezTo>
                    <a:pt x="1009" y="10026"/>
                    <a:pt x="1207" y="10079"/>
                    <a:pt x="1410" y="10079"/>
                  </a:cubicBezTo>
                  <a:cubicBezTo>
                    <a:pt x="1842" y="10079"/>
                    <a:pt x="2300" y="9839"/>
                    <a:pt x="2590" y="9410"/>
                  </a:cubicBezTo>
                  <a:lnTo>
                    <a:pt x="7483" y="2101"/>
                  </a:lnTo>
                  <a:cubicBezTo>
                    <a:pt x="7909" y="1485"/>
                    <a:pt x="7815" y="696"/>
                    <a:pt x="7278" y="349"/>
                  </a:cubicBezTo>
                  <a:lnTo>
                    <a:pt x="6773" y="17"/>
                  </a:lnTo>
                  <a:cubicBezTo>
                    <a:pt x="6762" y="6"/>
                    <a:pt x="6748" y="1"/>
                    <a:pt x="6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60">
              <a:extLst>
                <a:ext uri="{FF2B5EF4-FFF2-40B4-BE49-F238E27FC236}">
                  <a16:creationId xmlns:a16="http://schemas.microsoft.com/office/drawing/2014/main" id="{B4BB271A-219D-18F8-5247-86EE7FC5C69E}"/>
                </a:ext>
              </a:extLst>
            </p:cNvPr>
            <p:cNvSpPr/>
            <p:nvPr/>
          </p:nvSpPr>
          <p:spPr>
            <a:xfrm>
              <a:off x="4940800" y="2421300"/>
              <a:ext cx="224575" cy="310075"/>
            </a:xfrm>
            <a:custGeom>
              <a:avLst/>
              <a:gdLst/>
              <a:ahLst/>
              <a:cxnLst/>
              <a:rect l="l" t="t" r="r" b="b"/>
              <a:pathLst>
                <a:path w="8983" h="12403" extrusionOk="0">
                  <a:moveTo>
                    <a:pt x="7543" y="1"/>
                  </a:moveTo>
                  <a:cubicBezTo>
                    <a:pt x="7160" y="1"/>
                    <a:pt x="6836" y="166"/>
                    <a:pt x="6615" y="502"/>
                  </a:cubicBezTo>
                  <a:lnTo>
                    <a:pt x="459" y="9642"/>
                  </a:lnTo>
                  <a:cubicBezTo>
                    <a:pt x="1" y="10353"/>
                    <a:pt x="238" y="11347"/>
                    <a:pt x="1027" y="11868"/>
                  </a:cubicBezTo>
                  <a:lnTo>
                    <a:pt x="1358" y="12089"/>
                  </a:lnTo>
                  <a:cubicBezTo>
                    <a:pt x="1673" y="12301"/>
                    <a:pt x="2029" y="12403"/>
                    <a:pt x="2372" y="12403"/>
                  </a:cubicBezTo>
                  <a:cubicBezTo>
                    <a:pt x="2872" y="12403"/>
                    <a:pt x="3344" y="12185"/>
                    <a:pt x="3616" y="11773"/>
                  </a:cubicBezTo>
                  <a:lnTo>
                    <a:pt x="7278" y="6343"/>
                  </a:lnTo>
                  <a:cubicBezTo>
                    <a:pt x="7309" y="6296"/>
                    <a:pt x="7294" y="6217"/>
                    <a:pt x="7246" y="6185"/>
                  </a:cubicBezTo>
                  <a:cubicBezTo>
                    <a:pt x="7225" y="6171"/>
                    <a:pt x="7200" y="6163"/>
                    <a:pt x="7177" y="6163"/>
                  </a:cubicBezTo>
                  <a:cubicBezTo>
                    <a:pt x="7148" y="6163"/>
                    <a:pt x="7121" y="6175"/>
                    <a:pt x="7104" y="6201"/>
                  </a:cubicBezTo>
                  <a:lnTo>
                    <a:pt x="3426" y="11647"/>
                  </a:lnTo>
                  <a:cubicBezTo>
                    <a:pt x="3192" y="12002"/>
                    <a:pt x="2787" y="12191"/>
                    <a:pt x="2354" y="12191"/>
                  </a:cubicBezTo>
                  <a:cubicBezTo>
                    <a:pt x="2056" y="12191"/>
                    <a:pt x="1745" y="12102"/>
                    <a:pt x="1469" y="11915"/>
                  </a:cubicBezTo>
                  <a:lnTo>
                    <a:pt x="1153" y="11694"/>
                  </a:lnTo>
                  <a:cubicBezTo>
                    <a:pt x="474" y="11236"/>
                    <a:pt x="269" y="10368"/>
                    <a:pt x="664" y="9784"/>
                  </a:cubicBezTo>
                  <a:lnTo>
                    <a:pt x="6820" y="629"/>
                  </a:lnTo>
                  <a:cubicBezTo>
                    <a:pt x="6998" y="354"/>
                    <a:pt x="7262" y="216"/>
                    <a:pt x="7581" y="216"/>
                  </a:cubicBezTo>
                  <a:cubicBezTo>
                    <a:pt x="7886" y="216"/>
                    <a:pt x="8241" y="343"/>
                    <a:pt x="8620" y="597"/>
                  </a:cubicBezTo>
                  <a:lnTo>
                    <a:pt x="8856" y="771"/>
                  </a:lnTo>
                  <a:lnTo>
                    <a:pt x="8888" y="771"/>
                  </a:lnTo>
                  <a:cubicBezTo>
                    <a:pt x="8904" y="755"/>
                    <a:pt x="8904" y="755"/>
                    <a:pt x="8919" y="739"/>
                  </a:cubicBezTo>
                  <a:cubicBezTo>
                    <a:pt x="8919" y="708"/>
                    <a:pt x="8951" y="660"/>
                    <a:pt x="8983" y="629"/>
                  </a:cubicBezTo>
                  <a:cubicBezTo>
                    <a:pt x="8983" y="629"/>
                    <a:pt x="8983" y="613"/>
                    <a:pt x="8983" y="597"/>
                  </a:cubicBezTo>
                  <a:cubicBezTo>
                    <a:pt x="8983" y="597"/>
                    <a:pt x="8967" y="581"/>
                    <a:pt x="8967" y="581"/>
                  </a:cubicBezTo>
                  <a:lnTo>
                    <a:pt x="8730" y="424"/>
                  </a:lnTo>
                  <a:cubicBezTo>
                    <a:pt x="8305" y="143"/>
                    <a:pt x="7898" y="1"/>
                    <a:pt x="7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60">
              <a:extLst>
                <a:ext uri="{FF2B5EF4-FFF2-40B4-BE49-F238E27FC236}">
                  <a16:creationId xmlns:a16="http://schemas.microsoft.com/office/drawing/2014/main" id="{E5327240-FE24-5346-7864-0FA2310FD8AE}"/>
                </a:ext>
              </a:extLst>
            </p:cNvPr>
            <p:cNvSpPr/>
            <p:nvPr/>
          </p:nvSpPr>
          <p:spPr>
            <a:xfrm>
              <a:off x="4938450" y="2419450"/>
              <a:ext cx="228500" cy="313750"/>
            </a:xfrm>
            <a:custGeom>
              <a:avLst/>
              <a:gdLst/>
              <a:ahLst/>
              <a:cxnLst/>
              <a:rect l="l" t="t" r="r" b="b"/>
              <a:pathLst>
                <a:path w="9140" h="12550" extrusionOk="0">
                  <a:moveTo>
                    <a:pt x="7635" y="146"/>
                  </a:moveTo>
                  <a:cubicBezTo>
                    <a:pt x="7978" y="146"/>
                    <a:pt x="8370" y="284"/>
                    <a:pt x="8777" y="561"/>
                  </a:cubicBezTo>
                  <a:lnTo>
                    <a:pt x="8982" y="687"/>
                  </a:lnTo>
                  <a:cubicBezTo>
                    <a:pt x="8966" y="703"/>
                    <a:pt x="8966" y="734"/>
                    <a:pt x="8950" y="750"/>
                  </a:cubicBezTo>
                  <a:lnTo>
                    <a:pt x="8745" y="608"/>
                  </a:lnTo>
                  <a:cubicBezTo>
                    <a:pt x="8354" y="347"/>
                    <a:pt x="7985" y="217"/>
                    <a:pt x="7664" y="217"/>
                  </a:cubicBezTo>
                  <a:cubicBezTo>
                    <a:pt x="7324" y="217"/>
                    <a:pt x="7038" y="363"/>
                    <a:pt x="6835" y="655"/>
                  </a:cubicBezTo>
                  <a:lnTo>
                    <a:pt x="679" y="9811"/>
                  </a:lnTo>
                  <a:cubicBezTo>
                    <a:pt x="253" y="10442"/>
                    <a:pt x="489" y="11342"/>
                    <a:pt x="1200" y="11816"/>
                  </a:cubicBezTo>
                  <a:lnTo>
                    <a:pt x="1515" y="12037"/>
                  </a:lnTo>
                  <a:cubicBezTo>
                    <a:pt x="1804" y="12235"/>
                    <a:pt x="2129" y="12330"/>
                    <a:pt x="2441" y="12330"/>
                  </a:cubicBezTo>
                  <a:cubicBezTo>
                    <a:pt x="2899" y="12330"/>
                    <a:pt x="3330" y="12128"/>
                    <a:pt x="3583" y="11752"/>
                  </a:cubicBezTo>
                  <a:lnTo>
                    <a:pt x="7245" y="6307"/>
                  </a:lnTo>
                  <a:cubicBezTo>
                    <a:pt x="7245" y="6307"/>
                    <a:pt x="7261" y="6307"/>
                    <a:pt x="7277" y="6322"/>
                  </a:cubicBezTo>
                  <a:cubicBezTo>
                    <a:pt x="7293" y="6322"/>
                    <a:pt x="7324" y="6354"/>
                    <a:pt x="7293" y="6385"/>
                  </a:cubicBezTo>
                  <a:lnTo>
                    <a:pt x="3646" y="11800"/>
                  </a:lnTo>
                  <a:cubicBezTo>
                    <a:pt x="3377" y="12200"/>
                    <a:pt x="2931" y="12408"/>
                    <a:pt x="2456" y="12408"/>
                  </a:cubicBezTo>
                  <a:cubicBezTo>
                    <a:pt x="2125" y="12408"/>
                    <a:pt x="1779" y="12307"/>
                    <a:pt x="1468" y="12100"/>
                  </a:cubicBezTo>
                  <a:lnTo>
                    <a:pt x="1152" y="11879"/>
                  </a:lnTo>
                  <a:cubicBezTo>
                    <a:pt x="410" y="11374"/>
                    <a:pt x="158" y="10427"/>
                    <a:pt x="600" y="9764"/>
                  </a:cubicBezTo>
                  <a:lnTo>
                    <a:pt x="6756" y="608"/>
                  </a:lnTo>
                  <a:cubicBezTo>
                    <a:pt x="6967" y="300"/>
                    <a:pt x="7273" y="146"/>
                    <a:pt x="7635" y="146"/>
                  </a:cubicBezTo>
                  <a:close/>
                  <a:moveTo>
                    <a:pt x="7649" y="1"/>
                  </a:moveTo>
                  <a:cubicBezTo>
                    <a:pt x="7239" y="1"/>
                    <a:pt x="6887" y="179"/>
                    <a:pt x="6646" y="529"/>
                  </a:cubicBezTo>
                  <a:lnTo>
                    <a:pt x="489" y="9685"/>
                  </a:lnTo>
                  <a:cubicBezTo>
                    <a:pt x="0" y="10427"/>
                    <a:pt x="268" y="11453"/>
                    <a:pt x="1073" y="12005"/>
                  </a:cubicBezTo>
                  <a:lnTo>
                    <a:pt x="1405" y="12226"/>
                  </a:lnTo>
                  <a:cubicBezTo>
                    <a:pt x="1731" y="12443"/>
                    <a:pt x="2098" y="12549"/>
                    <a:pt x="2454" y="12549"/>
                  </a:cubicBezTo>
                  <a:cubicBezTo>
                    <a:pt x="2976" y="12549"/>
                    <a:pt x="3472" y="12320"/>
                    <a:pt x="3773" y="11879"/>
                  </a:cubicBezTo>
                  <a:lnTo>
                    <a:pt x="7419" y="6449"/>
                  </a:lnTo>
                  <a:cubicBezTo>
                    <a:pt x="7466" y="6370"/>
                    <a:pt x="7451" y="6259"/>
                    <a:pt x="7356" y="6196"/>
                  </a:cubicBezTo>
                  <a:cubicBezTo>
                    <a:pt x="7331" y="6177"/>
                    <a:pt x="7299" y="6169"/>
                    <a:pt x="7266" y="6169"/>
                  </a:cubicBezTo>
                  <a:cubicBezTo>
                    <a:pt x="7215" y="6169"/>
                    <a:pt x="7164" y="6189"/>
                    <a:pt x="7135" y="6228"/>
                  </a:cubicBezTo>
                  <a:lnTo>
                    <a:pt x="3457" y="11674"/>
                  </a:lnTo>
                  <a:cubicBezTo>
                    <a:pt x="3233" y="12009"/>
                    <a:pt x="2850" y="12185"/>
                    <a:pt x="2440" y="12185"/>
                  </a:cubicBezTo>
                  <a:cubicBezTo>
                    <a:pt x="2156" y="12185"/>
                    <a:pt x="1859" y="12101"/>
                    <a:pt x="1594" y="11926"/>
                  </a:cubicBezTo>
                  <a:lnTo>
                    <a:pt x="1279" y="11705"/>
                  </a:lnTo>
                  <a:cubicBezTo>
                    <a:pt x="631" y="11279"/>
                    <a:pt x="426" y="10458"/>
                    <a:pt x="805" y="9890"/>
                  </a:cubicBezTo>
                  <a:lnTo>
                    <a:pt x="6961" y="734"/>
                  </a:lnTo>
                  <a:cubicBezTo>
                    <a:pt x="7128" y="488"/>
                    <a:pt x="7372" y="361"/>
                    <a:pt x="7667" y="361"/>
                  </a:cubicBezTo>
                  <a:cubicBezTo>
                    <a:pt x="7957" y="361"/>
                    <a:pt x="8298" y="484"/>
                    <a:pt x="8666" y="734"/>
                  </a:cubicBezTo>
                  <a:lnTo>
                    <a:pt x="8903" y="892"/>
                  </a:lnTo>
                  <a:cubicBezTo>
                    <a:pt x="8934" y="908"/>
                    <a:pt x="8966" y="908"/>
                    <a:pt x="8998" y="908"/>
                  </a:cubicBezTo>
                  <a:cubicBezTo>
                    <a:pt x="9029" y="892"/>
                    <a:pt x="9061" y="876"/>
                    <a:pt x="9061" y="845"/>
                  </a:cubicBezTo>
                  <a:cubicBezTo>
                    <a:pt x="9077" y="813"/>
                    <a:pt x="9092" y="782"/>
                    <a:pt x="9124" y="750"/>
                  </a:cubicBezTo>
                  <a:cubicBezTo>
                    <a:pt x="9140" y="734"/>
                    <a:pt x="9140" y="703"/>
                    <a:pt x="9140" y="671"/>
                  </a:cubicBezTo>
                  <a:cubicBezTo>
                    <a:pt x="9140" y="640"/>
                    <a:pt x="9124" y="608"/>
                    <a:pt x="9092" y="592"/>
                  </a:cubicBezTo>
                  <a:lnTo>
                    <a:pt x="8856" y="434"/>
                  </a:lnTo>
                  <a:cubicBezTo>
                    <a:pt x="8431" y="144"/>
                    <a:pt x="8016" y="1"/>
                    <a:pt x="7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3" name="Google Shape;1753;p60">
            <a:extLst>
              <a:ext uri="{FF2B5EF4-FFF2-40B4-BE49-F238E27FC236}">
                <a16:creationId xmlns:a16="http://schemas.microsoft.com/office/drawing/2014/main" id="{F2DFB0E7-4374-40B4-EFE4-6325450BCCF6}"/>
              </a:ext>
            </a:extLst>
          </p:cNvPr>
          <p:cNvSpPr/>
          <p:nvPr/>
        </p:nvSpPr>
        <p:spPr>
          <a:xfrm>
            <a:off x="8343600" y="4511617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4" name="Google Shape;1754;p60">
            <a:extLst>
              <a:ext uri="{FF2B5EF4-FFF2-40B4-BE49-F238E27FC236}">
                <a16:creationId xmlns:a16="http://schemas.microsoft.com/office/drawing/2014/main" id="{165E8F54-B1ED-BB4C-7184-A1EF5D661561}"/>
              </a:ext>
            </a:extLst>
          </p:cNvPr>
          <p:cNvGrpSpPr/>
          <p:nvPr/>
        </p:nvGrpSpPr>
        <p:grpSpPr>
          <a:xfrm>
            <a:off x="8673082" y="2916965"/>
            <a:ext cx="384632" cy="574469"/>
            <a:chOff x="5896600" y="1746775"/>
            <a:chExt cx="180375" cy="269400"/>
          </a:xfrm>
        </p:grpSpPr>
        <p:sp>
          <p:nvSpPr>
            <p:cNvPr id="1755" name="Google Shape;1755;p60">
              <a:extLst>
                <a:ext uri="{FF2B5EF4-FFF2-40B4-BE49-F238E27FC236}">
                  <a16:creationId xmlns:a16="http://schemas.microsoft.com/office/drawing/2014/main" id="{CBEBDA46-B254-6106-82C4-BAE5E6838A8F}"/>
                </a:ext>
              </a:extLst>
            </p:cNvPr>
            <p:cNvSpPr/>
            <p:nvPr/>
          </p:nvSpPr>
          <p:spPr>
            <a:xfrm>
              <a:off x="5900150" y="1796400"/>
              <a:ext cx="139325" cy="211275"/>
            </a:xfrm>
            <a:custGeom>
              <a:avLst/>
              <a:gdLst/>
              <a:ahLst/>
              <a:cxnLst/>
              <a:rect l="l" t="t" r="r" b="b"/>
              <a:pathLst>
                <a:path w="5573" h="8451" extrusionOk="0">
                  <a:moveTo>
                    <a:pt x="4511" y="1"/>
                  </a:moveTo>
                  <a:cubicBezTo>
                    <a:pt x="4172" y="1"/>
                    <a:pt x="3815" y="225"/>
                    <a:pt x="3616" y="589"/>
                  </a:cubicBezTo>
                  <a:lnTo>
                    <a:pt x="253" y="7030"/>
                  </a:lnTo>
                  <a:cubicBezTo>
                    <a:pt x="1" y="7535"/>
                    <a:pt x="111" y="8119"/>
                    <a:pt x="537" y="8324"/>
                  </a:cubicBezTo>
                  <a:lnTo>
                    <a:pt x="711" y="8419"/>
                  </a:lnTo>
                  <a:lnTo>
                    <a:pt x="758" y="8450"/>
                  </a:lnTo>
                  <a:cubicBezTo>
                    <a:pt x="774" y="8403"/>
                    <a:pt x="806" y="8403"/>
                    <a:pt x="837" y="8371"/>
                  </a:cubicBezTo>
                  <a:cubicBezTo>
                    <a:pt x="822" y="8371"/>
                    <a:pt x="790" y="8324"/>
                    <a:pt x="774" y="8324"/>
                  </a:cubicBezTo>
                  <a:lnTo>
                    <a:pt x="601" y="8245"/>
                  </a:lnTo>
                  <a:cubicBezTo>
                    <a:pt x="206" y="7993"/>
                    <a:pt x="80" y="7472"/>
                    <a:pt x="332" y="7061"/>
                  </a:cubicBezTo>
                  <a:lnTo>
                    <a:pt x="3679" y="637"/>
                  </a:lnTo>
                  <a:cubicBezTo>
                    <a:pt x="3856" y="294"/>
                    <a:pt x="4184" y="93"/>
                    <a:pt x="4496" y="93"/>
                  </a:cubicBezTo>
                  <a:cubicBezTo>
                    <a:pt x="4601" y="93"/>
                    <a:pt x="4704" y="115"/>
                    <a:pt x="4799" y="163"/>
                  </a:cubicBezTo>
                  <a:lnTo>
                    <a:pt x="4973" y="258"/>
                  </a:lnTo>
                  <a:cubicBezTo>
                    <a:pt x="5352" y="463"/>
                    <a:pt x="5462" y="984"/>
                    <a:pt x="5226" y="1442"/>
                  </a:cubicBezTo>
                  <a:lnTo>
                    <a:pt x="3821" y="4141"/>
                  </a:lnTo>
                  <a:cubicBezTo>
                    <a:pt x="3800" y="4183"/>
                    <a:pt x="3821" y="4211"/>
                    <a:pt x="3847" y="4211"/>
                  </a:cubicBezTo>
                  <a:cubicBezTo>
                    <a:pt x="3859" y="4211"/>
                    <a:pt x="3873" y="4204"/>
                    <a:pt x="3884" y="4188"/>
                  </a:cubicBezTo>
                  <a:lnTo>
                    <a:pt x="5305" y="1473"/>
                  </a:lnTo>
                  <a:cubicBezTo>
                    <a:pt x="5573" y="968"/>
                    <a:pt x="5447" y="384"/>
                    <a:pt x="5036" y="179"/>
                  </a:cubicBezTo>
                  <a:lnTo>
                    <a:pt x="4847" y="84"/>
                  </a:lnTo>
                  <a:cubicBezTo>
                    <a:pt x="4742" y="28"/>
                    <a:pt x="4627" y="1"/>
                    <a:pt x="4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60">
              <a:extLst>
                <a:ext uri="{FF2B5EF4-FFF2-40B4-BE49-F238E27FC236}">
                  <a16:creationId xmlns:a16="http://schemas.microsoft.com/office/drawing/2014/main" id="{CC4A6876-267D-866B-8178-DFAD9CF5D8F4}"/>
                </a:ext>
              </a:extLst>
            </p:cNvPr>
            <p:cNvSpPr/>
            <p:nvPr/>
          </p:nvSpPr>
          <p:spPr>
            <a:xfrm>
              <a:off x="5898175" y="1795025"/>
              <a:ext cx="142500" cy="213825"/>
            </a:xfrm>
            <a:custGeom>
              <a:avLst/>
              <a:gdLst/>
              <a:ahLst/>
              <a:cxnLst/>
              <a:rect l="l" t="t" r="r" b="b"/>
              <a:pathLst>
                <a:path w="5700" h="8553" extrusionOk="0">
                  <a:moveTo>
                    <a:pt x="4579" y="0"/>
                  </a:moveTo>
                  <a:cubicBezTo>
                    <a:pt x="4215" y="0"/>
                    <a:pt x="3845" y="233"/>
                    <a:pt x="3647" y="628"/>
                  </a:cubicBezTo>
                  <a:lnTo>
                    <a:pt x="285" y="7069"/>
                  </a:lnTo>
                  <a:cubicBezTo>
                    <a:pt x="1" y="7590"/>
                    <a:pt x="143" y="8205"/>
                    <a:pt x="585" y="8442"/>
                  </a:cubicBezTo>
                  <a:lnTo>
                    <a:pt x="759" y="8537"/>
                  </a:lnTo>
                  <a:lnTo>
                    <a:pt x="806" y="8553"/>
                  </a:lnTo>
                  <a:lnTo>
                    <a:pt x="853" y="8553"/>
                  </a:lnTo>
                  <a:cubicBezTo>
                    <a:pt x="869" y="8553"/>
                    <a:pt x="885" y="8537"/>
                    <a:pt x="885" y="8521"/>
                  </a:cubicBezTo>
                  <a:lnTo>
                    <a:pt x="901" y="8505"/>
                  </a:lnTo>
                  <a:cubicBezTo>
                    <a:pt x="916" y="8505"/>
                    <a:pt x="932" y="8490"/>
                    <a:pt x="948" y="8474"/>
                  </a:cubicBezTo>
                  <a:cubicBezTo>
                    <a:pt x="948" y="8474"/>
                    <a:pt x="948" y="8474"/>
                    <a:pt x="964" y="8458"/>
                  </a:cubicBezTo>
                  <a:cubicBezTo>
                    <a:pt x="980" y="8426"/>
                    <a:pt x="964" y="8395"/>
                    <a:pt x="932" y="8379"/>
                  </a:cubicBezTo>
                  <a:lnTo>
                    <a:pt x="916" y="8363"/>
                  </a:lnTo>
                  <a:cubicBezTo>
                    <a:pt x="901" y="8347"/>
                    <a:pt x="901" y="8347"/>
                    <a:pt x="885" y="8332"/>
                  </a:cubicBezTo>
                  <a:lnTo>
                    <a:pt x="711" y="8253"/>
                  </a:lnTo>
                  <a:cubicBezTo>
                    <a:pt x="348" y="8063"/>
                    <a:pt x="238" y="7574"/>
                    <a:pt x="459" y="7164"/>
                  </a:cubicBezTo>
                  <a:lnTo>
                    <a:pt x="3805" y="723"/>
                  </a:lnTo>
                  <a:cubicBezTo>
                    <a:pt x="3982" y="405"/>
                    <a:pt x="4281" y="210"/>
                    <a:pt x="4566" y="210"/>
                  </a:cubicBezTo>
                  <a:cubicBezTo>
                    <a:pt x="4663" y="210"/>
                    <a:pt x="4759" y="233"/>
                    <a:pt x="4847" y="281"/>
                  </a:cubicBezTo>
                  <a:lnTo>
                    <a:pt x="5021" y="376"/>
                  </a:lnTo>
                  <a:cubicBezTo>
                    <a:pt x="5368" y="550"/>
                    <a:pt x="5478" y="1055"/>
                    <a:pt x="5257" y="1481"/>
                  </a:cubicBezTo>
                  <a:lnTo>
                    <a:pt x="3852" y="4164"/>
                  </a:lnTo>
                  <a:cubicBezTo>
                    <a:pt x="3837" y="4196"/>
                    <a:pt x="3821" y="4228"/>
                    <a:pt x="3837" y="4259"/>
                  </a:cubicBezTo>
                  <a:cubicBezTo>
                    <a:pt x="3837" y="4275"/>
                    <a:pt x="3852" y="4306"/>
                    <a:pt x="3884" y="4306"/>
                  </a:cubicBezTo>
                  <a:cubicBezTo>
                    <a:pt x="3901" y="4318"/>
                    <a:pt x="3920" y="4323"/>
                    <a:pt x="3937" y="4323"/>
                  </a:cubicBezTo>
                  <a:cubicBezTo>
                    <a:pt x="3970" y="4323"/>
                    <a:pt x="4000" y="4305"/>
                    <a:pt x="4010" y="4275"/>
                  </a:cubicBezTo>
                  <a:lnTo>
                    <a:pt x="5431" y="1560"/>
                  </a:lnTo>
                  <a:cubicBezTo>
                    <a:pt x="5699" y="1039"/>
                    <a:pt x="5573" y="423"/>
                    <a:pt x="5131" y="186"/>
                  </a:cubicBezTo>
                  <a:lnTo>
                    <a:pt x="4957" y="92"/>
                  </a:lnTo>
                  <a:cubicBezTo>
                    <a:pt x="4837" y="30"/>
                    <a:pt x="4708" y="0"/>
                    <a:pt x="4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0">
              <a:extLst>
                <a:ext uri="{FF2B5EF4-FFF2-40B4-BE49-F238E27FC236}">
                  <a16:creationId xmlns:a16="http://schemas.microsoft.com/office/drawing/2014/main" id="{56D8C5BB-0BD6-2C13-8461-2A06035BA76F}"/>
                </a:ext>
              </a:extLst>
            </p:cNvPr>
            <p:cNvSpPr/>
            <p:nvPr/>
          </p:nvSpPr>
          <p:spPr>
            <a:xfrm>
              <a:off x="5897800" y="1795075"/>
              <a:ext cx="142875" cy="215750"/>
            </a:xfrm>
            <a:custGeom>
              <a:avLst/>
              <a:gdLst/>
              <a:ahLst/>
              <a:cxnLst/>
              <a:rect l="l" t="t" r="r" b="b"/>
              <a:pathLst>
                <a:path w="5715" h="8630" extrusionOk="0">
                  <a:moveTo>
                    <a:pt x="4595" y="0"/>
                  </a:moveTo>
                  <a:cubicBezTo>
                    <a:pt x="4234" y="0"/>
                    <a:pt x="3858" y="239"/>
                    <a:pt x="3646" y="626"/>
                  </a:cubicBezTo>
                  <a:lnTo>
                    <a:pt x="284" y="7067"/>
                  </a:lnTo>
                  <a:cubicBezTo>
                    <a:pt x="0" y="7588"/>
                    <a:pt x="142" y="8172"/>
                    <a:pt x="584" y="8409"/>
                  </a:cubicBezTo>
                  <a:lnTo>
                    <a:pt x="1042" y="8630"/>
                  </a:lnTo>
                  <a:cubicBezTo>
                    <a:pt x="1058" y="8566"/>
                    <a:pt x="1089" y="8519"/>
                    <a:pt x="1152" y="8488"/>
                  </a:cubicBezTo>
                  <a:lnTo>
                    <a:pt x="774" y="8282"/>
                  </a:lnTo>
                  <a:cubicBezTo>
                    <a:pt x="395" y="8046"/>
                    <a:pt x="253" y="7540"/>
                    <a:pt x="474" y="7162"/>
                  </a:cubicBezTo>
                  <a:lnTo>
                    <a:pt x="3820" y="721"/>
                  </a:lnTo>
                  <a:cubicBezTo>
                    <a:pt x="3997" y="403"/>
                    <a:pt x="4296" y="208"/>
                    <a:pt x="4581" y="208"/>
                  </a:cubicBezTo>
                  <a:cubicBezTo>
                    <a:pt x="4678" y="208"/>
                    <a:pt x="4774" y="231"/>
                    <a:pt x="4862" y="279"/>
                  </a:cubicBezTo>
                  <a:lnTo>
                    <a:pt x="5036" y="374"/>
                  </a:lnTo>
                  <a:cubicBezTo>
                    <a:pt x="5383" y="548"/>
                    <a:pt x="5493" y="1053"/>
                    <a:pt x="5272" y="1479"/>
                  </a:cubicBezTo>
                  <a:lnTo>
                    <a:pt x="3867" y="4162"/>
                  </a:lnTo>
                  <a:cubicBezTo>
                    <a:pt x="3852" y="4194"/>
                    <a:pt x="3836" y="4226"/>
                    <a:pt x="3852" y="4257"/>
                  </a:cubicBezTo>
                  <a:cubicBezTo>
                    <a:pt x="3852" y="4273"/>
                    <a:pt x="3867" y="4304"/>
                    <a:pt x="3899" y="4304"/>
                  </a:cubicBezTo>
                  <a:cubicBezTo>
                    <a:pt x="3916" y="4316"/>
                    <a:pt x="3933" y="4321"/>
                    <a:pt x="3949" y="4321"/>
                  </a:cubicBezTo>
                  <a:cubicBezTo>
                    <a:pt x="3978" y="4321"/>
                    <a:pt x="4005" y="4303"/>
                    <a:pt x="4025" y="4273"/>
                  </a:cubicBezTo>
                  <a:lnTo>
                    <a:pt x="5430" y="1558"/>
                  </a:lnTo>
                  <a:cubicBezTo>
                    <a:pt x="5714" y="1037"/>
                    <a:pt x="5572" y="421"/>
                    <a:pt x="5130" y="184"/>
                  </a:cubicBezTo>
                  <a:lnTo>
                    <a:pt x="4957" y="90"/>
                  </a:lnTo>
                  <a:cubicBezTo>
                    <a:pt x="4843" y="29"/>
                    <a:pt x="4720" y="0"/>
                    <a:pt x="4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0">
              <a:extLst>
                <a:ext uri="{FF2B5EF4-FFF2-40B4-BE49-F238E27FC236}">
                  <a16:creationId xmlns:a16="http://schemas.microsoft.com/office/drawing/2014/main" id="{5A46BBD6-6088-D36B-7457-2DC4EDD5EF77}"/>
                </a:ext>
              </a:extLst>
            </p:cNvPr>
            <p:cNvSpPr/>
            <p:nvPr/>
          </p:nvSpPr>
          <p:spPr>
            <a:xfrm>
              <a:off x="5896600" y="1793500"/>
              <a:ext cx="146050" cy="218675"/>
            </a:xfrm>
            <a:custGeom>
              <a:avLst/>
              <a:gdLst/>
              <a:ahLst/>
              <a:cxnLst/>
              <a:rect l="l" t="t" r="r" b="b"/>
              <a:pathLst>
                <a:path w="5842" h="8747" extrusionOk="0">
                  <a:moveTo>
                    <a:pt x="4637" y="133"/>
                  </a:moveTo>
                  <a:cubicBezTo>
                    <a:pt x="4754" y="133"/>
                    <a:pt x="4868" y="159"/>
                    <a:pt x="4973" y="216"/>
                  </a:cubicBezTo>
                  <a:lnTo>
                    <a:pt x="5162" y="311"/>
                  </a:lnTo>
                  <a:cubicBezTo>
                    <a:pt x="5573" y="532"/>
                    <a:pt x="5699" y="1116"/>
                    <a:pt x="5431" y="1605"/>
                  </a:cubicBezTo>
                  <a:lnTo>
                    <a:pt x="4026" y="4320"/>
                  </a:lnTo>
                  <a:cubicBezTo>
                    <a:pt x="4018" y="4336"/>
                    <a:pt x="4002" y="4344"/>
                    <a:pt x="3986" y="4344"/>
                  </a:cubicBezTo>
                  <a:cubicBezTo>
                    <a:pt x="3971" y="4344"/>
                    <a:pt x="3955" y="4336"/>
                    <a:pt x="3947" y="4320"/>
                  </a:cubicBezTo>
                  <a:cubicBezTo>
                    <a:pt x="3947" y="4304"/>
                    <a:pt x="3947" y="4289"/>
                    <a:pt x="3947" y="4273"/>
                  </a:cubicBezTo>
                  <a:lnTo>
                    <a:pt x="5352" y="1573"/>
                  </a:lnTo>
                  <a:cubicBezTo>
                    <a:pt x="5589" y="1116"/>
                    <a:pt x="5478" y="595"/>
                    <a:pt x="5099" y="390"/>
                  </a:cubicBezTo>
                  <a:lnTo>
                    <a:pt x="4926" y="295"/>
                  </a:lnTo>
                  <a:cubicBezTo>
                    <a:pt x="4830" y="247"/>
                    <a:pt x="4728" y="225"/>
                    <a:pt x="4625" y="225"/>
                  </a:cubicBezTo>
                  <a:cubicBezTo>
                    <a:pt x="4317" y="225"/>
                    <a:pt x="3998" y="426"/>
                    <a:pt x="3821" y="768"/>
                  </a:cubicBezTo>
                  <a:lnTo>
                    <a:pt x="458" y="7193"/>
                  </a:lnTo>
                  <a:cubicBezTo>
                    <a:pt x="222" y="7619"/>
                    <a:pt x="364" y="8156"/>
                    <a:pt x="774" y="8408"/>
                  </a:cubicBezTo>
                  <a:lnTo>
                    <a:pt x="1090" y="8566"/>
                  </a:lnTo>
                  <a:cubicBezTo>
                    <a:pt x="1074" y="8582"/>
                    <a:pt x="1058" y="8598"/>
                    <a:pt x="1043" y="8629"/>
                  </a:cubicBezTo>
                  <a:lnTo>
                    <a:pt x="664" y="8440"/>
                  </a:lnTo>
                  <a:cubicBezTo>
                    <a:pt x="253" y="8219"/>
                    <a:pt x="127" y="7651"/>
                    <a:pt x="380" y="7161"/>
                  </a:cubicBezTo>
                  <a:lnTo>
                    <a:pt x="3758" y="721"/>
                  </a:lnTo>
                  <a:cubicBezTo>
                    <a:pt x="3945" y="357"/>
                    <a:pt x="4299" y="133"/>
                    <a:pt x="4637" y="133"/>
                  </a:cubicBezTo>
                  <a:close/>
                  <a:moveTo>
                    <a:pt x="4655" y="1"/>
                  </a:moveTo>
                  <a:cubicBezTo>
                    <a:pt x="4270" y="1"/>
                    <a:pt x="3871" y="246"/>
                    <a:pt x="3647" y="658"/>
                  </a:cubicBezTo>
                  <a:lnTo>
                    <a:pt x="285" y="7098"/>
                  </a:lnTo>
                  <a:cubicBezTo>
                    <a:pt x="1" y="7651"/>
                    <a:pt x="143" y="8282"/>
                    <a:pt x="616" y="8519"/>
                  </a:cubicBezTo>
                  <a:lnTo>
                    <a:pt x="1058" y="8740"/>
                  </a:lnTo>
                  <a:cubicBezTo>
                    <a:pt x="1067" y="8744"/>
                    <a:pt x="1075" y="8746"/>
                    <a:pt x="1083" y="8746"/>
                  </a:cubicBezTo>
                  <a:cubicBezTo>
                    <a:pt x="1106" y="8746"/>
                    <a:pt x="1126" y="8732"/>
                    <a:pt x="1137" y="8708"/>
                  </a:cubicBezTo>
                  <a:cubicBezTo>
                    <a:pt x="1153" y="8661"/>
                    <a:pt x="1169" y="8629"/>
                    <a:pt x="1216" y="8598"/>
                  </a:cubicBezTo>
                  <a:cubicBezTo>
                    <a:pt x="1232" y="8582"/>
                    <a:pt x="1248" y="8566"/>
                    <a:pt x="1248" y="8551"/>
                  </a:cubicBezTo>
                  <a:cubicBezTo>
                    <a:pt x="1248" y="8519"/>
                    <a:pt x="1232" y="8503"/>
                    <a:pt x="1216" y="8503"/>
                  </a:cubicBezTo>
                  <a:lnTo>
                    <a:pt x="837" y="8282"/>
                  </a:lnTo>
                  <a:cubicBezTo>
                    <a:pt x="474" y="8061"/>
                    <a:pt x="364" y="7603"/>
                    <a:pt x="569" y="7240"/>
                  </a:cubicBezTo>
                  <a:lnTo>
                    <a:pt x="3931" y="800"/>
                  </a:lnTo>
                  <a:cubicBezTo>
                    <a:pt x="4085" y="503"/>
                    <a:pt x="4365" y="332"/>
                    <a:pt x="4634" y="332"/>
                  </a:cubicBezTo>
                  <a:cubicBezTo>
                    <a:pt x="4724" y="332"/>
                    <a:pt x="4812" y="350"/>
                    <a:pt x="4894" y="390"/>
                  </a:cubicBezTo>
                  <a:lnTo>
                    <a:pt x="5068" y="484"/>
                  </a:lnTo>
                  <a:cubicBezTo>
                    <a:pt x="5383" y="658"/>
                    <a:pt x="5462" y="1116"/>
                    <a:pt x="5257" y="1510"/>
                  </a:cubicBezTo>
                  <a:lnTo>
                    <a:pt x="3852" y="4194"/>
                  </a:lnTo>
                  <a:cubicBezTo>
                    <a:pt x="3837" y="4241"/>
                    <a:pt x="3821" y="4289"/>
                    <a:pt x="3837" y="4336"/>
                  </a:cubicBezTo>
                  <a:cubicBezTo>
                    <a:pt x="3862" y="4403"/>
                    <a:pt x="3927" y="4439"/>
                    <a:pt x="3992" y="4439"/>
                  </a:cubicBezTo>
                  <a:cubicBezTo>
                    <a:pt x="4049" y="4439"/>
                    <a:pt x="4107" y="4411"/>
                    <a:pt x="4136" y="4352"/>
                  </a:cubicBezTo>
                  <a:lnTo>
                    <a:pt x="5541" y="1652"/>
                  </a:lnTo>
                  <a:cubicBezTo>
                    <a:pt x="5841" y="1100"/>
                    <a:pt x="5683" y="437"/>
                    <a:pt x="5210" y="184"/>
                  </a:cubicBezTo>
                  <a:lnTo>
                    <a:pt x="5036" y="90"/>
                  </a:lnTo>
                  <a:cubicBezTo>
                    <a:pt x="4916" y="29"/>
                    <a:pt x="4786" y="1"/>
                    <a:pt x="4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0">
              <a:extLst>
                <a:ext uri="{FF2B5EF4-FFF2-40B4-BE49-F238E27FC236}">
                  <a16:creationId xmlns:a16="http://schemas.microsoft.com/office/drawing/2014/main" id="{112D9594-2CDC-A3A6-A95E-0AE39697013E}"/>
                </a:ext>
              </a:extLst>
            </p:cNvPr>
            <p:cNvSpPr/>
            <p:nvPr/>
          </p:nvSpPr>
          <p:spPr>
            <a:xfrm>
              <a:off x="5913175" y="1747925"/>
              <a:ext cx="162225" cy="266725"/>
            </a:xfrm>
            <a:custGeom>
              <a:avLst/>
              <a:gdLst/>
              <a:ahLst/>
              <a:cxnLst/>
              <a:rect l="l" t="t" r="r" b="b"/>
              <a:pathLst>
                <a:path w="6489" h="10669" extrusionOk="0">
                  <a:moveTo>
                    <a:pt x="4503" y="1"/>
                  </a:moveTo>
                  <a:cubicBezTo>
                    <a:pt x="4031" y="1"/>
                    <a:pt x="3591" y="236"/>
                    <a:pt x="3379" y="650"/>
                  </a:cubicBezTo>
                  <a:lnTo>
                    <a:pt x="869" y="5433"/>
                  </a:lnTo>
                  <a:cubicBezTo>
                    <a:pt x="853" y="5480"/>
                    <a:pt x="869" y="5527"/>
                    <a:pt x="916" y="5559"/>
                  </a:cubicBezTo>
                  <a:cubicBezTo>
                    <a:pt x="929" y="5563"/>
                    <a:pt x="942" y="5565"/>
                    <a:pt x="954" y="5565"/>
                  </a:cubicBezTo>
                  <a:cubicBezTo>
                    <a:pt x="987" y="5565"/>
                    <a:pt x="1015" y="5551"/>
                    <a:pt x="1027" y="5527"/>
                  </a:cubicBezTo>
                  <a:lnTo>
                    <a:pt x="3537" y="729"/>
                  </a:lnTo>
                  <a:cubicBezTo>
                    <a:pt x="3727" y="380"/>
                    <a:pt x="4107" y="180"/>
                    <a:pt x="4513" y="180"/>
                  </a:cubicBezTo>
                  <a:cubicBezTo>
                    <a:pt x="4714" y="180"/>
                    <a:pt x="4922" y="229"/>
                    <a:pt x="5115" y="334"/>
                  </a:cubicBezTo>
                  <a:lnTo>
                    <a:pt x="5415" y="492"/>
                  </a:lnTo>
                  <a:cubicBezTo>
                    <a:pt x="5999" y="792"/>
                    <a:pt x="6267" y="1486"/>
                    <a:pt x="5983" y="2007"/>
                  </a:cubicBezTo>
                  <a:lnTo>
                    <a:pt x="1769" y="10074"/>
                  </a:lnTo>
                  <a:cubicBezTo>
                    <a:pt x="1622" y="10348"/>
                    <a:pt x="1380" y="10490"/>
                    <a:pt x="1070" y="10490"/>
                  </a:cubicBezTo>
                  <a:cubicBezTo>
                    <a:pt x="846" y="10490"/>
                    <a:pt x="586" y="10416"/>
                    <a:pt x="301" y="10263"/>
                  </a:cubicBezTo>
                  <a:lnTo>
                    <a:pt x="80" y="10153"/>
                  </a:lnTo>
                  <a:lnTo>
                    <a:pt x="64" y="10153"/>
                  </a:lnTo>
                  <a:cubicBezTo>
                    <a:pt x="48" y="10153"/>
                    <a:pt x="48" y="10168"/>
                    <a:pt x="32" y="10168"/>
                  </a:cubicBezTo>
                  <a:cubicBezTo>
                    <a:pt x="32" y="10216"/>
                    <a:pt x="16" y="10247"/>
                    <a:pt x="1" y="10263"/>
                  </a:cubicBezTo>
                  <a:cubicBezTo>
                    <a:pt x="1" y="10279"/>
                    <a:pt x="1" y="10295"/>
                    <a:pt x="1" y="10295"/>
                  </a:cubicBezTo>
                  <a:cubicBezTo>
                    <a:pt x="1" y="10310"/>
                    <a:pt x="1" y="10310"/>
                    <a:pt x="16" y="10310"/>
                  </a:cubicBezTo>
                  <a:lnTo>
                    <a:pt x="222" y="10421"/>
                  </a:lnTo>
                  <a:cubicBezTo>
                    <a:pt x="536" y="10588"/>
                    <a:pt x="832" y="10668"/>
                    <a:pt x="1092" y="10668"/>
                  </a:cubicBezTo>
                  <a:cubicBezTo>
                    <a:pt x="1472" y="10668"/>
                    <a:pt x="1774" y="10496"/>
                    <a:pt x="1942" y="10168"/>
                  </a:cubicBezTo>
                  <a:lnTo>
                    <a:pt x="6157" y="2102"/>
                  </a:lnTo>
                  <a:cubicBezTo>
                    <a:pt x="6488" y="1486"/>
                    <a:pt x="6189" y="697"/>
                    <a:pt x="5494" y="334"/>
                  </a:cubicBezTo>
                  <a:lnTo>
                    <a:pt x="5194" y="176"/>
                  </a:lnTo>
                  <a:cubicBezTo>
                    <a:pt x="4971" y="57"/>
                    <a:pt x="4733" y="1"/>
                    <a:pt x="4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0">
              <a:extLst>
                <a:ext uri="{FF2B5EF4-FFF2-40B4-BE49-F238E27FC236}">
                  <a16:creationId xmlns:a16="http://schemas.microsoft.com/office/drawing/2014/main" id="{1FF59543-F6C4-96D7-180D-51F446E5BC1D}"/>
                </a:ext>
              </a:extLst>
            </p:cNvPr>
            <p:cNvSpPr/>
            <p:nvPr/>
          </p:nvSpPr>
          <p:spPr>
            <a:xfrm>
              <a:off x="5911600" y="1746775"/>
              <a:ext cx="165375" cy="269400"/>
            </a:xfrm>
            <a:custGeom>
              <a:avLst/>
              <a:gdLst/>
              <a:ahLst/>
              <a:cxnLst/>
              <a:rect l="l" t="t" r="r" b="b"/>
              <a:pathLst>
                <a:path w="6615" h="10776" extrusionOk="0">
                  <a:moveTo>
                    <a:pt x="4563" y="116"/>
                  </a:moveTo>
                  <a:cubicBezTo>
                    <a:pt x="4788" y="116"/>
                    <a:pt x="5021" y="170"/>
                    <a:pt x="5241" y="285"/>
                  </a:cubicBezTo>
                  <a:lnTo>
                    <a:pt x="5525" y="443"/>
                  </a:lnTo>
                  <a:cubicBezTo>
                    <a:pt x="6188" y="791"/>
                    <a:pt x="6473" y="1532"/>
                    <a:pt x="6157" y="2132"/>
                  </a:cubicBezTo>
                  <a:lnTo>
                    <a:pt x="1942" y="10183"/>
                  </a:lnTo>
                  <a:cubicBezTo>
                    <a:pt x="1784" y="10499"/>
                    <a:pt x="1500" y="10661"/>
                    <a:pt x="1142" y="10661"/>
                  </a:cubicBezTo>
                  <a:cubicBezTo>
                    <a:pt x="892" y="10661"/>
                    <a:pt x="606" y="10582"/>
                    <a:pt x="300" y="10420"/>
                  </a:cubicBezTo>
                  <a:lnTo>
                    <a:pt x="127" y="10325"/>
                  </a:lnTo>
                  <a:cubicBezTo>
                    <a:pt x="127" y="10309"/>
                    <a:pt x="143" y="10293"/>
                    <a:pt x="143" y="10277"/>
                  </a:cubicBezTo>
                  <a:lnTo>
                    <a:pt x="332" y="10372"/>
                  </a:lnTo>
                  <a:cubicBezTo>
                    <a:pt x="624" y="10528"/>
                    <a:pt x="895" y="10604"/>
                    <a:pt x="1130" y="10604"/>
                  </a:cubicBezTo>
                  <a:cubicBezTo>
                    <a:pt x="1467" y="10604"/>
                    <a:pt x="1730" y="10449"/>
                    <a:pt x="1879" y="10151"/>
                  </a:cubicBezTo>
                  <a:lnTo>
                    <a:pt x="6094" y="2101"/>
                  </a:lnTo>
                  <a:cubicBezTo>
                    <a:pt x="6394" y="1532"/>
                    <a:pt x="6125" y="822"/>
                    <a:pt x="5510" y="491"/>
                  </a:cubicBezTo>
                  <a:lnTo>
                    <a:pt x="5225" y="333"/>
                  </a:lnTo>
                  <a:cubicBezTo>
                    <a:pt x="5019" y="229"/>
                    <a:pt x="4800" y="180"/>
                    <a:pt x="4589" y="180"/>
                  </a:cubicBezTo>
                  <a:cubicBezTo>
                    <a:pt x="4155" y="180"/>
                    <a:pt x="3754" y="387"/>
                    <a:pt x="3552" y="759"/>
                  </a:cubicBezTo>
                  <a:lnTo>
                    <a:pt x="1058" y="5558"/>
                  </a:lnTo>
                  <a:lnTo>
                    <a:pt x="1011" y="5558"/>
                  </a:lnTo>
                  <a:cubicBezTo>
                    <a:pt x="995" y="5558"/>
                    <a:pt x="979" y="5526"/>
                    <a:pt x="979" y="5510"/>
                  </a:cubicBezTo>
                  <a:lnTo>
                    <a:pt x="3489" y="727"/>
                  </a:lnTo>
                  <a:cubicBezTo>
                    <a:pt x="3690" y="337"/>
                    <a:pt x="4109" y="116"/>
                    <a:pt x="4563" y="116"/>
                  </a:cubicBezTo>
                  <a:close/>
                  <a:moveTo>
                    <a:pt x="4570" y="0"/>
                  </a:moveTo>
                  <a:cubicBezTo>
                    <a:pt x="4077" y="0"/>
                    <a:pt x="3618" y="239"/>
                    <a:pt x="3394" y="664"/>
                  </a:cubicBezTo>
                  <a:lnTo>
                    <a:pt x="885" y="5463"/>
                  </a:lnTo>
                  <a:cubicBezTo>
                    <a:pt x="853" y="5542"/>
                    <a:pt x="885" y="5621"/>
                    <a:pt x="948" y="5668"/>
                  </a:cubicBezTo>
                  <a:cubicBezTo>
                    <a:pt x="974" y="5679"/>
                    <a:pt x="1000" y="5684"/>
                    <a:pt x="1025" y="5684"/>
                  </a:cubicBezTo>
                  <a:cubicBezTo>
                    <a:pt x="1076" y="5684"/>
                    <a:pt x="1121" y="5663"/>
                    <a:pt x="1153" y="5621"/>
                  </a:cubicBezTo>
                  <a:lnTo>
                    <a:pt x="3647" y="806"/>
                  </a:lnTo>
                  <a:cubicBezTo>
                    <a:pt x="3825" y="481"/>
                    <a:pt x="4185" y="295"/>
                    <a:pt x="4568" y="295"/>
                  </a:cubicBezTo>
                  <a:cubicBezTo>
                    <a:pt x="4762" y="295"/>
                    <a:pt x="4961" y="343"/>
                    <a:pt x="5147" y="443"/>
                  </a:cubicBezTo>
                  <a:lnTo>
                    <a:pt x="5446" y="585"/>
                  </a:lnTo>
                  <a:cubicBezTo>
                    <a:pt x="6015" y="885"/>
                    <a:pt x="6252" y="1532"/>
                    <a:pt x="5999" y="2038"/>
                  </a:cubicBezTo>
                  <a:lnTo>
                    <a:pt x="1768" y="10104"/>
                  </a:lnTo>
                  <a:cubicBezTo>
                    <a:pt x="1652" y="10354"/>
                    <a:pt x="1435" y="10478"/>
                    <a:pt x="1150" y="10478"/>
                  </a:cubicBezTo>
                  <a:cubicBezTo>
                    <a:pt x="933" y="10478"/>
                    <a:pt x="676" y="10405"/>
                    <a:pt x="395" y="10262"/>
                  </a:cubicBezTo>
                  <a:lnTo>
                    <a:pt x="174" y="10151"/>
                  </a:lnTo>
                  <a:cubicBezTo>
                    <a:pt x="161" y="10143"/>
                    <a:pt x="148" y="10139"/>
                    <a:pt x="134" y="10139"/>
                  </a:cubicBezTo>
                  <a:cubicBezTo>
                    <a:pt x="96" y="10139"/>
                    <a:pt x="59" y="10168"/>
                    <a:pt x="48" y="10214"/>
                  </a:cubicBezTo>
                  <a:cubicBezTo>
                    <a:pt x="48" y="10230"/>
                    <a:pt x="32" y="10262"/>
                    <a:pt x="16" y="10277"/>
                  </a:cubicBezTo>
                  <a:cubicBezTo>
                    <a:pt x="1" y="10309"/>
                    <a:pt x="1" y="10325"/>
                    <a:pt x="1" y="10356"/>
                  </a:cubicBezTo>
                  <a:cubicBezTo>
                    <a:pt x="16" y="10388"/>
                    <a:pt x="32" y="10404"/>
                    <a:pt x="48" y="10420"/>
                  </a:cubicBezTo>
                  <a:lnTo>
                    <a:pt x="253" y="10530"/>
                  </a:lnTo>
                  <a:cubicBezTo>
                    <a:pt x="576" y="10695"/>
                    <a:pt x="881" y="10776"/>
                    <a:pt x="1150" y="10776"/>
                  </a:cubicBezTo>
                  <a:cubicBezTo>
                    <a:pt x="1552" y="10776"/>
                    <a:pt x="1873" y="10596"/>
                    <a:pt x="2053" y="10246"/>
                  </a:cubicBezTo>
                  <a:lnTo>
                    <a:pt x="6267" y="2180"/>
                  </a:lnTo>
                  <a:cubicBezTo>
                    <a:pt x="6615" y="1532"/>
                    <a:pt x="6299" y="712"/>
                    <a:pt x="5589" y="333"/>
                  </a:cubicBezTo>
                  <a:lnTo>
                    <a:pt x="5289" y="175"/>
                  </a:lnTo>
                  <a:cubicBezTo>
                    <a:pt x="5057" y="56"/>
                    <a:pt x="4809" y="0"/>
                    <a:pt x="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1" name="Google Shape;1761;p60">
            <a:extLst>
              <a:ext uri="{FF2B5EF4-FFF2-40B4-BE49-F238E27FC236}">
                <a16:creationId xmlns:a16="http://schemas.microsoft.com/office/drawing/2014/main" id="{AAF55D26-BF89-8ACC-05D0-3449E9EE9866}"/>
              </a:ext>
            </a:extLst>
          </p:cNvPr>
          <p:cNvGrpSpPr/>
          <p:nvPr/>
        </p:nvGrpSpPr>
        <p:grpSpPr>
          <a:xfrm>
            <a:off x="5014898" y="4688853"/>
            <a:ext cx="490612" cy="415445"/>
            <a:chOff x="5278225" y="2418025"/>
            <a:chExt cx="230075" cy="194825"/>
          </a:xfrm>
        </p:grpSpPr>
        <p:sp>
          <p:nvSpPr>
            <p:cNvPr id="1762" name="Google Shape;1762;p60">
              <a:extLst>
                <a:ext uri="{FF2B5EF4-FFF2-40B4-BE49-F238E27FC236}">
                  <a16:creationId xmlns:a16="http://schemas.microsoft.com/office/drawing/2014/main" id="{659FB02C-721D-E42A-0232-A9FE0B5E18A9}"/>
                </a:ext>
              </a:extLst>
            </p:cNvPr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0">
              <a:extLst>
                <a:ext uri="{FF2B5EF4-FFF2-40B4-BE49-F238E27FC236}">
                  <a16:creationId xmlns:a16="http://schemas.microsoft.com/office/drawing/2014/main" id="{7B995859-5E3A-EC16-CF09-ED89B45437B7}"/>
                </a:ext>
              </a:extLst>
            </p:cNvPr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60">
              <a:extLst>
                <a:ext uri="{FF2B5EF4-FFF2-40B4-BE49-F238E27FC236}">
                  <a16:creationId xmlns:a16="http://schemas.microsoft.com/office/drawing/2014/main" id="{6B7EE1A3-C5E0-3D06-946B-AFDEE74EC41F}"/>
                </a:ext>
              </a:extLst>
            </p:cNvPr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60">
              <a:extLst>
                <a:ext uri="{FF2B5EF4-FFF2-40B4-BE49-F238E27FC236}">
                  <a16:creationId xmlns:a16="http://schemas.microsoft.com/office/drawing/2014/main" id="{6FA60EBA-2A76-024A-6F78-EB5D0E644315}"/>
                </a:ext>
              </a:extLst>
            </p:cNvPr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60">
              <a:extLst>
                <a:ext uri="{FF2B5EF4-FFF2-40B4-BE49-F238E27FC236}">
                  <a16:creationId xmlns:a16="http://schemas.microsoft.com/office/drawing/2014/main" id="{3581A0F5-03E9-A70B-8E53-DA25FC507388}"/>
                </a:ext>
              </a:extLst>
            </p:cNvPr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60">
              <a:extLst>
                <a:ext uri="{FF2B5EF4-FFF2-40B4-BE49-F238E27FC236}">
                  <a16:creationId xmlns:a16="http://schemas.microsoft.com/office/drawing/2014/main" id="{47D9F9FD-AECA-68CC-1E4F-A1B972A38230}"/>
                </a:ext>
              </a:extLst>
            </p:cNvPr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8" name="Google Shape;1768;p60">
            <a:extLst>
              <a:ext uri="{FF2B5EF4-FFF2-40B4-BE49-F238E27FC236}">
                <a16:creationId xmlns:a16="http://schemas.microsoft.com/office/drawing/2014/main" id="{CCABED84-CE04-18D1-5174-31F177A9CB56}"/>
              </a:ext>
            </a:extLst>
          </p:cNvPr>
          <p:cNvSpPr/>
          <p:nvPr/>
        </p:nvSpPr>
        <p:spPr>
          <a:xfrm>
            <a:off x="163342" y="155932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60">
            <a:extLst>
              <a:ext uri="{FF2B5EF4-FFF2-40B4-BE49-F238E27FC236}">
                <a16:creationId xmlns:a16="http://schemas.microsoft.com/office/drawing/2014/main" id="{B4BDF264-392B-0FC0-E955-A05361412D18}"/>
              </a:ext>
            </a:extLst>
          </p:cNvPr>
          <p:cNvSpPr/>
          <p:nvPr/>
        </p:nvSpPr>
        <p:spPr>
          <a:xfrm>
            <a:off x="8286392" y="330857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22E32-EC5B-DD6E-4475-9CE8EF02C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80" y="1232350"/>
            <a:ext cx="4285063" cy="267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82AF43-04B7-BB2F-61EA-B6533E71D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443" y="1607391"/>
            <a:ext cx="3908413" cy="176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7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3">
          <a:extLst>
            <a:ext uri="{FF2B5EF4-FFF2-40B4-BE49-F238E27FC236}">
              <a16:creationId xmlns:a16="http://schemas.microsoft.com/office/drawing/2014/main" id="{3B25570D-6DDC-E0C3-1169-2CE2A9A3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70">
            <a:extLst>
              <a:ext uri="{FF2B5EF4-FFF2-40B4-BE49-F238E27FC236}">
                <a16:creationId xmlns:a16="http://schemas.microsoft.com/office/drawing/2014/main" id="{A78BB2E8-5127-20D8-7CFA-915E5CC28EF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3674" y="1804418"/>
            <a:ext cx="5197200" cy="12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grpSp>
        <p:nvGrpSpPr>
          <p:cNvPr id="2383" name="Google Shape;2383;p70">
            <a:extLst>
              <a:ext uri="{FF2B5EF4-FFF2-40B4-BE49-F238E27FC236}">
                <a16:creationId xmlns:a16="http://schemas.microsoft.com/office/drawing/2014/main" id="{33D7D249-B273-53F1-962D-347FBBE633AD}"/>
              </a:ext>
            </a:extLst>
          </p:cNvPr>
          <p:cNvGrpSpPr/>
          <p:nvPr/>
        </p:nvGrpSpPr>
        <p:grpSpPr>
          <a:xfrm rot="665443">
            <a:off x="279471" y="4270619"/>
            <a:ext cx="520099" cy="669049"/>
            <a:chOff x="4938450" y="2419450"/>
            <a:chExt cx="243900" cy="313750"/>
          </a:xfrm>
        </p:grpSpPr>
        <p:sp>
          <p:nvSpPr>
            <p:cNvPr id="2384" name="Google Shape;2384;p70">
              <a:extLst>
                <a:ext uri="{FF2B5EF4-FFF2-40B4-BE49-F238E27FC236}">
                  <a16:creationId xmlns:a16="http://schemas.microsoft.com/office/drawing/2014/main" id="{7A43605D-A8F7-4CA1-599D-E7135A64AC8B}"/>
                </a:ext>
              </a:extLst>
            </p:cNvPr>
            <p:cNvSpPr/>
            <p:nvPr/>
          </p:nvSpPr>
          <p:spPr>
            <a:xfrm>
              <a:off x="4988550" y="2432675"/>
              <a:ext cx="189850" cy="242075"/>
            </a:xfrm>
            <a:custGeom>
              <a:avLst/>
              <a:gdLst/>
              <a:ahLst/>
              <a:cxnLst/>
              <a:rect l="l" t="t" r="r" b="b"/>
              <a:pathLst>
                <a:path w="7594" h="9683" extrusionOk="0">
                  <a:moveTo>
                    <a:pt x="6788" y="0"/>
                  </a:moveTo>
                  <a:cubicBezTo>
                    <a:pt x="6773" y="47"/>
                    <a:pt x="6725" y="47"/>
                    <a:pt x="6694" y="79"/>
                  </a:cubicBezTo>
                  <a:cubicBezTo>
                    <a:pt x="6710" y="95"/>
                    <a:pt x="6741" y="142"/>
                    <a:pt x="6757" y="142"/>
                  </a:cubicBezTo>
                  <a:lnTo>
                    <a:pt x="6962" y="284"/>
                  </a:lnTo>
                  <a:cubicBezTo>
                    <a:pt x="7388" y="568"/>
                    <a:pt x="7483" y="1216"/>
                    <a:pt x="7136" y="1721"/>
                  </a:cubicBezTo>
                  <a:lnTo>
                    <a:pt x="2226" y="9029"/>
                  </a:lnTo>
                  <a:cubicBezTo>
                    <a:pt x="1989" y="9374"/>
                    <a:pt x="1619" y="9572"/>
                    <a:pt x="1273" y="9572"/>
                  </a:cubicBezTo>
                  <a:cubicBezTo>
                    <a:pt x="1112" y="9572"/>
                    <a:pt x="957" y="9530"/>
                    <a:pt x="822" y="9440"/>
                  </a:cubicBezTo>
                  <a:lnTo>
                    <a:pt x="616" y="9298"/>
                  </a:lnTo>
                  <a:cubicBezTo>
                    <a:pt x="190" y="9014"/>
                    <a:pt x="127" y="8366"/>
                    <a:pt x="474" y="7845"/>
                  </a:cubicBezTo>
                  <a:lnTo>
                    <a:pt x="2526" y="4799"/>
                  </a:lnTo>
                  <a:cubicBezTo>
                    <a:pt x="2561" y="4742"/>
                    <a:pt x="2529" y="4701"/>
                    <a:pt x="2490" y="4701"/>
                  </a:cubicBezTo>
                  <a:cubicBezTo>
                    <a:pt x="2476" y="4701"/>
                    <a:pt x="2461" y="4707"/>
                    <a:pt x="2447" y="4720"/>
                  </a:cubicBezTo>
                  <a:lnTo>
                    <a:pt x="380" y="7782"/>
                  </a:lnTo>
                  <a:cubicBezTo>
                    <a:pt x="1" y="8351"/>
                    <a:pt x="80" y="9077"/>
                    <a:pt x="537" y="9392"/>
                  </a:cubicBezTo>
                  <a:lnTo>
                    <a:pt x="743" y="9534"/>
                  </a:lnTo>
                  <a:cubicBezTo>
                    <a:pt x="893" y="9635"/>
                    <a:pt x="1067" y="9683"/>
                    <a:pt x="1245" y="9683"/>
                  </a:cubicBezTo>
                  <a:cubicBezTo>
                    <a:pt x="1626" y="9683"/>
                    <a:pt x="2031" y="9464"/>
                    <a:pt x="2290" y="9077"/>
                  </a:cubicBezTo>
                  <a:lnTo>
                    <a:pt x="7199" y="1784"/>
                  </a:lnTo>
                  <a:cubicBezTo>
                    <a:pt x="7593" y="1216"/>
                    <a:pt x="7515" y="489"/>
                    <a:pt x="7041" y="174"/>
                  </a:cubicBezTo>
                  <a:lnTo>
                    <a:pt x="6852" y="32"/>
                  </a:lnTo>
                  <a:cubicBezTo>
                    <a:pt x="6820" y="32"/>
                    <a:pt x="6804" y="16"/>
                    <a:pt x="6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70">
              <a:extLst>
                <a:ext uri="{FF2B5EF4-FFF2-40B4-BE49-F238E27FC236}">
                  <a16:creationId xmlns:a16="http://schemas.microsoft.com/office/drawing/2014/main" id="{0F6DFB23-B5B0-AE78-6859-99AB0EBCA8C4}"/>
                </a:ext>
              </a:extLst>
            </p:cNvPr>
            <p:cNvSpPr/>
            <p:nvPr/>
          </p:nvSpPr>
          <p:spPr>
            <a:xfrm>
              <a:off x="4986575" y="2431075"/>
              <a:ext cx="194200" cy="245425"/>
            </a:xfrm>
            <a:custGeom>
              <a:avLst/>
              <a:gdLst/>
              <a:ahLst/>
              <a:cxnLst/>
              <a:rect l="l" t="t" r="r" b="b"/>
              <a:pathLst>
                <a:path w="7768" h="9817" extrusionOk="0">
                  <a:moveTo>
                    <a:pt x="7138" y="303"/>
                  </a:moveTo>
                  <a:lnTo>
                    <a:pt x="7138" y="303"/>
                  </a:lnTo>
                  <a:cubicBezTo>
                    <a:pt x="7200" y="365"/>
                    <a:pt x="7263" y="428"/>
                    <a:pt x="7325" y="506"/>
                  </a:cubicBezTo>
                  <a:lnTo>
                    <a:pt x="7309" y="506"/>
                  </a:lnTo>
                  <a:cubicBezTo>
                    <a:pt x="7263" y="428"/>
                    <a:pt x="7200" y="365"/>
                    <a:pt x="7138" y="303"/>
                  </a:cubicBezTo>
                  <a:close/>
                  <a:moveTo>
                    <a:pt x="6867" y="1"/>
                  </a:moveTo>
                  <a:cubicBezTo>
                    <a:pt x="6836" y="17"/>
                    <a:pt x="6820" y="17"/>
                    <a:pt x="6820" y="48"/>
                  </a:cubicBezTo>
                  <a:cubicBezTo>
                    <a:pt x="6804" y="48"/>
                    <a:pt x="6804" y="48"/>
                    <a:pt x="6789" y="64"/>
                  </a:cubicBezTo>
                  <a:cubicBezTo>
                    <a:pt x="6773" y="64"/>
                    <a:pt x="6757" y="80"/>
                    <a:pt x="6741" y="80"/>
                  </a:cubicBezTo>
                  <a:cubicBezTo>
                    <a:pt x="6741" y="96"/>
                    <a:pt x="6725" y="96"/>
                    <a:pt x="6725" y="111"/>
                  </a:cubicBezTo>
                  <a:cubicBezTo>
                    <a:pt x="6694" y="143"/>
                    <a:pt x="6710" y="190"/>
                    <a:pt x="6741" y="206"/>
                  </a:cubicBezTo>
                  <a:lnTo>
                    <a:pt x="6757" y="222"/>
                  </a:lnTo>
                  <a:cubicBezTo>
                    <a:pt x="6773" y="238"/>
                    <a:pt x="6789" y="254"/>
                    <a:pt x="6804" y="269"/>
                  </a:cubicBezTo>
                  <a:lnTo>
                    <a:pt x="6994" y="396"/>
                  </a:lnTo>
                  <a:cubicBezTo>
                    <a:pt x="7404" y="664"/>
                    <a:pt x="7467" y="1280"/>
                    <a:pt x="7152" y="1753"/>
                  </a:cubicBezTo>
                  <a:lnTo>
                    <a:pt x="2242" y="9046"/>
                  </a:lnTo>
                  <a:cubicBezTo>
                    <a:pt x="2027" y="9380"/>
                    <a:pt x="1680" y="9567"/>
                    <a:pt x="1355" y="9567"/>
                  </a:cubicBezTo>
                  <a:cubicBezTo>
                    <a:pt x="1204" y="9567"/>
                    <a:pt x="1058" y="9526"/>
                    <a:pt x="932" y="9441"/>
                  </a:cubicBezTo>
                  <a:lnTo>
                    <a:pt x="743" y="9299"/>
                  </a:lnTo>
                  <a:cubicBezTo>
                    <a:pt x="348" y="9030"/>
                    <a:pt x="285" y="8430"/>
                    <a:pt x="616" y="7957"/>
                  </a:cubicBezTo>
                  <a:lnTo>
                    <a:pt x="2669" y="4894"/>
                  </a:lnTo>
                  <a:cubicBezTo>
                    <a:pt x="2684" y="4863"/>
                    <a:pt x="2700" y="4831"/>
                    <a:pt x="2684" y="4800"/>
                  </a:cubicBezTo>
                  <a:cubicBezTo>
                    <a:pt x="2684" y="4752"/>
                    <a:pt x="2669" y="4737"/>
                    <a:pt x="2637" y="4721"/>
                  </a:cubicBezTo>
                  <a:cubicBezTo>
                    <a:pt x="2618" y="4702"/>
                    <a:pt x="2595" y="4693"/>
                    <a:pt x="2571" y="4693"/>
                  </a:cubicBezTo>
                  <a:cubicBezTo>
                    <a:pt x="2535" y="4693"/>
                    <a:pt x="2498" y="4714"/>
                    <a:pt x="2479" y="4752"/>
                  </a:cubicBezTo>
                  <a:lnTo>
                    <a:pt x="411" y="7815"/>
                  </a:lnTo>
                  <a:cubicBezTo>
                    <a:pt x="1" y="8415"/>
                    <a:pt x="96" y="9188"/>
                    <a:pt x="585" y="9520"/>
                  </a:cubicBezTo>
                  <a:lnTo>
                    <a:pt x="790" y="9662"/>
                  </a:lnTo>
                  <a:cubicBezTo>
                    <a:pt x="950" y="9767"/>
                    <a:pt x="1134" y="9816"/>
                    <a:pt x="1324" y="9816"/>
                  </a:cubicBezTo>
                  <a:cubicBezTo>
                    <a:pt x="1731" y="9816"/>
                    <a:pt x="2162" y="9587"/>
                    <a:pt x="2432" y="9188"/>
                  </a:cubicBezTo>
                  <a:lnTo>
                    <a:pt x="7357" y="1879"/>
                  </a:lnTo>
                  <a:cubicBezTo>
                    <a:pt x="7767" y="1280"/>
                    <a:pt x="7672" y="522"/>
                    <a:pt x="7167" y="175"/>
                  </a:cubicBezTo>
                  <a:lnTo>
                    <a:pt x="6978" y="48"/>
                  </a:lnTo>
                  <a:lnTo>
                    <a:pt x="6931" y="17"/>
                  </a:lnTo>
                  <a:cubicBezTo>
                    <a:pt x="6899" y="1"/>
                    <a:pt x="6883" y="1"/>
                    <a:pt x="68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70">
              <a:extLst>
                <a:ext uri="{FF2B5EF4-FFF2-40B4-BE49-F238E27FC236}">
                  <a16:creationId xmlns:a16="http://schemas.microsoft.com/office/drawing/2014/main" id="{EA5B5298-2FB4-F5EA-A6A3-004560ACEC46}"/>
                </a:ext>
              </a:extLst>
            </p:cNvPr>
            <p:cNvSpPr/>
            <p:nvPr/>
          </p:nvSpPr>
          <p:spPr>
            <a:xfrm>
              <a:off x="4986975" y="2428325"/>
              <a:ext cx="193800" cy="248175"/>
            </a:xfrm>
            <a:custGeom>
              <a:avLst/>
              <a:gdLst/>
              <a:ahLst/>
              <a:cxnLst/>
              <a:rect l="l" t="t" r="r" b="b"/>
              <a:pathLst>
                <a:path w="7752" h="9927" extrusionOk="0">
                  <a:moveTo>
                    <a:pt x="6662" y="0"/>
                  </a:moveTo>
                  <a:cubicBezTo>
                    <a:pt x="6630" y="64"/>
                    <a:pt x="6567" y="127"/>
                    <a:pt x="6504" y="158"/>
                  </a:cubicBezTo>
                  <a:lnTo>
                    <a:pt x="6946" y="458"/>
                  </a:lnTo>
                  <a:cubicBezTo>
                    <a:pt x="7357" y="806"/>
                    <a:pt x="7451" y="1405"/>
                    <a:pt x="7136" y="1863"/>
                  </a:cubicBezTo>
                  <a:lnTo>
                    <a:pt x="2226" y="9156"/>
                  </a:lnTo>
                  <a:cubicBezTo>
                    <a:pt x="2011" y="9490"/>
                    <a:pt x="1664" y="9677"/>
                    <a:pt x="1339" y="9677"/>
                  </a:cubicBezTo>
                  <a:cubicBezTo>
                    <a:pt x="1188" y="9677"/>
                    <a:pt x="1042" y="9636"/>
                    <a:pt x="916" y="9551"/>
                  </a:cubicBezTo>
                  <a:lnTo>
                    <a:pt x="727" y="9409"/>
                  </a:lnTo>
                  <a:cubicBezTo>
                    <a:pt x="332" y="9140"/>
                    <a:pt x="269" y="8540"/>
                    <a:pt x="600" y="8067"/>
                  </a:cubicBezTo>
                  <a:lnTo>
                    <a:pt x="2653" y="5004"/>
                  </a:lnTo>
                  <a:cubicBezTo>
                    <a:pt x="2668" y="4973"/>
                    <a:pt x="2684" y="4941"/>
                    <a:pt x="2668" y="4910"/>
                  </a:cubicBezTo>
                  <a:cubicBezTo>
                    <a:pt x="2668" y="4862"/>
                    <a:pt x="2653" y="4847"/>
                    <a:pt x="2621" y="4831"/>
                  </a:cubicBezTo>
                  <a:cubicBezTo>
                    <a:pt x="2601" y="4818"/>
                    <a:pt x="2579" y="4810"/>
                    <a:pt x="2556" y="4810"/>
                  </a:cubicBezTo>
                  <a:cubicBezTo>
                    <a:pt x="2524" y="4810"/>
                    <a:pt x="2491" y="4825"/>
                    <a:pt x="2463" y="4862"/>
                  </a:cubicBezTo>
                  <a:lnTo>
                    <a:pt x="411" y="7925"/>
                  </a:lnTo>
                  <a:cubicBezTo>
                    <a:pt x="1" y="8525"/>
                    <a:pt x="80" y="9282"/>
                    <a:pt x="585" y="9630"/>
                  </a:cubicBezTo>
                  <a:lnTo>
                    <a:pt x="790" y="9772"/>
                  </a:lnTo>
                  <a:cubicBezTo>
                    <a:pt x="950" y="9877"/>
                    <a:pt x="1134" y="9926"/>
                    <a:pt x="1323" y="9926"/>
                  </a:cubicBezTo>
                  <a:cubicBezTo>
                    <a:pt x="1731" y="9926"/>
                    <a:pt x="2162" y="9697"/>
                    <a:pt x="2432" y="9298"/>
                  </a:cubicBezTo>
                  <a:lnTo>
                    <a:pt x="7341" y="1989"/>
                  </a:lnTo>
                  <a:cubicBezTo>
                    <a:pt x="7751" y="1390"/>
                    <a:pt x="7656" y="663"/>
                    <a:pt x="7167" y="332"/>
                  </a:cubicBezTo>
                  <a:lnTo>
                    <a:pt x="66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70">
              <a:extLst>
                <a:ext uri="{FF2B5EF4-FFF2-40B4-BE49-F238E27FC236}">
                  <a16:creationId xmlns:a16="http://schemas.microsoft.com/office/drawing/2014/main" id="{856A09DC-A985-FFDE-A7E3-7954679FB7DC}"/>
                </a:ext>
              </a:extLst>
            </p:cNvPr>
            <p:cNvSpPr/>
            <p:nvPr/>
          </p:nvSpPr>
          <p:spPr>
            <a:xfrm>
              <a:off x="4984600" y="2426325"/>
              <a:ext cx="197750" cy="251975"/>
            </a:xfrm>
            <a:custGeom>
              <a:avLst/>
              <a:gdLst/>
              <a:ahLst/>
              <a:cxnLst/>
              <a:rect l="l" t="t" r="r" b="b"/>
              <a:pathLst>
                <a:path w="7910" h="10079" extrusionOk="0">
                  <a:moveTo>
                    <a:pt x="6773" y="191"/>
                  </a:moveTo>
                  <a:lnTo>
                    <a:pt x="7199" y="475"/>
                  </a:lnTo>
                  <a:cubicBezTo>
                    <a:pt x="7673" y="791"/>
                    <a:pt x="7751" y="1470"/>
                    <a:pt x="7373" y="2038"/>
                  </a:cubicBezTo>
                  <a:lnTo>
                    <a:pt x="2463" y="9331"/>
                  </a:lnTo>
                  <a:cubicBezTo>
                    <a:pt x="2194" y="9718"/>
                    <a:pt x="1786" y="9937"/>
                    <a:pt x="1408" y="9937"/>
                  </a:cubicBezTo>
                  <a:cubicBezTo>
                    <a:pt x="1232" y="9937"/>
                    <a:pt x="1062" y="9889"/>
                    <a:pt x="916" y="9788"/>
                  </a:cubicBezTo>
                  <a:lnTo>
                    <a:pt x="711" y="9646"/>
                  </a:lnTo>
                  <a:cubicBezTo>
                    <a:pt x="238" y="9331"/>
                    <a:pt x="175" y="8620"/>
                    <a:pt x="553" y="8052"/>
                  </a:cubicBezTo>
                  <a:lnTo>
                    <a:pt x="2621" y="4990"/>
                  </a:lnTo>
                  <a:cubicBezTo>
                    <a:pt x="2628" y="4970"/>
                    <a:pt x="2643" y="4961"/>
                    <a:pt x="2658" y="4961"/>
                  </a:cubicBezTo>
                  <a:cubicBezTo>
                    <a:pt x="2679" y="4961"/>
                    <a:pt x="2700" y="4978"/>
                    <a:pt x="2700" y="5005"/>
                  </a:cubicBezTo>
                  <a:cubicBezTo>
                    <a:pt x="2716" y="5021"/>
                    <a:pt x="2700" y="5037"/>
                    <a:pt x="2684" y="5053"/>
                  </a:cubicBezTo>
                  <a:lnTo>
                    <a:pt x="632" y="8099"/>
                  </a:lnTo>
                  <a:cubicBezTo>
                    <a:pt x="285" y="8620"/>
                    <a:pt x="364" y="9268"/>
                    <a:pt x="790" y="9567"/>
                  </a:cubicBezTo>
                  <a:lnTo>
                    <a:pt x="980" y="9694"/>
                  </a:lnTo>
                  <a:cubicBezTo>
                    <a:pt x="1117" y="9785"/>
                    <a:pt x="1276" y="9830"/>
                    <a:pt x="1440" y="9830"/>
                  </a:cubicBezTo>
                  <a:cubicBezTo>
                    <a:pt x="1784" y="9830"/>
                    <a:pt x="2149" y="9636"/>
                    <a:pt x="2384" y="9283"/>
                  </a:cubicBezTo>
                  <a:lnTo>
                    <a:pt x="7294" y="1991"/>
                  </a:lnTo>
                  <a:cubicBezTo>
                    <a:pt x="7625" y="1485"/>
                    <a:pt x="7530" y="791"/>
                    <a:pt x="7073" y="491"/>
                  </a:cubicBezTo>
                  <a:lnTo>
                    <a:pt x="6725" y="254"/>
                  </a:lnTo>
                  <a:cubicBezTo>
                    <a:pt x="6741" y="238"/>
                    <a:pt x="6757" y="207"/>
                    <a:pt x="6773" y="191"/>
                  </a:cubicBezTo>
                  <a:close/>
                  <a:moveTo>
                    <a:pt x="6735" y="1"/>
                  </a:moveTo>
                  <a:cubicBezTo>
                    <a:pt x="6712" y="1"/>
                    <a:pt x="6688" y="18"/>
                    <a:pt x="6678" y="49"/>
                  </a:cubicBezTo>
                  <a:cubicBezTo>
                    <a:pt x="6647" y="112"/>
                    <a:pt x="6631" y="128"/>
                    <a:pt x="6568" y="175"/>
                  </a:cubicBezTo>
                  <a:cubicBezTo>
                    <a:pt x="6552" y="175"/>
                    <a:pt x="6536" y="207"/>
                    <a:pt x="6520" y="238"/>
                  </a:cubicBezTo>
                  <a:cubicBezTo>
                    <a:pt x="6520" y="254"/>
                    <a:pt x="6536" y="270"/>
                    <a:pt x="6552" y="286"/>
                  </a:cubicBezTo>
                  <a:lnTo>
                    <a:pt x="6994" y="601"/>
                  </a:lnTo>
                  <a:cubicBezTo>
                    <a:pt x="7373" y="854"/>
                    <a:pt x="7452" y="1470"/>
                    <a:pt x="7167" y="1896"/>
                  </a:cubicBezTo>
                  <a:lnTo>
                    <a:pt x="2258" y="9189"/>
                  </a:lnTo>
                  <a:cubicBezTo>
                    <a:pt x="2052" y="9504"/>
                    <a:pt x="1733" y="9677"/>
                    <a:pt x="1436" y="9677"/>
                  </a:cubicBezTo>
                  <a:cubicBezTo>
                    <a:pt x="1302" y="9677"/>
                    <a:pt x="1172" y="9641"/>
                    <a:pt x="1059" y="9567"/>
                  </a:cubicBezTo>
                  <a:lnTo>
                    <a:pt x="853" y="9425"/>
                  </a:lnTo>
                  <a:cubicBezTo>
                    <a:pt x="490" y="9189"/>
                    <a:pt x="443" y="8620"/>
                    <a:pt x="743" y="8178"/>
                  </a:cubicBezTo>
                  <a:lnTo>
                    <a:pt x="2795" y="5132"/>
                  </a:lnTo>
                  <a:cubicBezTo>
                    <a:pt x="2842" y="5084"/>
                    <a:pt x="2842" y="5037"/>
                    <a:pt x="2842" y="4974"/>
                  </a:cubicBezTo>
                  <a:cubicBezTo>
                    <a:pt x="2826" y="4927"/>
                    <a:pt x="2795" y="4879"/>
                    <a:pt x="2763" y="4848"/>
                  </a:cubicBezTo>
                  <a:cubicBezTo>
                    <a:pt x="2729" y="4831"/>
                    <a:pt x="2693" y="4822"/>
                    <a:pt x="2658" y="4822"/>
                  </a:cubicBezTo>
                  <a:cubicBezTo>
                    <a:pt x="2595" y="4822"/>
                    <a:pt x="2535" y="4850"/>
                    <a:pt x="2495" y="4911"/>
                  </a:cubicBezTo>
                  <a:lnTo>
                    <a:pt x="427" y="7973"/>
                  </a:lnTo>
                  <a:cubicBezTo>
                    <a:pt x="1" y="8605"/>
                    <a:pt x="96" y="9410"/>
                    <a:pt x="632" y="9773"/>
                  </a:cubicBezTo>
                  <a:lnTo>
                    <a:pt x="838" y="9915"/>
                  </a:lnTo>
                  <a:cubicBezTo>
                    <a:pt x="1009" y="10026"/>
                    <a:pt x="1207" y="10079"/>
                    <a:pt x="1410" y="10079"/>
                  </a:cubicBezTo>
                  <a:cubicBezTo>
                    <a:pt x="1842" y="10079"/>
                    <a:pt x="2300" y="9839"/>
                    <a:pt x="2590" y="9410"/>
                  </a:cubicBezTo>
                  <a:lnTo>
                    <a:pt x="7483" y="2101"/>
                  </a:lnTo>
                  <a:cubicBezTo>
                    <a:pt x="7909" y="1485"/>
                    <a:pt x="7815" y="696"/>
                    <a:pt x="7278" y="349"/>
                  </a:cubicBezTo>
                  <a:lnTo>
                    <a:pt x="6773" y="17"/>
                  </a:lnTo>
                  <a:cubicBezTo>
                    <a:pt x="6762" y="6"/>
                    <a:pt x="6748" y="1"/>
                    <a:pt x="67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70">
              <a:extLst>
                <a:ext uri="{FF2B5EF4-FFF2-40B4-BE49-F238E27FC236}">
                  <a16:creationId xmlns:a16="http://schemas.microsoft.com/office/drawing/2014/main" id="{9D9EFE74-F5DA-59D1-4823-BE2FE1E609C5}"/>
                </a:ext>
              </a:extLst>
            </p:cNvPr>
            <p:cNvSpPr/>
            <p:nvPr/>
          </p:nvSpPr>
          <p:spPr>
            <a:xfrm>
              <a:off x="4940800" y="2421300"/>
              <a:ext cx="224575" cy="310075"/>
            </a:xfrm>
            <a:custGeom>
              <a:avLst/>
              <a:gdLst/>
              <a:ahLst/>
              <a:cxnLst/>
              <a:rect l="l" t="t" r="r" b="b"/>
              <a:pathLst>
                <a:path w="8983" h="12403" extrusionOk="0">
                  <a:moveTo>
                    <a:pt x="7543" y="1"/>
                  </a:moveTo>
                  <a:cubicBezTo>
                    <a:pt x="7160" y="1"/>
                    <a:pt x="6836" y="166"/>
                    <a:pt x="6615" y="502"/>
                  </a:cubicBezTo>
                  <a:lnTo>
                    <a:pt x="459" y="9642"/>
                  </a:lnTo>
                  <a:cubicBezTo>
                    <a:pt x="1" y="10353"/>
                    <a:pt x="238" y="11347"/>
                    <a:pt x="1027" y="11868"/>
                  </a:cubicBezTo>
                  <a:lnTo>
                    <a:pt x="1358" y="12089"/>
                  </a:lnTo>
                  <a:cubicBezTo>
                    <a:pt x="1673" y="12301"/>
                    <a:pt x="2029" y="12403"/>
                    <a:pt x="2372" y="12403"/>
                  </a:cubicBezTo>
                  <a:cubicBezTo>
                    <a:pt x="2872" y="12403"/>
                    <a:pt x="3344" y="12185"/>
                    <a:pt x="3616" y="11773"/>
                  </a:cubicBezTo>
                  <a:lnTo>
                    <a:pt x="7278" y="6343"/>
                  </a:lnTo>
                  <a:cubicBezTo>
                    <a:pt x="7309" y="6296"/>
                    <a:pt x="7294" y="6217"/>
                    <a:pt x="7246" y="6185"/>
                  </a:cubicBezTo>
                  <a:cubicBezTo>
                    <a:pt x="7225" y="6171"/>
                    <a:pt x="7200" y="6163"/>
                    <a:pt x="7177" y="6163"/>
                  </a:cubicBezTo>
                  <a:cubicBezTo>
                    <a:pt x="7148" y="6163"/>
                    <a:pt x="7121" y="6175"/>
                    <a:pt x="7104" y="6201"/>
                  </a:cubicBezTo>
                  <a:lnTo>
                    <a:pt x="3426" y="11647"/>
                  </a:lnTo>
                  <a:cubicBezTo>
                    <a:pt x="3192" y="12002"/>
                    <a:pt x="2787" y="12191"/>
                    <a:pt x="2354" y="12191"/>
                  </a:cubicBezTo>
                  <a:cubicBezTo>
                    <a:pt x="2056" y="12191"/>
                    <a:pt x="1745" y="12102"/>
                    <a:pt x="1469" y="11915"/>
                  </a:cubicBezTo>
                  <a:lnTo>
                    <a:pt x="1153" y="11694"/>
                  </a:lnTo>
                  <a:cubicBezTo>
                    <a:pt x="474" y="11236"/>
                    <a:pt x="269" y="10368"/>
                    <a:pt x="664" y="9784"/>
                  </a:cubicBezTo>
                  <a:lnTo>
                    <a:pt x="6820" y="629"/>
                  </a:lnTo>
                  <a:cubicBezTo>
                    <a:pt x="6998" y="354"/>
                    <a:pt x="7262" y="216"/>
                    <a:pt x="7581" y="216"/>
                  </a:cubicBezTo>
                  <a:cubicBezTo>
                    <a:pt x="7886" y="216"/>
                    <a:pt x="8241" y="343"/>
                    <a:pt x="8620" y="597"/>
                  </a:cubicBezTo>
                  <a:lnTo>
                    <a:pt x="8856" y="771"/>
                  </a:lnTo>
                  <a:lnTo>
                    <a:pt x="8888" y="771"/>
                  </a:lnTo>
                  <a:cubicBezTo>
                    <a:pt x="8904" y="755"/>
                    <a:pt x="8904" y="755"/>
                    <a:pt x="8919" y="739"/>
                  </a:cubicBezTo>
                  <a:cubicBezTo>
                    <a:pt x="8919" y="708"/>
                    <a:pt x="8951" y="660"/>
                    <a:pt x="8983" y="629"/>
                  </a:cubicBezTo>
                  <a:cubicBezTo>
                    <a:pt x="8983" y="629"/>
                    <a:pt x="8983" y="613"/>
                    <a:pt x="8983" y="597"/>
                  </a:cubicBezTo>
                  <a:cubicBezTo>
                    <a:pt x="8983" y="597"/>
                    <a:pt x="8967" y="581"/>
                    <a:pt x="8967" y="581"/>
                  </a:cubicBezTo>
                  <a:lnTo>
                    <a:pt x="8730" y="424"/>
                  </a:lnTo>
                  <a:cubicBezTo>
                    <a:pt x="8305" y="143"/>
                    <a:pt x="7898" y="1"/>
                    <a:pt x="75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70">
              <a:extLst>
                <a:ext uri="{FF2B5EF4-FFF2-40B4-BE49-F238E27FC236}">
                  <a16:creationId xmlns:a16="http://schemas.microsoft.com/office/drawing/2014/main" id="{1BFA9CBC-9BBA-9319-EC4D-C51F6B906B40}"/>
                </a:ext>
              </a:extLst>
            </p:cNvPr>
            <p:cNvSpPr/>
            <p:nvPr/>
          </p:nvSpPr>
          <p:spPr>
            <a:xfrm>
              <a:off x="4938450" y="2419450"/>
              <a:ext cx="228500" cy="313750"/>
            </a:xfrm>
            <a:custGeom>
              <a:avLst/>
              <a:gdLst/>
              <a:ahLst/>
              <a:cxnLst/>
              <a:rect l="l" t="t" r="r" b="b"/>
              <a:pathLst>
                <a:path w="9140" h="12550" extrusionOk="0">
                  <a:moveTo>
                    <a:pt x="7635" y="146"/>
                  </a:moveTo>
                  <a:cubicBezTo>
                    <a:pt x="7978" y="146"/>
                    <a:pt x="8370" y="284"/>
                    <a:pt x="8777" y="561"/>
                  </a:cubicBezTo>
                  <a:lnTo>
                    <a:pt x="8982" y="687"/>
                  </a:lnTo>
                  <a:cubicBezTo>
                    <a:pt x="8966" y="703"/>
                    <a:pt x="8966" y="734"/>
                    <a:pt x="8950" y="750"/>
                  </a:cubicBezTo>
                  <a:lnTo>
                    <a:pt x="8745" y="608"/>
                  </a:lnTo>
                  <a:cubicBezTo>
                    <a:pt x="8354" y="347"/>
                    <a:pt x="7985" y="217"/>
                    <a:pt x="7664" y="217"/>
                  </a:cubicBezTo>
                  <a:cubicBezTo>
                    <a:pt x="7324" y="217"/>
                    <a:pt x="7038" y="363"/>
                    <a:pt x="6835" y="655"/>
                  </a:cubicBezTo>
                  <a:lnTo>
                    <a:pt x="679" y="9811"/>
                  </a:lnTo>
                  <a:cubicBezTo>
                    <a:pt x="253" y="10442"/>
                    <a:pt x="489" y="11342"/>
                    <a:pt x="1200" y="11816"/>
                  </a:cubicBezTo>
                  <a:lnTo>
                    <a:pt x="1515" y="12037"/>
                  </a:lnTo>
                  <a:cubicBezTo>
                    <a:pt x="1804" y="12235"/>
                    <a:pt x="2129" y="12330"/>
                    <a:pt x="2441" y="12330"/>
                  </a:cubicBezTo>
                  <a:cubicBezTo>
                    <a:pt x="2899" y="12330"/>
                    <a:pt x="3330" y="12128"/>
                    <a:pt x="3583" y="11752"/>
                  </a:cubicBezTo>
                  <a:lnTo>
                    <a:pt x="7245" y="6307"/>
                  </a:lnTo>
                  <a:cubicBezTo>
                    <a:pt x="7245" y="6307"/>
                    <a:pt x="7261" y="6307"/>
                    <a:pt x="7277" y="6322"/>
                  </a:cubicBezTo>
                  <a:cubicBezTo>
                    <a:pt x="7293" y="6322"/>
                    <a:pt x="7324" y="6354"/>
                    <a:pt x="7293" y="6385"/>
                  </a:cubicBezTo>
                  <a:lnTo>
                    <a:pt x="3646" y="11800"/>
                  </a:lnTo>
                  <a:cubicBezTo>
                    <a:pt x="3377" y="12200"/>
                    <a:pt x="2931" y="12408"/>
                    <a:pt x="2456" y="12408"/>
                  </a:cubicBezTo>
                  <a:cubicBezTo>
                    <a:pt x="2125" y="12408"/>
                    <a:pt x="1779" y="12307"/>
                    <a:pt x="1468" y="12100"/>
                  </a:cubicBezTo>
                  <a:lnTo>
                    <a:pt x="1152" y="11879"/>
                  </a:lnTo>
                  <a:cubicBezTo>
                    <a:pt x="410" y="11374"/>
                    <a:pt x="158" y="10427"/>
                    <a:pt x="600" y="9764"/>
                  </a:cubicBezTo>
                  <a:lnTo>
                    <a:pt x="6756" y="608"/>
                  </a:lnTo>
                  <a:cubicBezTo>
                    <a:pt x="6967" y="300"/>
                    <a:pt x="7273" y="146"/>
                    <a:pt x="7635" y="146"/>
                  </a:cubicBezTo>
                  <a:close/>
                  <a:moveTo>
                    <a:pt x="7649" y="1"/>
                  </a:moveTo>
                  <a:cubicBezTo>
                    <a:pt x="7239" y="1"/>
                    <a:pt x="6887" y="179"/>
                    <a:pt x="6646" y="529"/>
                  </a:cubicBezTo>
                  <a:lnTo>
                    <a:pt x="489" y="9685"/>
                  </a:lnTo>
                  <a:cubicBezTo>
                    <a:pt x="0" y="10427"/>
                    <a:pt x="268" y="11453"/>
                    <a:pt x="1073" y="12005"/>
                  </a:cubicBezTo>
                  <a:lnTo>
                    <a:pt x="1405" y="12226"/>
                  </a:lnTo>
                  <a:cubicBezTo>
                    <a:pt x="1731" y="12443"/>
                    <a:pt x="2098" y="12549"/>
                    <a:pt x="2454" y="12549"/>
                  </a:cubicBezTo>
                  <a:cubicBezTo>
                    <a:pt x="2976" y="12549"/>
                    <a:pt x="3472" y="12320"/>
                    <a:pt x="3773" y="11879"/>
                  </a:cubicBezTo>
                  <a:lnTo>
                    <a:pt x="7419" y="6449"/>
                  </a:lnTo>
                  <a:cubicBezTo>
                    <a:pt x="7466" y="6370"/>
                    <a:pt x="7451" y="6259"/>
                    <a:pt x="7356" y="6196"/>
                  </a:cubicBezTo>
                  <a:cubicBezTo>
                    <a:pt x="7331" y="6177"/>
                    <a:pt x="7299" y="6169"/>
                    <a:pt x="7266" y="6169"/>
                  </a:cubicBezTo>
                  <a:cubicBezTo>
                    <a:pt x="7215" y="6169"/>
                    <a:pt x="7164" y="6189"/>
                    <a:pt x="7135" y="6228"/>
                  </a:cubicBezTo>
                  <a:lnTo>
                    <a:pt x="3457" y="11674"/>
                  </a:lnTo>
                  <a:cubicBezTo>
                    <a:pt x="3233" y="12009"/>
                    <a:pt x="2850" y="12185"/>
                    <a:pt x="2440" y="12185"/>
                  </a:cubicBezTo>
                  <a:cubicBezTo>
                    <a:pt x="2156" y="12185"/>
                    <a:pt x="1859" y="12101"/>
                    <a:pt x="1594" y="11926"/>
                  </a:cubicBezTo>
                  <a:lnTo>
                    <a:pt x="1279" y="11705"/>
                  </a:lnTo>
                  <a:cubicBezTo>
                    <a:pt x="631" y="11279"/>
                    <a:pt x="426" y="10458"/>
                    <a:pt x="805" y="9890"/>
                  </a:cubicBezTo>
                  <a:lnTo>
                    <a:pt x="6961" y="734"/>
                  </a:lnTo>
                  <a:cubicBezTo>
                    <a:pt x="7128" y="488"/>
                    <a:pt x="7372" y="361"/>
                    <a:pt x="7667" y="361"/>
                  </a:cubicBezTo>
                  <a:cubicBezTo>
                    <a:pt x="7957" y="361"/>
                    <a:pt x="8298" y="484"/>
                    <a:pt x="8666" y="734"/>
                  </a:cubicBezTo>
                  <a:lnTo>
                    <a:pt x="8903" y="892"/>
                  </a:lnTo>
                  <a:cubicBezTo>
                    <a:pt x="8934" y="908"/>
                    <a:pt x="8966" y="908"/>
                    <a:pt x="8998" y="908"/>
                  </a:cubicBezTo>
                  <a:cubicBezTo>
                    <a:pt x="9029" y="892"/>
                    <a:pt x="9061" y="876"/>
                    <a:pt x="9061" y="845"/>
                  </a:cubicBezTo>
                  <a:cubicBezTo>
                    <a:pt x="9077" y="813"/>
                    <a:pt x="9092" y="782"/>
                    <a:pt x="9124" y="750"/>
                  </a:cubicBezTo>
                  <a:cubicBezTo>
                    <a:pt x="9140" y="734"/>
                    <a:pt x="9140" y="703"/>
                    <a:pt x="9140" y="671"/>
                  </a:cubicBezTo>
                  <a:cubicBezTo>
                    <a:pt x="9140" y="640"/>
                    <a:pt x="9124" y="608"/>
                    <a:pt x="9092" y="592"/>
                  </a:cubicBezTo>
                  <a:lnTo>
                    <a:pt x="8856" y="434"/>
                  </a:lnTo>
                  <a:cubicBezTo>
                    <a:pt x="8431" y="144"/>
                    <a:pt x="8016" y="1"/>
                    <a:pt x="7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0" name="Google Shape;2390;p70">
            <a:extLst>
              <a:ext uri="{FF2B5EF4-FFF2-40B4-BE49-F238E27FC236}">
                <a16:creationId xmlns:a16="http://schemas.microsoft.com/office/drawing/2014/main" id="{88E7696E-79A8-E219-1FEF-8C4E560C7FFF}"/>
              </a:ext>
            </a:extLst>
          </p:cNvPr>
          <p:cNvGrpSpPr/>
          <p:nvPr/>
        </p:nvGrpSpPr>
        <p:grpSpPr>
          <a:xfrm rot="-1464382">
            <a:off x="6889534" y="383951"/>
            <a:ext cx="825540" cy="309244"/>
            <a:chOff x="5553275" y="2092625"/>
            <a:chExt cx="387150" cy="145025"/>
          </a:xfrm>
        </p:grpSpPr>
        <p:sp>
          <p:nvSpPr>
            <p:cNvPr id="2391" name="Google Shape;2391;p70">
              <a:extLst>
                <a:ext uri="{FF2B5EF4-FFF2-40B4-BE49-F238E27FC236}">
                  <a16:creationId xmlns:a16="http://schemas.microsoft.com/office/drawing/2014/main" id="{D00EC399-B758-6049-AD90-8D27F0EE67DD}"/>
                </a:ext>
              </a:extLst>
            </p:cNvPr>
            <p:cNvSpPr/>
            <p:nvPr/>
          </p:nvSpPr>
          <p:spPr>
            <a:xfrm>
              <a:off x="5556825" y="2122250"/>
              <a:ext cx="312975" cy="75675"/>
            </a:xfrm>
            <a:custGeom>
              <a:avLst/>
              <a:gdLst/>
              <a:ahLst/>
              <a:cxnLst/>
              <a:rect l="l" t="t" r="r" b="b"/>
              <a:pathLst>
                <a:path w="12519" h="3027" extrusionOk="0">
                  <a:moveTo>
                    <a:pt x="11085" y="0"/>
                  </a:moveTo>
                  <a:cubicBezTo>
                    <a:pt x="11027" y="0"/>
                    <a:pt x="10968" y="4"/>
                    <a:pt x="10908" y="10"/>
                  </a:cubicBezTo>
                  <a:lnTo>
                    <a:pt x="1295" y="1194"/>
                  </a:lnTo>
                  <a:cubicBezTo>
                    <a:pt x="553" y="1288"/>
                    <a:pt x="1" y="1873"/>
                    <a:pt x="79" y="2488"/>
                  </a:cubicBezTo>
                  <a:lnTo>
                    <a:pt x="111" y="2757"/>
                  </a:lnTo>
                  <a:cubicBezTo>
                    <a:pt x="127" y="2788"/>
                    <a:pt x="127" y="2804"/>
                    <a:pt x="127" y="2820"/>
                  </a:cubicBezTo>
                  <a:cubicBezTo>
                    <a:pt x="134" y="2817"/>
                    <a:pt x="140" y="2816"/>
                    <a:pt x="146" y="2816"/>
                  </a:cubicBezTo>
                  <a:cubicBezTo>
                    <a:pt x="184" y="2816"/>
                    <a:pt x="215" y="2851"/>
                    <a:pt x="269" y="2851"/>
                  </a:cubicBezTo>
                  <a:lnTo>
                    <a:pt x="269" y="2757"/>
                  </a:lnTo>
                  <a:lnTo>
                    <a:pt x="237" y="2504"/>
                  </a:lnTo>
                  <a:cubicBezTo>
                    <a:pt x="158" y="1936"/>
                    <a:pt x="632" y="1383"/>
                    <a:pt x="1311" y="1304"/>
                  </a:cubicBezTo>
                  <a:lnTo>
                    <a:pt x="10908" y="120"/>
                  </a:lnTo>
                  <a:cubicBezTo>
                    <a:pt x="10968" y="113"/>
                    <a:pt x="11028" y="110"/>
                    <a:pt x="11087" y="110"/>
                  </a:cubicBezTo>
                  <a:cubicBezTo>
                    <a:pt x="11692" y="110"/>
                    <a:pt x="12208" y="471"/>
                    <a:pt x="12266" y="989"/>
                  </a:cubicBezTo>
                  <a:lnTo>
                    <a:pt x="12297" y="1257"/>
                  </a:lnTo>
                  <a:cubicBezTo>
                    <a:pt x="12376" y="1825"/>
                    <a:pt x="11871" y="2346"/>
                    <a:pt x="11192" y="2425"/>
                  </a:cubicBezTo>
                  <a:lnTo>
                    <a:pt x="7183" y="2914"/>
                  </a:lnTo>
                  <a:cubicBezTo>
                    <a:pt x="7094" y="2929"/>
                    <a:pt x="7102" y="3026"/>
                    <a:pt x="7168" y="3026"/>
                  </a:cubicBezTo>
                  <a:cubicBezTo>
                    <a:pt x="7173" y="3026"/>
                    <a:pt x="7178" y="3026"/>
                    <a:pt x="7183" y="3025"/>
                  </a:cubicBezTo>
                  <a:lnTo>
                    <a:pt x="11224" y="2536"/>
                  </a:lnTo>
                  <a:cubicBezTo>
                    <a:pt x="11966" y="2441"/>
                    <a:pt x="12518" y="1857"/>
                    <a:pt x="12439" y="1241"/>
                  </a:cubicBezTo>
                  <a:lnTo>
                    <a:pt x="12408" y="973"/>
                  </a:lnTo>
                  <a:cubicBezTo>
                    <a:pt x="12335" y="406"/>
                    <a:pt x="11755" y="0"/>
                    <a:pt x="110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70">
              <a:extLst>
                <a:ext uri="{FF2B5EF4-FFF2-40B4-BE49-F238E27FC236}">
                  <a16:creationId xmlns:a16="http://schemas.microsoft.com/office/drawing/2014/main" id="{9F10876C-613E-5047-9B5D-52F8A7BD7980}"/>
                </a:ext>
              </a:extLst>
            </p:cNvPr>
            <p:cNvSpPr/>
            <p:nvPr/>
          </p:nvSpPr>
          <p:spPr>
            <a:xfrm>
              <a:off x="5554850" y="2120500"/>
              <a:ext cx="316525" cy="79425"/>
            </a:xfrm>
            <a:custGeom>
              <a:avLst/>
              <a:gdLst/>
              <a:ahLst/>
              <a:cxnLst/>
              <a:rect l="l" t="t" r="r" b="b"/>
              <a:pathLst>
                <a:path w="12661" h="3177" extrusionOk="0">
                  <a:moveTo>
                    <a:pt x="11200" y="1"/>
                  </a:moveTo>
                  <a:cubicBezTo>
                    <a:pt x="11125" y="1"/>
                    <a:pt x="11049" y="6"/>
                    <a:pt x="10971" y="17"/>
                  </a:cubicBezTo>
                  <a:lnTo>
                    <a:pt x="1374" y="1201"/>
                  </a:lnTo>
                  <a:cubicBezTo>
                    <a:pt x="569" y="1295"/>
                    <a:pt x="1" y="1911"/>
                    <a:pt x="80" y="2574"/>
                  </a:cubicBezTo>
                  <a:lnTo>
                    <a:pt x="111" y="2842"/>
                  </a:lnTo>
                  <a:cubicBezTo>
                    <a:pt x="111" y="2858"/>
                    <a:pt x="127" y="2890"/>
                    <a:pt x="127" y="2905"/>
                  </a:cubicBezTo>
                  <a:cubicBezTo>
                    <a:pt x="127" y="2921"/>
                    <a:pt x="143" y="2937"/>
                    <a:pt x="158" y="2953"/>
                  </a:cubicBezTo>
                  <a:cubicBezTo>
                    <a:pt x="174" y="2969"/>
                    <a:pt x="206" y="2969"/>
                    <a:pt x="222" y="2969"/>
                  </a:cubicBezTo>
                  <a:lnTo>
                    <a:pt x="253" y="2969"/>
                  </a:lnTo>
                  <a:cubicBezTo>
                    <a:pt x="269" y="2984"/>
                    <a:pt x="285" y="2984"/>
                    <a:pt x="316" y="2984"/>
                  </a:cubicBezTo>
                  <a:cubicBezTo>
                    <a:pt x="316" y="2992"/>
                    <a:pt x="320" y="2996"/>
                    <a:pt x="326" y="2996"/>
                  </a:cubicBezTo>
                  <a:cubicBezTo>
                    <a:pt x="332" y="2996"/>
                    <a:pt x="340" y="2992"/>
                    <a:pt x="348" y="2984"/>
                  </a:cubicBezTo>
                  <a:cubicBezTo>
                    <a:pt x="395" y="2984"/>
                    <a:pt x="427" y="2937"/>
                    <a:pt x="411" y="2905"/>
                  </a:cubicBezTo>
                  <a:lnTo>
                    <a:pt x="411" y="2874"/>
                  </a:lnTo>
                  <a:cubicBezTo>
                    <a:pt x="411" y="2858"/>
                    <a:pt x="411" y="2827"/>
                    <a:pt x="411" y="2811"/>
                  </a:cubicBezTo>
                  <a:lnTo>
                    <a:pt x="379" y="2558"/>
                  </a:lnTo>
                  <a:cubicBezTo>
                    <a:pt x="316" y="2021"/>
                    <a:pt x="774" y="1532"/>
                    <a:pt x="1390" y="1453"/>
                  </a:cubicBezTo>
                  <a:lnTo>
                    <a:pt x="11003" y="269"/>
                  </a:lnTo>
                  <a:cubicBezTo>
                    <a:pt x="11061" y="262"/>
                    <a:pt x="11119" y="259"/>
                    <a:pt x="11175" y="259"/>
                  </a:cubicBezTo>
                  <a:cubicBezTo>
                    <a:pt x="11735" y="259"/>
                    <a:pt x="12208" y="601"/>
                    <a:pt x="12266" y="1074"/>
                  </a:cubicBezTo>
                  <a:lnTo>
                    <a:pt x="12297" y="1343"/>
                  </a:lnTo>
                  <a:cubicBezTo>
                    <a:pt x="12361" y="1864"/>
                    <a:pt x="11903" y="2337"/>
                    <a:pt x="11271" y="2416"/>
                  </a:cubicBezTo>
                  <a:lnTo>
                    <a:pt x="7246" y="2921"/>
                  </a:lnTo>
                  <a:cubicBezTo>
                    <a:pt x="7215" y="2921"/>
                    <a:pt x="7167" y="2937"/>
                    <a:pt x="7136" y="2969"/>
                  </a:cubicBezTo>
                  <a:cubicBezTo>
                    <a:pt x="7120" y="3000"/>
                    <a:pt x="7104" y="3032"/>
                    <a:pt x="7120" y="3063"/>
                  </a:cubicBezTo>
                  <a:cubicBezTo>
                    <a:pt x="7120" y="3132"/>
                    <a:pt x="7180" y="3177"/>
                    <a:pt x="7237" y="3177"/>
                  </a:cubicBezTo>
                  <a:cubicBezTo>
                    <a:pt x="7245" y="3177"/>
                    <a:pt x="7254" y="3176"/>
                    <a:pt x="7262" y="3174"/>
                  </a:cubicBezTo>
                  <a:lnTo>
                    <a:pt x="11303" y="2684"/>
                  </a:lnTo>
                  <a:cubicBezTo>
                    <a:pt x="12092" y="2590"/>
                    <a:pt x="12660" y="1974"/>
                    <a:pt x="12582" y="1311"/>
                  </a:cubicBezTo>
                  <a:lnTo>
                    <a:pt x="12550" y="1043"/>
                  </a:lnTo>
                  <a:cubicBezTo>
                    <a:pt x="12479" y="445"/>
                    <a:pt x="11894" y="1"/>
                    <a:pt x="11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70">
              <a:extLst>
                <a:ext uri="{FF2B5EF4-FFF2-40B4-BE49-F238E27FC236}">
                  <a16:creationId xmlns:a16="http://schemas.microsoft.com/office/drawing/2014/main" id="{5A3F5410-989F-44CD-DE5D-9373ECFADC64}"/>
                </a:ext>
              </a:extLst>
            </p:cNvPr>
            <p:cNvSpPr/>
            <p:nvPr/>
          </p:nvSpPr>
          <p:spPr>
            <a:xfrm>
              <a:off x="5555650" y="2120600"/>
              <a:ext cx="315725" cy="80050"/>
            </a:xfrm>
            <a:custGeom>
              <a:avLst/>
              <a:gdLst/>
              <a:ahLst/>
              <a:cxnLst/>
              <a:rect l="l" t="t" r="r" b="b"/>
              <a:pathLst>
                <a:path w="12629" h="3202" extrusionOk="0">
                  <a:moveTo>
                    <a:pt x="11146" y="0"/>
                  </a:moveTo>
                  <a:cubicBezTo>
                    <a:pt x="11078" y="0"/>
                    <a:pt x="11009" y="4"/>
                    <a:pt x="10939" y="13"/>
                  </a:cubicBezTo>
                  <a:lnTo>
                    <a:pt x="1326" y="1197"/>
                  </a:lnTo>
                  <a:cubicBezTo>
                    <a:pt x="537" y="1291"/>
                    <a:pt x="0" y="1891"/>
                    <a:pt x="79" y="2554"/>
                  </a:cubicBezTo>
                  <a:lnTo>
                    <a:pt x="174" y="3201"/>
                  </a:lnTo>
                  <a:cubicBezTo>
                    <a:pt x="213" y="3186"/>
                    <a:pt x="253" y="3178"/>
                    <a:pt x="292" y="3178"/>
                  </a:cubicBezTo>
                  <a:cubicBezTo>
                    <a:pt x="332" y="3178"/>
                    <a:pt x="371" y="3186"/>
                    <a:pt x="411" y="3201"/>
                  </a:cubicBezTo>
                  <a:lnTo>
                    <a:pt x="347" y="2633"/>
                  </a:lnTo>
                  <a:cubicBezTo>
                    <a:pt x="284" y="2096"/>
                    <a:pt x="742" y="1528"/>
                    <a:pt x="1358" y="1449"/>
                  </a:cubicBezTo>
                  <a:lnTo>
                    <a:pt x="10971" y="265"/>
                  </a:lnTo>
                  <a:cubicBezTo>
                    <a:pt x="11029" y="258"/>
                    <a:pt x="11087" y="255"/>
                    <a:pt x="11143" y="255"/>
                  </a:cubicBezTo>
                  <a:cubicBezTo>
                    <a:pt x="11703" y="255"/>
                    <a:pt x="12176" y="597"/>
                    <a:pt x="12234" y="1070"/>
                  </a:cubicBezTo>
                  <a:lnTo>
                    <a:pt x="12265" y="1339"/>
                  </a:lnTo>
                  <a:cubicBezTo>
                    <a:pt x="12329" y="1860"/>
                    <a:pt x="11871" y="2333"/>
                    <a:pt x="11239" y="2412"/>
                  </a:cubicBezTo>
                  <a:lnTo>
                    <a:pt x="7214" y="2917"/>
                  </a:lnTo>
                  <a:cubicBezTo>
                    <a:pt x="7183" y="2917"/>
                    <a:pt x="7135" y="2933"/>
                    <a:pt x="7119" y="2965"/>
                  </a:cubicBezTo>
                  <a:cubicBezTo>
                    <a:pt x="7088" y="2996"/>
                    <a:pt x="7072" y="3028"/>
                    <a:pt x="7088" y="3059"/>
                  </a:cubicBezTo>
                  <a:cubicBezTo>
                    <a:pt x="7088" y="3130"/>
                    <a:pt x="7138" y="3188"/>
                    <a:pt x="7206" y="3188"/>
                  </a:cubicBezTo>
                  <a:cubicBezTo>
                    <a:pt x="7214" y="3188"/>
                    <a:pt x="7222" y="3187"/>
                    <a:pt x="7230" y="3186"/>
                  </a:cubicBezTo>
                  <a:lnTo>
                    <a:pt x="11271" y="2696"/>
                  </a:lnTo>
                  <a:cubicBezTo>
                    <a:pt x="12060" y="2602"/>
                    <a:pt x="12628" y="1970"/>
                    <a:pt x="12550" y="1307"/>
                  </a:cubicBezTo>
                  <a:lnTo>
                    <a:pt x="12518" y="1039"/>
                  </a:lnTo>
                  <a:cubicBezTo>
                    <a:pt x="12446" y="434"/>
                    <a:pt x="11849" y="0"/>
                    <a:pt x="111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70">
              <a:extLst>
                <a:ext uri="{FF2B5EF4-FFF2-40B4-BE49-F238E27FC236}">
                  <a16:creationId xmlns:a16="http://schemas.microsoft.com/office/drawing/2014/main" id="{6669F512-0699-4A7A-BBB8-CD8DC246D1A3}"/>
                </a:ext>
              </a:extLst>
            </p:cNvPr>
            <p:cNvSpPr/>
            <p:nvPr/>
          </p:nvSpPr>
          <p:spPr>
            <a:xfrm>
              <a:off x="5553275" y="2118650"/>
              <a:ext cx="320475" cy="83975"/>
            </a:xfrm>
            <a:custGeom>
              <a:avLst/>
              <a:gdLst/>
              <a:ahLst/>
              <a:cxnLst/>
              <a:rect l="l" t="t" r="r" b="b"/>
              <a:pathLst>
                <a:path w="12819" h="3359" extrusionOk="0">
                  <a:moveTo>
                    <a:pt x="11241" y="141"/>
                  </a:moveTo>
                  <a:cubicBezTo>
                    <a:pt x="11898" y="141"/>
                    <a:pt x="12462" y="544"/>
                    <a:pt x="12534" y="1117"/>
                  </a:cubicBezTo>
                  <a:lnTo>
                    <a:pt x="12566" y="1385"/>
                  </a:lnTo>
                  <a:cubicBezTo>
                    <a:pt x="12645" y="2001"/>
                    <a:pt x="12092" y="2585"/>
                    <a:pt x="11350" y="2680"/>
                  </a:cubicBezTo>
                  <a:lnTo>
                    <a:pt x="7309" y="3169"/>
                  </a:lnTo>
                  <a:cubicBezTo>
                    <a:pt x="7262" y="3169"/>
                    <a:pt x="7230" y="3122"/>
                    <a:pt x="7262" y="3090"/>
                  </a:cubicBezTo>
                  <a:cubicBezTo>
                    <a:pt x="7278" y="3074"/>
                    <a:pt x="7293" y="3058"/>
                    <a:pt x="7309" y="3058"/>
                  </a:cubicBezTo>
                  <a:lnTo>
                    <a:pt x="11334" y="2569"/>
                  </a:lnTo>
                  <a:cubicBezTo>
                    <a:pt x="12013" y="2474"/>
                    <a:pt x="12502" y="1953"/>
                    <a:pt x="12439" y="1401"/>
                  </a:cubicBezTo>
                  <a:lnTo>
                    <a:pt x="12408" y="1133"/>
                  </a:lnTo>
                  <a:cubicBezTo>
                    <a:pt x="12336" y="613"/>
                    <a:pt x="11828" y="239"/>
                    <a:pt x="11223" y="239"/>
                  </a:cubicBezTo>
                  <a:cubicBezTo>
                    <a:pt x="11166" y="239"/>
                    <a:pt x="11108" y="242"/>
                    <a:pt x="11050" y="249"/>
                  </a:cubicBezTo>
                  <a:lnTo>
                    <a:pt x="1437" y="1432"/>
                  </a:lnTo>
                  <a:cubicBezTo>
                    <a:pt x="790" y="1527"/>
                    <a:pt x="285" y="2111"/>
                    <a:pt x="364" y="2711"/>
                  </a:cubicBezTo>
                  <a:lnTo>
                    <a:pt x="411" y="3169"/>
                  </a:lnTo>
                  <a:lnTo>
                    <a:pt x="316" y="3169"/>
                  </a:lnTo>
                  <a:lnTo>
                    <a:pt x="237" y="2601"/>
                  </a:lnTo>
                  <a:cubicBezTo>
                    <a:pt x="174" y="1985"/>
                    <a:pt x="679" y="1417"/>
                    <a:pt x="1421" y="1338"/>
                  </a:cubicBezTo>
                  <a:lnTo>
                    <a:pt x="11034" y="154"/>
                  </a:lnTo>
                  <a:cubicBezTo>
                    <a:pt x="11104" y="145"/>
                    <a:pt x="11173" y="141"/>
                    <a:pt x="11241" y="141"/>
                  </a:cubicBezTo>
                  <a:close/>
                  <a:moveTo>
                    <a:pt x="11225" y="0"/>
                  </a:moveTo>
                  <a:cubicBezTo>
                    <a:pt x="11157" y="0"/>
                    <a:pt x="11088" y="4"/>
                    <a:pt x="11019" y="12"/>
                  </a:cubicBezTo>
                  <a:lnTo>
                    <a:pt x="1405" y="1196"/>
                  </a:lnTo>
                  <a:cubicBezTo>
                    <a:pt x="585" y="1306"/>
                    <a:pt x="1" y="1938"/>
                    <a:pt x="95" y="2648"/>
                  </a:cubicBezTo>
                  <a:lnTo>
                    <a:pt x="190" y="3295"/>
                  </a:lnTo>
                  <a:cubicBezTo>
                    <a:pt x="190" y="3327"/>
                    <a:pt x="206" y="3342"/>
                    <a:pt x="221" y="3358"/>
                  </a:cubicBezTo>
                  <a:lnTo>
                    <a:pt x="285" y="3358"/>
                  </a:lnTo>
                  <a:cubicBezTo>
                    <a:pt x="316" y="3342"/>
                    <a:pt x="348" y="3335"/>
                    <a:pt x="377" y="3335"/>
                  </a:cubicBezTo>
                  <a:cubicBezTo>
                    <a:pt x="407" y="3335"/>
                    <a:pt x="435" y="3342"/>
                    <a:pt x="458" y="3358"/>
                  </a:cubicBezTo>
                  <a:cubicBezTo>
                    <a:pt x="490" y="3358"/>
                    <a:pt x="521" y="3358"/>
                    <a:pt x="537" y="3342"/>
                  </a:cubicBezTo>
                  <a:cubicBezTo>
                    <a:pt x="569" y="3327"/>
                    <a:pt x="585" y="3295"/>
                    <a:pt x="569" y="3264"/>
                  </a:cubicBezTo>
                  <a:lnTo>
                    <a:pt x="521" y="2695"/>
                  </a:lnTo>
                  <a:cubicBezTo>
                    <a:pt x="458" y="2190"/>
                    <a:pt x="900" y="1669"/>
                    <a:pt x="1453" y="1606"/>
                  </a:cubicBezTo>
                  <a:lnTo>
                    <a:pt x="11066" y="422"/>
                  </a:lnTo>
                  <a:cubicBezTo>
                    <a:pt x="11126" y="414"/>
                    <a:pt x="11185" y="411"/>
                    <a:pt x="11243" y="411"/>
                  </a:cubicBezTo>
                  <a:cubicBezTo>
                    <a:pt x="11768" y="411"/>
                    <a:pt x="12207" y="722"/>
                    <a:pt x="12250" y="1148"/>
                  </a:cubicBezTo>
                  <a:lnTo>
                    <a:pt x="12281" y="1417"/>
                  </a:lnTo>
                  <a:cubicBezTo>
                    <a:pt x="12345" y="1890"/>
                    <a:pt x="11918" y="2348"/>
                    <a:pt x="11319" y="2411"/>
                  </a:cubicBezTo>
                  <a:lnTo>
                    <a:pt x="7309" y="2916"/>
                  </a:lnTo>
                  <a:cubicBezTo>
                    <a:pt x="7246" y="2916"/>
                    <a:pt x="7183" y="2948"/>
                    <a:pt x="7151" y="2995"/>
                  </a:cubicBezTo>
                  <a:cubicBezTo>
                    <a:pt x="7104" y="3043"/>
                    <a:pt x="7088" y="3090"/>
                    <a:pt x="7104" y="3153"/>
                  </a:cubicBezTo>
                  <a:cubicBezTo>
                    <a:pt x="7118" y="3254"/>
                    <a:pt x="7199" y="3329"/>
                    <a:pt x="7309" y="3329"/>
                  </a:cubicBezTo>
                  <a:cubicBezTo>
                    <a:pt x="7319" y="3329"/>
                    <a:pt x="7330" y="3328"/>
                    <a:pt x="7341" y="3327"/>
                  </a:cubicBezTo>
                  <a:lnTo>
                    <a:pt x="11366" y="2837"/>
                  </a:lnTo>
                  <a:cubicBezTo>
                    <a:pt x="12203" y="2727"/>
                    <a:pt x="12818" y="2080"/>
                    <a:pt x="12723" y="1385"/>
                  </a:cubicBezTo>
                  <a:lnTo>
                    <a:pt x="12692" y="1117"/>
                  </a:lnTo>
                  <a:cubicBezTo>
                    <a:pt x="12605" y="466"/>
                    <a:pt x="11974" y="0"/>
                    <a:pt x="112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70">
              <a:extLst>
                <a:ext uri="{FF2B5EF4-FFF2-40B4-BE49-F238E27FC236}">
                  <a16:creationId xmlns:a16="http://schemas.microsoft.com/office/drawing/2014/main" id="{B65B3F7B-7B4C-EBA0-6923-536603A4A4CC}"/>
                </a:ext>
              </a:extLst>
            </p:cNvPr>
            <p:cNvSpPr/>
            <p:nvPr/>
          </p:nvSpPr>
          <p:spPr>
            <a:xfrm>
              <a:off x="5558000" y="2094575"/>
              <a:ext cx="380450" cy="141425"/>
            </a:xfrm>
            <a:custGeom>
              <a:avLst/>
              <a:gdLst/>
              <a:ahLst/>
              <a:cxnLst/>
              <a:rect l="l" t="t" r="r" b="b"/>
              <a:pathLst>
                <a:path w="15218" h="5657" extrusionOk="0">
                  <a:moveTo>
                    <a:pt x="13318" y="1"/>
                  </a:moveTo>
                  <a:cubicBezTo>
                    <a:pt x="13257" y="1"/>
                    <a:pt x="13196" y="5"/>
                    <a:pt x="13134" y="12"/>
                  </a:cubicBezTo>
                  <a:lnTo>
                    <a:pt x="5999" y="880"/>
                  </a:lnTo>
                  <a:cubicBezTo>
                    <a:pt x="5920" y="896"/>
                    <a:pt x="5889" y="959"/>
                    <a:pt x="5889" y="1038"/>
                  </a:cubicBezTo>
                  <a:cubicBezTo>
                    <a:pt x="5905" y="1085"/>
                    <a:pt x="5952" y="1133"/>
                    <a:pt x="6015" y="1133"/>
                  </a:cubicBezTo>
                  <a:lnTo>
                    <a:pt x="13166" y="264"/>
                  </a:lnTo>
                  <a:cubicBezTo>
                    <a:pt x="13220" y="258"/>
                    <a:pt x="13273" y="255"/>
                    <a:pt x="13326" y="255"/>
                  </a:cubicBezTo>
                  <a:cubicBezTo>
                    <a:pt x="14065" y="255"/>
                    <a:pt x="14704" y="860"/>
                    <a:pt x="14808" y="1685"/>
                  </a:cubicBezTo>
                  <a:lnTo>
                    <a:pt x="14855" y="2127"/>
                  </a:lnTo>
                  <a:cubicBezTo>
                    <a:pt x="14965" y="3011"/>
                    <a:pt x="14413" y="3816"/>
                    <a:pt x="13624" y="3911"/>
                  </a:cubicBezTo>
                  <a:lnTo>
                    <a:pt x="1579" y="5395"/>
                  </a:lnTo>
                  <a:cubicBezTo>
                    <a:pt x="1536" y="5400"/>
                    <a:pt x="1493" y="5402"/>
                    <a:pt x="1450" y="5402"/>
                  </a:cubicBezTo>
                  <a:cubicBezTo>
                    <a:pt x="823" y="5402"/>
                    <a:pt x="373" y="4857"/>
                    <a:pt x="269" y="3911"/>
                  </a:cubicBezTo>
                  <a:lnTo>
                    <a:pt x="222" y="3595"/>
                  </a:lnTo>
                  <a:cubicBezTo>
                    <a:pt x="222" y="3579"/>
                    <a:pt x="206" y="3564"/>
                    <a:pt x="206" y="3564"/>
                  </a:cubicBezTo>
                  <a:lnTo>
                    <a:pt x="175" y="3564"/>
                  </a:lnTo>
                  <a:cubicBezTo>
                    <a:pt x="127" y="3579"/>
                    <a:pt x="80" y="3595"/>
                    <a:pt x="32" y="3595"/>
                  </a:cubicBezTo>
                  <a:cubicBezTo>
                    <a:pt x="27" y="3590"/>
                    <a:pt x="22" y="3588"/>
                    <a:pt x="17" y="3588"/>
                  </a:cubicBezTo>
                  <a:cubicBezTo>
                    <a:pt x="8" y="3588"/>
                    <a:pt x="1" y="3595"/>
                    <a:pt x="1" y="3595"/>
                  </a:cubicBezTo>
                  <a:cubicBezTo>
                    <a:pt x="1" y="3611"/>
                    <a:pt x="1" y="3627"/>
                    <a:pt x="1" y="3627"/>
                  </a:cubicBezTo>
                  <a:lnTo>
                    <a:pt x="48" y="3942"/>
                  </a:lnTo>
                  <a:cubicBezTo>
                    <a:pt x="166" y="5020"/>
                    <a:pt x="713" y="5656"/>
                    <a:pt x="1468" y="5656"/>
                  </a:cubicBezTo>
                  <a:cubicBezTo>
                    <a:pt x="1520" y="5656"/>
                    <a:pt x="1573" y="5653"/>
                    <a:pt x="1627" y="5647"/>
                  </a:cubicBezTo>
                  <a:lnTo>
                    <a:pt x="13655" y="4163"/>
                  </a:lnTo>
                  <a:cubicBezTo>
                    <a:pt x="14571" y="4053"/>
                    <a:pt x="15218" y="3122"/>
                    <a:pt x="15092" y="2096"/>
                  </a:cubicBezTo>
                  <a:lnTo>
                    <a:pt x="15044" y="1669"/>
                  </a:lnTo>
                  <a:cubicBezTo>
                    <a:pt x="14926" y="711"/>
                    <a:pt x="14175" y="1"/>
                    <a:pt x="1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70">
              <a:extLst>
                <a:ext uri="{FF2B5EF4-FFF2-40B4-BE49-F238E27FC236}">
                  <a16:creationId xmlns:a16="http://schemas.microsoft.com/office/drawing/2014/main" id="{A9AD6A53-48E8-E2F1-3828-FA5DDE191093}"/>
                </a:ext>
              </a:extLst>
            </p:cNvPr>
            <p:cNvSpPr/>
            <p:nvPr/>
          </p:nvSpPr>
          <p:spPr>
            <a:xfrm>
              <a:off x="5555650" y="2092625"/>
              <a:ext cx="384775" cy="145025"/>
            </a:xfrm>
            <a:custGeom>
              <a:avLst/>
              <a:gdLst/>
              <a:ahLst/>
              <a:cxnLst/>
              <a:rect l="l" t="t" r="r" b="b"/>
              <a:pathLst>
                <a:path w="15391" h="5801" extrusionOk="0">
                  <a:moveTo>
                    <a:pt x="13464" y="170"/>
                  </a:moveTo>
                  <a:cubicBezTo>
                    <a:pt x="14264" y="170"/>
                    <a:pt x="14959" y="846"/>
                    <a:pt x="15075" y="1763"/>
                  </a:cubicBezTo>
                  <a:lnTo>
                    <a:pt x="15123" y="2189"/>
                  </a:lnTo>
                  <a:cubicBezTo>
                    <a:pt x="15233" y="3184"/>
                    <a:pt x="14617" y="4052"/>
                    <a:pt x="13733" y="4163"/>
                  </a:cubicBezTo>
                  <a:lnTo>
                    <a:pt x="1705" y="5646"/>
                  </a:lnTo>
                  <a:cubicBezTo>
                    <a:pt x="1653" y="5653"/>
                    <a:pt x="1602" y="5656"/>
                    <a:pt x="1551" y="5656"/>
                  </a:cubicBezTo>
                  <a:cubicBezTo>
                    <a:pt x="841" y="5656"/>
                    <a:pt x="323" y="5038"/>
                    <a:pt x="205" y="4020"/>
                  </a:cubicBezTo>
                  <a:lnTo>
                    <a:pt x="174" y="3736"/>
                  </a:lnTo>
                  <a:lnTo>
                    <a:pt x="253" y="3736"/>
                  </a:lnTo>
                  <a:lnTo>
                    <a:pt x="284" y="4005"/>
                  </a:lnTo>
                  <a:cubicBezTo>
                    <a:pt x="403" y="4997"/>
                    <a:pt x="869" y="5559"/>
                    <a:pt x="1552" y="5559"/>
                  </a:cubicBezTo>
                  <a:cubicBezTo>
                    <a:pt x="1597" y="5559"/>
                    <a:pt x="1643" y="5556"/>
                    <a:pt x="1689" y="5552"/>
                  </a:cubicBezTo>
                  <a:lnTo>
                    <a:pt x="13733" y="4068"/>
                  </a:lnTo>
                  <a:cubicBezTo>
                    <a:pt x="14554" y="3973"/>
                    <a:pt x="15154" y="3121"/>
                    <a:pt x="15028" y="2205"/>
                  </a:cubicBezTo>
                  <a:lnTo>
                    <a:pt x="14980" y="1763"/>
                  </a:lnTo>
                  <a:cubicBezTo>
                    <a:pt x="14877" y="891"/>
                    <a:pt x="14192" y="255"/>
                    <a:pt x="13419" y="255"/>
                  </a:cubicBezTo>
                  <a:cubicBezTo>
                    <a:pt x="13366" y="255"/>
                    <a:pt x="13313" y="257"/>
                    <a:pt x="13260" y="264"/>
                  </a:cubicBezTo>
                  <a:lnTo>
                    <a:pt x="6093" y="1148"/>
                  </a:lnTo>
                  <a:cubicBezTo>
                    <a:pt x="6093" y="1132"/>
                    <a:pt x="6078" y="1116"/>
                    <a:pt x="6078" y="1116"/>
                  </a:cubicBezTo>
                  <a:cubicBezTo>
                    <a:pt x="6078" y="1100"/>
                    <a:pt x="6078" y="1053"/>
                    <a:pt x="6125" y="1053"/>
                  </a:cubicBezTo>
                  <a:lnTo>
                    <a:pt x="13260" y="185"/>
                  </a:lnTo>
                  <a:cubicBezTo>
                    <a:pt x="13328" y="175"/>
                    <a:pt x="13396" y="170"/>
                    <a:pt x="13464" y="170"/>
                  </a:cubicBezTo>
                  <a:close/>
                  <a:moveTo>
                    <a:pt x="13412" y="0"/>
                  </a:moveTo>
                  <a:cubicBezTo>
                    <a:pt x="13351" y="0"/>
                    <a:pt x="13290" y="4"/>
                    <a:pt x="13228" y="11"/>
                  </a:cubicBezTo>
                  <a:lnTo>
                    <a:pt x="6078" y="895"/>
                  </a:lnTo>
                  <a:cubicBezTo>
                    <a:pt x="5967" y="895"/>
                    <a:pt x="5888" y="1005"/>
                    <a:pt x="5904" y="1116"/>
                  </a:cubicBezTo>
                  <a:cubicBezTo>
                    <a:pt x="5918" y="1217"/>
                    <a:pt x="5986" y="1292"/>
                    <a:pt x="6081" y="1292"/>
                  </a:cubicBezTo>
                  <a:cubicBezTo>
                    <a:pt x="6090" y="1292"/>
                    <a:pt x="6100" y="1291"/>
                    <a:pt x="6109" y="1290"/>
                  </a:cubicBezTo>
                  <a:lnTo>
                    <a:pt x="13276" y="421"/>
                  </a:lnTo>
                  <a:cubicBezTo>
                    <a:pt x="13327" y="415"/>
                    <a:pt x="13379" y="412"/>
                    <a:pt x="13430" y="412"/>
                  </a:cubicBezTo>
                  <a:cubicBezTo>
                    <a:pt x="14125" y="412"/>
                    <a:pt x="14734" y="999"/>
                    <a:pt x="14823" y="1779"/>
                  </a:cubicBezTo>
                  <a:lnTo>
                    <a:pt x="14870" y="2221"/>
                  </a:lnTo>
                  <a:cubicBezTo>
                    <a:pt x="14980" y="3058"/>
                    <a:pt x="14460" y="3815"/>
                    <a:pt x="13702" y="3910"/>
                  </a:cubicBezTo>
                  <a:lnTo>
                    <a:pt x="1673" y="5394"/>
                  </a:lnTo>
                  <a:cubicBezTo>
                    <a:pt x="1629" y="5399"/>
                    <a:pt x="1586" y="5402"/>
                    <a:pt x="1544" y="5402"/>
                  </a:cubicBezTo>
                  <a:cubicBezTo>
                    <a:pt x="951" y="5402"/>
                    <a:pt x="545" y="4888"/>
                    <a:pt x="442" y="3989"/>
                  </a:cubicBezTo>
                  <a:lnTo>
                    <a:pt x="395" y="3657"/>
                  </a:lnTo>
                  <a:cubicBezTo>
                    <a:pt x="381" y="3603"/>
                    <a:pt x="332" y="3560"/>
                    <a:pt x="267" y="3560"/>
                  </a:cubicBezTo>
                  <a:cubicBezTo>
                    <a:pt x="257" y="3560"/>
                    <a:pt x="247" y="3561"/>
                    <a:pt x="237" y="3563"/>
                  </a:cubicBezTo>
                  <a:cubicBezTo>
                    <a:pt x="205" y="3578"/>
                    <a:pt x="158" y="3594"/>
                    <a:pt x="126" y="3594"/>
                  </a:cubicBezTo>
                  <a:cubicBezTo>
                    <a:pt x="95" y="3594"/>
                    <a:pt x="63" y="3594"/>
                    <a:pt x="32" y="3626"/>
                  </a:cubicBezTo>
                  <a:cubicBezTo>
                    <a:pt x="16" y="3657"/>
                    <a:pt x="0" y="3689"/>
                    <a:pt x="16" y="3721"/>
                  </a:cubicBezTo>
                  <a:lnTo>
                    <a:pt x="48" y="4036"/>
                  </a:lnTo>
                  <a:cubicBezTo>
                    <a:pt x="194" y="5149"/>
                    <a:pt x="748" y="5800"/>
                    <a:pt x="1533" y="5800"/>
                  </a:cubicBezTo>
                  <a:cubicBezTo>
                    <a:pt x="1594" y="5800"/>
                    <a:pt x="1657" y="5796"/>
                    <a:pt x="1721" y="5788"/>
                  </a:cubicBezTo>
                  <a:lnTo>
                    <a:pt x="13765" y="4320"/>
                  </a:lnTo>
                  <a:cubicBezTo>
                    <a:pt x="14728" y="4194"/>
                    <a:pt x="15391" y="3231"/>
                    <a:pt x="15249" y="2174"/>
                  </a:cubicBezTo>
                  <a:lnTo>
                    <a:pt x="15201" y="1732"/>
                  </a:lnTo>
                  <a:cubicBezTo>
                    <a:pt x="15083" y="742"/>
                    <a:pt x="14301" y="0"/>
                    <a:pt x="13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70">
            <a:extLst>
              <a:ext uri="{FF2B5EF4-FFF2-40B4-BE49-F238E27FC236}">
                <a16:creationId xmlns:a16="http://schemas.microsoft.com/office/drawing/2014/main" id="{D5E4E8AB-0404-8E61-1450-3B08E0E438A2}"/>
              </a:ext>
            </a:extLst>
          </p:cNvPr>
          <p:cNvSpPr/>
          <p:nvPr/>
        </p:nvSpPr>
        <p:spPr>
          <a:xfrm>
            <a:off x="1088875" y="2342275"/>
            <a:ext cx="488959" cy="458946"/>
          </a:xfrm>
          <a:custGeom>
            <a:avLst/>
            <a:gdLst/>
            <a:ahLst/>
            <a:cxnLst/>
            <a:rect l="l" t="t" r="r" b="b"/>
            <a:pathLst>
              <a:path w="9172" h="8609" extrusionOk="0">
                <a:moveTo>
                  <a:pt x="7636" y="0"/>
                </a:moveTo>
                <a:cubicBezTo>
                  <a:pt x="7422" y="0"/>
                  <a:pt x="7211" y="44"/>
                  <a:pt x="7009" y="132"/>
                </a:cubicBezTo>
                <a:cubicBezTo>
                  <a:pt x="6694" y="258"/>
                  <a:pt x="6394" y="416"/>
                  <a:pt x="6125" y="637"/>
                </a:cubicBezTo>
                <a:cubicBezTo>
                  <a:pt x="5604" y="1032"/>
                  <a:pt x="5178" y="1521"/>
                  <a:pt x="4815" y="2073"/>
                </a:cubicBezTo>
                <a:cubicBezTo>
                  <a:pt x="4723" y="2224"/>
                  <a:pt x="4636" y="2374"/>
                  <a:pt x="4555" y="2527"/>
                </a:cubicBezTo>
                <a:lnTo>
                  <a:pt x="4555" y="2527"/>
                </a:lnTo>
                <a:cubicBezTo>
                  <a:pt x="4499" y="2338"/>
                  <a:pt x="4431" y="2153"/>
                  <a:pt x="4357" y="1979"/>
                </a:cubicBezTo>
                <a:cubicBezTo>
                  <a:pt x="4231" y="1631"/>
                  <a:pt x="4042" y="1316"/>
                  <a:pt x="3805" y="1032"/>
                </a:cubicBezTo>
                <a:cubicBezTo>
                  <a:pt x="3679" y="890"/>
                  <a:pt x="3521" y="763"/>
                  <a:pt x="3347" y="653"/>
                </a:cubicBezTo>
                <a:cubicBezTo>
                  <a:pt x="3189" y="558"/>
                  <a:pt x="3016" y="479"/>
                  <a:pt x="2842" y="432"/>
                </a:cubicBezTo>
                <a:cubicBezTo>
                  <a:pt x="2622" y="355"/>
                  <a:pt x="2391" y="314"/>
                  <a:pt x="2158" y="314"/>
                </a:cubicBezTo>
                <a:cubicBezTo>
                  <a:pt x="2007" y="314"/>
                  <a:pt x="1855" y="331"/>
                  <a:pt x="1705" y="369"/>
                </a:cubicBezTo>
                <a:cubicBezTo>
                  <a:pt x="1327" y="463"/>
                  <a:pt x="979" y="669"/>
                  <a:pt x="711" y="953"/>
                </a:cubicBezTo>
                <a:cubicBezTo>
                  <a:pt x="458" y="1221"/>
                  <a:pt x="269" y="1537"/>
                  <a:pt x="143" y="1884"/>
                </a:cubicBezTo>
                <a:cubicBezTo>
                  <a:pt x="111" y="1979"/>
                  <a:pt x="95" y="2058"/>
                  <a:pt x="64" y="2152"/>
                </a:cubicBezTo>
                <a:cubicBezTo>
                  <a:pt x="64" y="2200"/>
                  <a:pt x="48" y="2247"/>
                  <a:pt x="32" y="2294"/>
                </a:cubicBezTo>
                <a:cubicBezTo>
                  <a:pt x="32" y="2326"/>
                  <a:pt x="16" y="2373"/>
                  <a:pt x="16" y="2405"/>
                </a:cubicBezTo>
                <a:cubicBezTo>
                  <a:pt x="1" y="2500"/>
                  <a:pt x="1" y="2594"/>
                  <a:pt x="1" y="2673"/>
                </a:cubicBezTo>
                <a:lnTo>
                  <a:pt x="1" y="2942"/>
                </a:lnTo>
                <a:cubicBezTo>
                  <a:pt x="32" y="3636"/>
                  <a:pt x="237" y="4299"/>
                  <a:pt x="585" y="4899"/>
                </a:cubicBezTo>
                <a:cubicBezTo>
                  <a:pt x="916" y="5467"/>
                  <a:pt x="1327" y="5988"/>
                  <a:pt x="1800" y="6446"/>
                </a:cubicBezTo>
                <a:cubicBezTo>
                  <a:pt x="2021" y="6683"/>
                  <a:pt x="2274" y="6888"/>
                  <a:pt x="2510" y="7109"/>
                </a:cubicBezTo>
                <a:cubicBezTo>
                  <a:pt x="2763" y="7314"/>
                  <a:pt x="3031" y="7519"/>
                  <a:pt x="3300" y="7693"/>
                </a:cubicBezTo>
                <a:cubicBezTo>
                  <a:pt x="3821" y="8056"/>
                  <a:pt x="4389" y="8372"/>
                  <a:pt x="4989" y="8609"/>
                </a:cubicBezTo>
                <a:cubicBezTo>
                  <a:pt x="4720" y="8451"/>
                  <a:pt x="4452" y="8277"/>
                  <a:pt x="4215" y="8088"/>
                </a:cubicBezTo>
                <a:cubicBezTo>
                  <a:pt x="3947" y="7898"/>
                  <a:pt x="3694" y="7709"/>
                  <a:pt x="3458" y="7504"/>
                </a:cubicBezTo>
                <a:cubicBezTo>
                  <a:pt x="2968" y="7109"/>
                  <a:pt x="2526" y="6667"/>
                  <a:pt x="2116" y="6193"/>
                </a:cubicBezTo>
                <a:cubicBezTo>
                  <a:pt x="1705" y="5720"/>
                  <a:pt x="1358" y="5199"/>
                  <a:pt x="1074" y="4646"/>
                </a:cubicBezTo>
                <a:cubicBezTo>
                  <a:pt x="806" y="4126"/>
                  <a:pt x="648" y="3541"/>
                  <a:pt x="648" y="2942"/>
                </a:cubicBezTo>
                <a:lnTo>
                  <a:pt x="664" y="2736"/>
                </a:lnTo>
                <a:lnTo>
                  <a:pt x="695" y="2531"/>
                </a:lnTo>
                <a:cubicBezTo>
                  <a:pt x="711" y="2500"/>
                  <a:pt x="727" y="2452"/>
                  <a:pt x="727" y="2421"/>
                </a:cubicBezTo>
                <a:lnTo>
                  <a:pt x="743" y="2326"/>
                </a:lnTo>
                <a:cubicBezTo>
                  <a:pt x="774" y="2263"/>
                  <a:pt x="790" y="2200"/>
                  <a:pt x="821" y="2137"/>
                </a:cubicBezTo>
                <a:cubicBezTo>
                  <a:pt x="916" y="1868"/>
                  <a:pt x="1058" y="1647"/>
                  <a:pt x="1248" y="1458"/>
                </a:cubicBezTo>
                <a:cubicBezTo>
                  <a:pt x="1494" y="1201"/>
                  <a:pt x="1821" y="1067"/>
                  <a:pt x="2158" y="1067"/>
                </a:cubicBezTo>
                <a:cubicBezTo>
                  <a:pt x="2318" y="1067"/>
                  <a:pt x="2480" y="1097"/>
                  <a:pt x="2637" y="1158"/>
                </a:cubicBezTo>
                <a:cubicBezTo>
                  <a:pt x="2763" y="1189"/>
                  <a:pt x="2874" y="1253"/>
                  <a:pt x="3000" y="1316"/>
                </a:cubicBezTo>
                <a:cubicBezTo>
                  <a:pt x="3095" y="1379"/>
                  <a:pt x="3189" y="1458"/>
                  <a:pt x="3268" y="1553"/>
                </a:cubicBezTo>
                <a:cubicBezTo>
                  <a:pt x="3442" y="1773"/>
                  <a:pt x="3584" y="2010"/>
                  <a:pt x="3679" y="2263"/>
                </a:cubicBezTo>
                <a:cubicBezTo>
                  <a:pt x="3773" y="2547"/>
                  <a:pt x="3868" y="2831"/>
                  <a:pt x="3931" y="3131"/>
                </a:cubicBezTo>
                <a:lnTo>
                  <a:pt x="4091" y="3916"/>
                </a:lnTo>
                <a:lnTo>
                  <a:pt x="4091" y="3916"/>
                </a:lnTo>
                <a:cubicBezTo>
                  <a:pt x="4090" y="3923"/>
                  <a:pt x="4090" y="3929"/>
                  <a:pt x="4089" y="3936"/>
                </a:cubicBezTo>
                <a:lnTo>
                  <a:pt x="4095" y="3936"/>
                </a:lnTo>
                <a:lnTo>
                  <a:pt x="4121" y="4062"/>
                </a:lnTo>
                <a:cubicBezTo>
                  <a:pt x="4173" y="4264"/>
                  <a:pt x="4338" y="4359"/>
                  <a:pt x="4502" y="4359"/>
                </a:cubicBezTo>
                <a:cubicBezTo>
                  <a:pt x="4686" y="4359"/>
                  <a:pt x="4869" y="4240"/>
                  <a:pt x="4894" y="4015"/>
                </a:cubicBezTo>
                <a:cubicBezTo>
                  <a:pt x="4926" y="3747"/>
                  <a:pt x="4989" y="3494"/>
                  <a:pt x="5099" y="3242"/>
                </a:cubicBezTo>
                <a:cubicBezTo>
                  <a:pt x="5210" y="2989"/>
                  <a:pt x="5336" y="2736"/>
                  <a:pt x="5494" y="2500"/>
                </a:cubicBezTo>
                <a:cubicBezTo>
                  <a:pt x="5794" y="2010"/>
                  <a:pt x="6173" y="1584"/>
                  <a:pt x="6599" y="1205"/>
                </a:cubicBezTo>
                <a:cubicBezTo>
                  <a:pt x="6804" y="1032"/>
                  <a:pt x="7041" y="890"/>
                  <a:pt x="7278" y="779"/>
                </a:cubicBezTo>
                <a:cubicBezTo>
                  <a:pt x="7410" y="718"/>
                  <a:pt x="7556" y="683"/>
                  <a:pt x="7702" y="683"/>
                </a:cubicBezTo>
                <a:cubicBezTo>
                  <a:pt x="7782" y="683"/>
                  <a:pt x="7862" y="694"/>
                  <a:pt x="7941" y="716"/>
                </a:cubicBezTo>
                <a:cubicBezTo>
                  <a:pt x="8146" y="795"/>
                  <a:pt x="8319" y="953"/>
                  <a:pt x="8398" y="1174"/>
                </a:cubicBezTo>
                <a:cubicBezTo>
                  <a:pt x="8462" y="1284"/>
                  <a:pt x="8509" y="1410"/>
                  <a:pt x="8556" y="1537"/>
                </a:cubicBezTo>
                <a:lnTo>
                  <a:pt x="8556" y="1568"/>
                </a:lnTo>
                <a:lnTo>
                  <a:pt x="8572" y="1631"/>
                </a:lnTo>
                <a:lnTo>
                  <a:pt x="8588" y="1742"/>
                </a:lnTo>
                <a:cubicBezTo>
                  <a:pt x="8604" y="1805"/>
                  <a:pt x="8604" y="1868"/>
                  <a:pt x="8619" y="1931"/>
                </a:cubicBezTo>
                <a:cubicBezTo>
                  <a:pt x="8651" y="2500"/>
                  <a:pt x="8540" y="3068"/>
                  <a:pt x="8319" y="3605"/>
                </a:cubicBezTo>
                <a:cubicBezTo>
                  <a:pt x="8098" y="4157"/>
                  <a:pt x="7830" y="4694"/>
                  <a:pt x="7530" y="5215"/>
                </a:cubicBezTo>
                <a:cubicBezTo>
                  <a:pt x="7230" y="5736"/>
                  <a:pt x="6899" y="6241"/>
                  <a:pt x="6583" y="6777"/>
                </a:cubicBezTo>
                <a:cubicBezTo>
                  <a:pt x="6252" y="7298"/>
                  <a:pt x="5983" y="7835"/>
                  <a:pt x="5762" y="8403"/>
                </a:cubicBezTo>
                <a:cubicBezTo>
                  <a:pt x="6046" y="7867"/>
                  <a:pt x="6378" y="7361"/>
                  <a:pt x="6741" y="6872"/>
                </a:cubicBezTo>
                <a:cubicBezTo>
                  <a:pt x="7104" y="6383"/>
                  <a:pt x="7467" y="5893"/>
                  <a:pt x="7814" y="5388"/>
                </a:cubicBezTo>
                <a:cubicBezTo>
                  <a:pt x="8177" y="4883"/>
                  <a:pt x="8477" y="4347"/>
                  <a:pt x="8746" y="3778"/>
                </a:cubicBezTo>
                <a:cubicBezTo>
                  <a:pt x="9030" y="3194"/>
                  <a:pt x="9172" y="2531"/>
                  <a:pt x="9156" y="1884"/>
                </a:cubicBezTo>
                <a:cubicBezTo>
                  <a:pt x="9156" y="1805"/>
                  <a:pt x="9140" y="1695"/>
                  <a:pt x="9125" y="1616"/>
                </a:cubicBezTo>
                <a:lnTo>
                  <a:pt x="9109" y="1505"/>
                </a:lnTo>
                <a:lnTo>
                  <a:pt x="9109" y="1458"/>
                </a:lnTo>
                <a:lnTo>
                  <a:pt x="9093" y="1379"/>
                </a:lnTo>
                <a:cubicBezTo>
                  <a:pt x="9046" y="1221"/>
                  <a:pt x="8998" y="1047"/>
                  <a:pt x="8935" y="890"/>
                </a:cubicBezTo>
                <a:cubicBezTo>
                  <a:pt x="8856" y="732"/>
                  <a:pt x="8746" y="574"/>
                  <a:pt x="8635" y="432"/>
                </a:cubicBezTo>
                <a:cubicBezTo>
                  <a:pt x="8493" y="274"/>
                  <a:pt x="8319" y="163"/>
                  <a:pt x="8146" y="84"/>
                </a:cubicBezTo>
                <a:cubicBezTo>
                  <a:pt x="7977" y="28"/>
                  <a:pt x="7806" y="0"/>
                  <a:pt x="76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8" name="Google Shape;2398;p70">
            <a:extLst>
              <a:ext uri="{FF2B5EF4-FFF2-40B4-BE49-F238E27FC236}">
                <a16:creationId xmlns:a16="http://schemas.microsoft.com/office/drawing/2014/main" id="{C87E2399-51B7-E752-F287-1CF3A8C5C4A1}"/>
              </a:ext>
            </a:extLst>
          </p:cNvPr>
          <p:cNvSpPr/>
          <p:nvPr/>
        </p:nvSpPr>
        <p:spPr>
          <a:xfrm>
            <a:off x="8343600" y="4355367"/>
            <a:ext cx="521798" cy="411660"/>
          </a:xfrm>
          <a:custGeom>
            <a:avLst/>
            <a:gdLst/>
            <a:ahLst/>
            <a:cxnLst/>
            <a:rect l="l" t="t" r="r" b="b"/>
            <a:pathLst>
              <a:path w="9788" h="7722" extrusionOk="0">
                <a:moveTo>
                  <a:pt x="7767" y="0"/>
                </a:moveTo>
                <a:cubicBezTo>
                  <a:pt x="7677" y="0"/>
                  <a:pt x="7587" y="6"/>
                  <a:pt x="7498" y="18"/>
                </a:cubicBezTo>
                <a:cubicBezTo>
                  <a:pt x="6772" y="97"/>
                  <a:pt x="6109" y="476"/>
                  <a:pt x="5683" y="1060"/>
                </a:cubicBezTo>
                <a:cubicBezTo>
                  <a:pt x="5478" y="1344"/>
                  <a:pt x="5320" y="1644"/>
                  <a:pt x="5194" y="1960"/>
                </a:cubicBezTo>
                <a:cubicBezTo>
                  <a:pt x="5088" y="2211"/>
                  <a:pt x="4998" y="2469"/>
                  <a:pt x="4918" y="2725"/>
                </a:cubicBezTo>
                <a:lnTo>
                  <a:pt x="4918" y="2725"/>
                </a:lnTo>
                <a:cubicBezTo>
                  <a:pt x="4822" y="2510"/>
                  <a:pt x="4721" y="2296"/>
                  <a:pt x="4610" y="2086"/>
                </a:cubicBezTo>
                <a:cubicBezTo>
                  <a:pt x="4468" y="1802"/>
                  <a:pt x="4294" y="1533"/>
                  <a:pt x="4120" y="1281"/>
                </a:cubicBezTo>
                <a:cubicBezTo>
                  <a:pt x="3915" y="997"/>
                  <a:pt x="3663" y="760"/>
                  <a:pt x="3363" y="586"/>
                </a:cubicBezTo>
                <a:cubicBezTo>
                  <a:pt x="3118" y="427"/>
                  <a:pt x="2826" y="344"/>
                  <a:pt x="2538" y="344"/>
                </a:cubicBezTo>
                <a:cubicBezTo>
                  <a:pt x="2454" y="344"/>
                  <a:pt x="2371" y="351"/>
                  <a:pt x="2289" y="365"/>
                </a:cubicBezTo>
                <a:cubicBezTo>
                  <a:pt x="2100" y="397"/>
                  <a:pt x="1942" y="444"/>
                  <a:pt x="1768" y="523"/>
                </a:cubicBezTo>
                <a:cubicBezTo>
                  <a:pt x="1689" y="555"/>
                  <a:pt x="1611" y="586"/>
                  <a:pt x="1547" y="634"/>
                </a:cubicBezTo>
                <a:lnTo>
                  <a:pt x="1421" y="697"/>
                </a:lnTo>
                <a:lnTo>
                  <a:pt x="1342" y="760"/>
                </a:lnTo>
                <a:cubicBezTo>
                  <a:pt x="1058" y="934"/>
                  <a:pt x="806" y="1155"/>
                  <a:pt x="600" y="1407"/>
                </a:cubicBezTo>
                <a:cubicBezTo>
                  <a:pt x="143" y="1944"/>
                  <a:pt x="0" y="2670"/>
                  <a:pt x="206" y="3333"/>
                </a:cubicBezTo>
                <a:cubicBezTo>
                  <a:pt x="285" y="3633"/>
                  <a:pt x="411" y="3933"/>
                  <a:pt x="585" y="4201"/>
                </a:cubicBezTo>
                <a:cubicBezTo>
                  <a:pt x="916" y="4722"/>
                  <a:pt x="1311" y="5180"/>
                  <a:pt x="1753" y="5606"/>
                </a:cubicBezTo>
                <a:cubicBezTo>
                  <a:pt x="2195" y="6001"/>
                  <a:pt x="2652" y="6379"/>
                  <a:pt x="3126" y="6743"/>
                </a:cubicBezTo>
                <a:cubicBezTo>
                  <a:pt x="3615" y="7090"/>
                  <a:pt x="4105" y="7421"/>
                  <a:pt x="4610" y="7721"/>
                </a:cubicBezTo>
                <a:cubicBezTo>
                  <a:pt x="4136" y="7342"/>
                  <a:pt x="3694" y="6979"/>
                  <a:pt x="3268" y="6569"/>
                </a:cubicBezTo>
                <a:cubicBezTo>
                  <a:pt x="2826" y="6190"/>
                  <a:pt x="2416" y="5780"/>
                  <a:pt x="2021" y="5338"/>
                </a:cubicBezTo>
                <a:cubicBezTo>
                  <a:pt x="1642" y="4927"/>
                  <a:pt x="1311" y="4454"/>
                  <a:pt x="1042" y="3964"/>
                </a:cubicBezTo>
                <a:cubicBezTo>
                  <a:pt x="916" y="3728"/>
                  <a:pt x="821" y="3475"/>
                  <a:pt x="758" y="3207"/>
                </a:cubicBezTo>
                <a:cubicBezTo>
                  <a:pt x="695" y="2970"/>
                  <a:pt x="695" y="2717"/>
                  <a:pt x="758" y="2465"/>
                </a:cubicBezTo>
                <a:cubicBezTo>
                  <a:pt x="821" y="2228"/>
                  <a:pt x="948" y="2023"/>
                  <a:pt x="1105" y="1849"/>
                </a:cubicBezTo>
                <a:cubicBezTo>
                  <a:pt x="1279" y="1644"/>
                  <a:pt x="1484" y="1486"/>
                  <a:pt x="1721" y="1360"/>
                </a:cubicBezTo>
                <a:lnTo>
                  <a:pt x="1816" y="1297"/>
                </a:lnTo>
                <a:lnTo>
                  <a:pt x="1895" y="1265"/>
                </a:lnTo>
                <a:cubicBezTo>
                  <a:pt x="1942" y="1233"/>
                  <a:pt x="1989" y="1218"/>
                  <a:pt x="2053" y="1186"/>
                </a:cubicBezTo>
                <a:cubicBezTo>
                  <a:pt x="2163" y="1139"/>
                  <a:pt x="2274" y="1107"/>
                  <a:pt x="2384" y="1107"/>
                </a:cubicBezTo>
                <a:cubicBezTo>
                  <a:pt x="2428" y="1101"/>
                  <a:pt x="2472" y="1098"/>
                  <a:pt x="2515" y="1098"/>
                </a:cubicBezTo>
                <a:cubicBezTo>
                  <a:pt x="2686" y="1098"/>
                  <a:pt x="2845" y="1148"/>
                  <a:pt x="2984" y="1249"/>
                </a:cubicBezTo>
                <a:cubicBezTo>
                  <a:pt x="3189" y="1376"/>
                  <a:pt x="3379" y="1549"/>
                  <a:pt x="3505" y="1754"/>
                </a:cubicBezTo>
                <a:cubicBezTo>
                  <a:pt x="3663" y="1975"/>
                  <a:pt x="3805" y="2212"/>
                  <a:pt x="3931" y="2449"/>
                </a:cubicBezTo>
                <a:cubicBezTo>
                  <a:pt x="4184" y="2954"/>
                  <a:pt x="4389" y="3491"/>
                  <a:pt x="4641" y="4043"/>
                </a:cubicBezTo>
                <a:cubicBezTo>
                  <a:pt x="4716" y="4186"/>
                  <a:pt x="4855" y="4257"/>
                  <a:pt x="4993" y="4257"/>
                </a:cubicBezTo>
                <a:cubicBezTo>
                  <a:pt x="5144" y="4257"/>
                  <a:pt x="5294" y="4170"/>
                  <a:pt x="5352" y="3996"/>
                </a:cubicBezTo>
                <a:cubicBezTo>
                  <a:pt x="5541" y="3380"/>
                  <a:pt x="5683" y="2780"/>
                  <a:pt x="5904" y="2260"/>
                </a:cubicBezTo>
                <a:cubicBezTo>
                  <a:pt x="6125" y="1723"/>
                  <a:pt x="6409" y="1233"/>
                  <a:pt x="6851" y="981"/>
                </a:cubicBezTo>
                <a:cubicBezTo>
                  <a:pt x="7088" y="839"/>
                  <a:pt x="7341" y="744"/>
                  <a:pt x="7593" y="713"/>
                </a:cubicBezTo>
                <a:cubicBezTo>
                  <a:pt x="7674" y="697"/>
                  <a:pt x="7753" y="690"/>
                  <a:pt x="7832" y="690"/>
                </a:cubicBezTo>
                <a:cubicBezTo>
                  <a:pt x="7998" y="690"/>
                  <a:pt x="8158" y="722"/>
                  <a:pt x="8319" y="776"/>
                </a:cubicBezTo>
                <a:cubicBezTo>
                  <a:pt x="8540" y="886"/>
                  <a:pt x="8730" y="1060"/>
                  <a:pt x="8856" y="1265"/>
                </a:cubicBezTo>
                <a:cubicBezTo>
                  <a:pt x="8998" y="1518"/>
                  <a:pt x="9109" y="1770"/>
                  <a:pt x="9172" y="2054"/>
                </a:cubicBezTo>
                <a:cubicBezTo>
                  <a:pt x="9235" y="2307"/>
                  <a:pt x="9235" y="2591"/>
                  <a:pt x="9188" y="2844"/>
                </a:cubicBezTo>
                <a:cubicBezTo>
                  <a:pt x="9124" y="3128"/>
                  <a:pt x="9030" y="3396"/>
                  <a:pt x="8888" y="3633"/>
                </a:cubicBezTo>
                <a:cubicBezTo>
                  <a:pt x="8588" y="4154"/>
                  <a:pt x="8225" y="4643"/>
                  <a:pt x="7798" y="5069"/>
                </a:cubicBezTo>
                <a:cubicBezTo>
                  <a:pt x="7372" y="5527"/>
                  <a:pt x="6930" y="5937"/>
                  <a:pt x="6472" y="6379"/>
                </a:cubicBezTo>
                <a:cubicBezTo>
                  <a:pt x="6251" y="6585"/>
                  <a:pt x="6030" y="6806"/>
                  <a:pt x="5809" y="7027"/>
                </a:cubicBezTo>
                <a:cubicBezTo>
                  <a:pt x="5588" y="7248"/>
                  <a:pt x="5383" y="7469"/>
                  <a:pt x="5178" y="7721"/>
                </a:cubicBezTo>
                <a:cubicBezTo>
                  <a:pt x="5636" y="7295"/>
                  <a:pt x="6109" y="6885"/>
                  <a:pt x="6599" y="6522"/>
                </a:cubicBezTo>
                <a:cubicBezTo>
                  <a:pt x="7088" y="6143"/>
                  <a:pt x="7577" y="5748"/>
                  <a:pt x="8035" y="5322"/>
                </a:cubicBezTo>
                <a:cubicBezTo>
                  <a:pt x="8525" y="4896"/>
                  <a:pt x="8935" y="4406"/>
                  <a:pt x="9282" y="3870"/>
                </a:cubicBezTo>
                <a:cubicBezTo>
                  <a:pt x="9472" y="3585"/>
                  <a:pt x="9598" y="3286"/>
                  <a:pt x="9677" y="2954"/>
                </a:cubicBezTo>
                <a:cubicBezTo>
                  <a:pt x="9772" y="2623"/>
                  <a:pt x="9787" y="2260"/>
                  <a:pt x="9708" y="1912"/>
                </a:cubicBezTo>
                <a:cubicBezTo>
                  <a:pt x="9645" y="1581"/>
                  <a:pt x="9535" y="1249"/>
                  <a:pt x="9377" y="949"/>
                </a:cubicBezTo>
                <a:cubicBezTo>
                  <a:pt x="9203" y="618"/>
                  <a:pt x="8919" y="349"/>
                  <a:pt x="8588" y="176"/>
                </a:cubicBezTo>
                <a:cubicBezTo>
                  <a:pt x="8325" y="57"/>
                  <a:pt x="8045" y="0"/>
                  <a:pt x="77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9" name="Google Shape;2399;p70">
            <a:extLst>
              <a:ext uri="{FF2B5EF4-FFF2-40B4-BE49-F238E27FC236}">
                <a16:creationId xmlns:a16="http://schemas.microsoft.com/office/drawing/2014/main" id="{BFE59096-2AC4-7343-0B7C-F8AFB2F1F6A9}"/>
              </a:ext>
            </a:extLst>
          </p:cNvPr>
          <p:cNvGrpSpPr/>
          <p:nvPr/>
        </p:nvGrpSpPr>
        <p:grpSpPr>
          <a:xfrm>
            <a:off x="7357433" y="2226767"/>
            <a:ext cx="384632" cy="574469"/>
            <a:chOff x="5896600" y="1746775"/>
            <a:chExt cx="180375" cy="269400"/>
          </a:xfrm>
        </p:grpSpPr>
        <p:sp>
          <p:nvSpPr>
            <p:cNvPr id="2400" name="Google Shape;2400;p70">
              <a:extLst>
                <a:ext uri="{FF2B5EF4-FFF2-40B4-BE49-F238E27FC236}">
                  <a16:creationId xmlns:a16="http://schemas.microsoft.com/office/drawing/2014/main" id="{80DF1516-BF6B-5E86-FB17-FAEF59926418}"/>
                </a:ext>
              </a:extLst>
            </p:cNvPr>
            <p:cNvSpPr/>
            <p:nvPr/>
          </p:nvSpPr>
          <p:spPr>
            <a:xfrm>
              <a:off x="5900150" y="1796400"/>
              <a:ext cx="139325" cy="211275"/>
            </a:xfrm>
            <a:custGeom>
              <a:avLst/>
              <a:gdLst/>
              <a:ahLst/>
              <a:cxnLst/>
              <a:rect l="l" t="t" r="r" b="b"/>
              <a:pathLst>
                <a:path w="5573" h="8451" extrusionOk="0">
                  <a:moveTo>
                    <a:pt x="4511" y="1"/>
                  </a:moveTo>
                  <a:cubicBezTo>
                    <a:pt x="4172" y="1"/>
                    <a:pt x="3815" y="225"/>
                    <a:pt x="3616" y="589"/>
                  </a:cubicBezTo>
                  <a:lnTo>
                    <a:pt x="253" y="7030"/>
                  </a:lnTo>
                  <a:cubicBezTo>
                    <a:pt x="1" y="7535"/>
                    <a:pt x="111" y="8119"/>
                    <a:pt x="537" y="8324"/>
                  </a:cubicBezTo>
                  <a:lnTo>
                    <a:pt x="711" y="8419"/>
                  </a:lnTo>
                  <a:lnTo>
                    <a:pt x="758" y="8450"/>
                  </a:lnTo>
                  <a:cubicBezTo>
                    <a:pt x="774" y="8403"/>
                    <a:pt x="806" y="8403"/>
                    <a:pt x="837" y="8371"/>
                  </a:cubicBezTo>
                  <a:cubicBezTo>
                    <a:pt x="822" y="8371"/>
                    <a:pt x="790" y="8324"/>
                    <a:pt x="774" y="8324"/>
                  </a:cubicBezTo>
                  <a:lnTo>
                    <a:pt x="601" y="8245"/>
                  </a:lnTo>
                  <a:cubicBezTo>
                    <a:pt x="206" y="7993"/>
                    <a:pt x="80" y="7472"/>
                    <a:pt x="332" y="7061"/>
                  </a:cubicBezTo>
                  <a:lnTo>
                    <a:pt x="3679" y="637"/>
                  </a:lnTo>
                  <a:cubicBezTo>
                    <a:pt x="3856" y="294"/>
                    <a:pt x="4184" y="93"/>
                    <a:pt x="4496" y="93"/>
                  </a:cubicBezTo>
                  <a:cubicBezTo>
                    <a:pt x="4601" y="93"/>
                    <a:pt x="4704" y="115"/>
                    <a:pt x="4799" y="163"/>
                  </a:cubicBezTo>
                  <a:lnTo>
                    <a:pt x="4973" y="258"/>
                  </a:lnTo>
                  <a:cubicBezTo>
                    <a:pt x="5352" y="463"/>
                    <a:pt x="5462" y="984"/>
                    <a:pt x="5226" y="1442"/>
                  </a:cubicBezTo>
                  <a:lnTo>
                    <a:pt x="3821" y="4141"/>
                  </a:lnTo>
                  <a:cubicBezTo>
                    <a:pt x="3800" y="4183"/>
                    <a:pt x="3821" y="4211"/>
                    <a:pt x="3847" y="4211"/>
                  </a:cubicBezTo>
                  <a:cubicBezTo>
                    <a:pt x="3859" y="4211"/>
                    <a:pt x="3873" y="4204"/>
                    <a:pt x="3884" y="4188"/>
                  </a:cubicBezTo>
                  <a:lnTo>
                    <a:pt x="5305" y="1473"/>
                  </a:lnTo>
                  <a:cubicBezTo>
                    <a:pt x="5573" y="968"/>
                    <a:pt x="5447" y="384"/>
                    <a:pt x="5036" y="179"/>
                  </a:cubicBezTo>
                  <a:lnTo>
                    <a:pt x="4847" y="84"/>
                  </a:lnTo>
                  <a:cubicBezTo>
                    <a:pt x="4742" y="28"/>
                    <a:pt x="4627" y="1"/>
                    <a:pt x="45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70">
              <a:extLst>
                <a:ext uri="{FF2B5EF4-FFF2-40B4-BE49-F238E27FC236}">
                  <a16:creationId xmlns:a16="http://schemas.microsoft.com/office/drawing/2014/main" id="{FCD0FDDB-D137-2B33-ED12-2D68BD7B1C17}"/>
                </a:ext>
              </a:extLst>
            </p:cNvPr>
            <p:cNvSpPr/>
            <p:nvPr/>
          </p:nvSpPr>
          <p:spPr>
            <a:xfrm>
              <a:off x="5898175" y="1795025"/>
              <a:ext cx="142500" cy="213825"/>
            </a:xfrm>
            <a:custGeom>
              <a:avLst/>
              <a:gdLst/>
              <a:ahLst/>
              <a:cxnLst/>
              <a:rect l="l" t="t" r="r" b="b"/>
              <a:pathLst>
                <a:path w="5700" h="8553" extrusionOk="0">
                  <a:moveTo>
                    <a:pt x="4579" y="0"/>
                  </a:moveTo>
                  <a:cubicBezTo>
                    <a:pt x="4215" y="0"/>
                    <a:pt x="3845" y="233"/>
                    <a:pt x="3647" y="628"/>
                  </a:cubicBezTo>
                  <a:lnTo>
                    <a:pt x="285" y="7069"/>
                  </a:lnTo>
                  <a:cubicBezTo>
                    <a:pt x="1" y="7590"/>
                    <a:pt x="143" y="8205"/>
                    <a:pt x="585" y="8442"/>
                  </a:cubicBezTo>
                  <a:lnTo>
                    <a:pt x="759" y="8537"/>
                  </a:lnTo>
                  <a:lnTo>
                    <a:pt x="806" y="8553"/>
                  </a:lnTo>
                  <a:lnTo>
                    <a:pt x="853" y="8553"/>
                  </a:lnTo>
                  <a:cubicBezTo>
                    <a:pt x="869" y="8553"/>
                    <a:pt x="885" y="8537"/>
                    <a:pt x="885" y="8521"/>
                  </a:cubicBezTo>
                  <a:lnTo>
                    <a:pt x="901" y="8505"/>
                  </a:lnTo>
                  <a:cubicBezTo>
                    <a:pt x="916" y="8505"/>
                    <a:pt x="932" y="8490"/>
                    <a:pt x="948" y="8474"/>
                  </a:cubicBezTo>
                  <a:cubicBezTo>
                    <a:pt x="948" y="8474"/>
                    <a:pt x="948" y="8474"/>
                    <a:pt x="964" y="8458"/>
                  </a:cubicBezTo>
                  <a:cubicBezTo>
                    <a:pt x="980" y="8426"/>
                    <a:pt x="964" y="8395"/>
                    <a:pt x="932" y="8379"/>
                  </a:cubicBezTo>
                  <a:lnTo>
                    <a:pt x="916" y="8363"/>
                  </a:lnTo>
                  <a:cubicBezTo>
                    <a:pt x="901" y="8347"/>
                    <a:pt x="901" y="8347"/>
                    <a:pt x="885" y="8332"/>
                  </a:cubicBezTo>
                  <a:lnTo>
                    <a:pt x="711" y="8253"/>
                  </a:lnTo>
                  <a:cubicBezTo>
                    <a:pt x="348" y="8063"/>
                    <a:pt x="238" y="7574"/>
                    <a:pt x="459" y="7164"/>
                  </a:cubicBezTo>
                  <a:lnTo>
                    <a:pt x="3805" y="723"/>
                  </a:lnTo>
                  <a:cubicBezTo>
                    <a:pt x="3982" y="405"/>
                    <a:pt x="4281" y="210"/>
                    <a:pt x="4566" y="210"/>
                  </a:cubicBezTo>
                  <a:cubicBezTo>
                    <a:pt x="4663" y="210"/>
                    <a:pt x="4759" y="233"/>
                    <a:pt x="4847" y="281"/>
                  </a:cubicBezTo>
                  <a:lnTo>
                    <a:pt x="5021" y="376"/>
                  </a:lnTo>
                  <a:cubicBezTo>
                    <a:pt x="5368" y="550"/>
                    <a:pt x="5478" y="1055"/>
                    <a:pt x="5257" y="1481"/>
                  </a:cubicBezTo>
                  <a:lnTo>
                    <a:pt x="3852" y="4164"/>
                  </a:lnTo>
                  <a:cubicBezTo>
                    <a:pt x="3837" y="4196"/>
                    <a:pt x="3821" y="4228"/>
                    <a:pt x="3837" y="4259"/>
                  </a:cubicBezTo>
                  <a:cubicBezTo>
                    <a:pt x="3837" y="4275"/>
                    <a:pt x="3852" y="4306"/>
                    <a:pt x="3884" y="4306"/>
                  </a:cubicBezTo>
                  <a:cubicBezTo>
                    <a:pt x="3901" y="4318"/>
                    <a:pt x="3920" y="4323"/>
                    <a:pt x="3937" y="4323"/>
                  </a:cubicBezTo>
                  <a:cubicBezTo>
                    <a:pt x="3970" y="4323"/>
                    <a:pt x="4000" y="4305"/>
                    <a:pt x="4010" y="4275"/>
                  </a:cubicBezTo>
                  <a:lnTo>
                    <a:pt x="5431" y="1560"/>
                  </a:lnTo>
                  <a:cubicBezTo>
                    <a:pt x="5699" y="1039"/>
                    <a:pt x="5573" y="423"/>
                    <a:pt x="5131" y="186"/>
                  </a:cubicBezTo>
                  <a:lnTo>
                    <a:pt x="4957" y="92"/>
                  </a:lnTo>
                  <a:cubicBezTo>
                    <a:pt x="4837" y="30"/>
                    <a:pt x="4708" y="0"/>
                    <a:pt x="45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70">
              <a:extLst>
                <a:ext uri="{FF2B5EF4-FFF2-40B4-BE49-F238E27FC236}">
                  <a16:creationId xmlns:a16="http://schemas.microsoft.com/office/drawing/2014/main" id="{9DE4D311-FA90-4F4B-7BD1-1EE57498C39B}"/>
                </a:ext>
              </a:extLst>
            </p:cNvPr>
            <p:cNvSpPr/>
            <p:nvPr/>
          </p:nvSpPr>
          <p:spPr>
            <a:xfrm>
              <a:off x="5897800" y="1795075"/>
              <a:ext cx="142875" cy="215750"/>
            </a:xfrm>
            <a:custGeom>
              <a:avLst/>
              <a:gdLst/>
              <a:ahLst/>
              <a:cxnLst/>
              <a:rect l="l" t="t" r="r" b="b"/>
              <a:pathLst>
                <a:path w="5715" h="8630" extrusionOk="0">
                  <a:moveTo>
                    <a:pt x="4595" y="0"/>
                  </a:moveTo>
                  <a:cubicBezTo>
                    <a:pt x="4234" y="0"/>
                    <a:pt x="3858" y="239"/>
                    <a:pt x="3646" y="626"/>
                  </a:cubicBezTo>
                  <a:lnTo>
                    <a:pt x="284" y="7067"/>
                  </a:lnTo>
                  <a:cubicBezTo>
                    <a:pt x="0" y="7588"/>
                    <a:pt x="142" y="8172"/>
                    <a:pt x="584" y="8409"/>
                  </a:cubicBezTo>
                  <a:lnTo>
                    <a:pt x="1042" y="8630"/>
                  </a:lnTo>
                  <a:cubicBezTo>
                    <a:pt x="1058" y="8566"/>
                    <a:pt x="1089" y="8519"/>
                    <a:pt x="1152" y="8488"/>
                  </a:cubicBezTo>
                  <a:lnTo>
                    <a:pt x="774" y="8282"/>
                  </a:lnTo>
                  <a:cubicBezTo>
                    <a:pt x="395" y="8046"/>
                    <a:pt x="253" y="7540"/>
                    <a:pt x="474" y="7162"/>
                  </a:cubicBezTo>
                  <a:lnTo>
                    <a:pt x="3820" y="721"/>
                  </a:lnTo>
                  <a:cubicBezTo>
                    <a:pt x="3997" y="403"/>
                    <a:pt x="4296" y="208"/>
                    <a:pt x="4581" y="208"/>
                  </a:cubicBezTo>
                  <a:cubicBezTo>
                    <a:pt x="4678" y="208"/>
                    <a:pt x="4774" y="231"/>
                    <a:pt x="4862" y="279"/>
                  </a:cubicBezTo>
                  <a:lnTo>
                    <a:pt x="5036" y="374"/>
                  </a:lnTo>
                  <a:cubicBezTo>
                    <a:pt x="5383" y="548"/>
                    <a:pt x="5493" y="1053"/>
                    <a:pt x="5272" y="1479"/>
                  </a:cubicBezTo>
                  <a:lnTo>
                    <a:pt x="3867" y="4162"/>
                  </a:lnTo>
                  <a:cubicBezTo>
                    <a:pt x="3852" y="4194"/>
                    <a:pt x="3836" y="4226"/>
                    <a:pt x="3852" y="4257"/>
                  </a:cubicBezTo>
                  <a:cubicBezTo>
                    <a:pt x="3852" y="4273"/>
                    <a:pt x="3867" y="4304"/>
                    <a:pt x="3899" y="4304"/>
                  </a:cubicBezTo>
                  <a:cubicBezTo>
                    <a:pt x="3916" y="4316"/>
                    <a:pt x="3933" y="4321"/>
                    <a:pt x="3949" y="4321"/>
                  </a:cubicBezTo>
                  <a:cubicBezTo>
                    <a:pt x="3978" y="4321"/>
                    <a:pt x="4005" y="4303"/>
                    <a:pt x="4025" y="4273"/>
                  </a:cubicBezTo>
                  <a:lnTo>
                    <a:pt x="5430" y="1558"/>
                  </a:lnTo>
                  <a:cubicBezTo>
                    <a:pt x="5714" y="1037"/>
                    <a:pt x="5572" y="421"/>
                    <a:pt x="5130" y="184"/>
                  </a:cubicBezTo>
                  <a:lnTo>
                    <a:pt x="4957" y="90"/>
                  </a:lnTo>
                  <a:cubicBezTo>
                    <a:pt x="4843" y="29"/>
                    <a:pt x="4720" y="0"/>
                    <a:pt x="45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70">
              <a:extLst>
                <a:ext uri="{FF2B5EF4-FFF2-40B4-BE49-F238E27FC236}">
                  <a16:creationId xmlns:a16="http://schemas.microsoft.com/office/drawing/2014/main" id="{7A9FEB0D-ED6B-6DF8-6EDF-6BD647F5EED0}"/>
                </a:ext>
              </a:extLst>
            </p:cNvPr>
            <p:cNvSpPr/>
            <p:nvPr/>
          </p:nvSpPr>
          <p:spPr>
            <a:xfrm>
              <a:off x="5896600" y="1793500"/>
              <a:ext cx="146050" cy="218675"/>
            </a:xfrm>
            <a:custGeom>
              <a:avLst/>
              <a:gdLst/>
              <a:ahLst/>
              <a:cxnLst/>
              <a:rect l="l" t="t" r="r" b="b"/>
              <a:pathLst>
                <a:path w="5842" h="8747" extrusionOk="0">
                  <a:moveTo>
                    <a:pt x="4637" y="133"/>
                  </a:moveTo>
                  <a:cubicBezTo>
                    <a:pt x="4754" y="133"/>
                    <a:pt x="4868" y="159"/>
                    <a:pt x="4973" y="216"/>
                  </a:cubicBezTo>
                  <a:lnTo>
                    <a:pt x="5162" y="311"/>
                  </a:lnTo>
                  <a:cubicBezTo>
                    <a:pt x="5573" y="532"/>
                    <a:pt x="5699" y="1116"/>
                    <a:pt x="5431" y="1605"/>
                  </a:cubicBezTo>
                  <a:lnTo>
                    <a:pt x="4026" y="4320"/>
                  </a:lnTo>
                  <a:cubicBezTo>
                    <a:pt x="4018" y="4336"/>
                    <a:pt x="4002" y="4344"/>
                    <a:pt x="3986" y="4344"/>
                  </a:cubicBezTo>
                  <a:cubicBezTo>
                    <a:pt x="3971" y="4344"/>
                    <a:pt x="3955" y="4336"/>
                    <a:pt x="3947" y="4320"/>
                  </a:cubicBezTo>
                  <a:cubicBezTo>
                    <a:pt x="3947" y="4304"/>
                    <a:pt x="3947" y="4289"/>
                    <a:pt x="3947" y="4273"/>
                  </a:cubicBezTo>
                  <a:lnTo>
                    <a:pt x="5352" y="1573"/>
                  </a:lnTo>
                  <a:cubicBezTo>
                    <a:pt x="5589" y="1116"/>
                    <a:pt x="5478" y="595"/>
                    <a:pt x="5099" y="390"/>
                  </a:cubicBezTo>
                  <a:lnTo>
                    <a:pt x="4926" y="295"/>
                  </a:lnTo>
                  <a:cubicBezTo>
                    <a:pt x="4830" y="247"/>
                    <a:pt x="4728" y="225"/>
                    <a:pt x="4625" y="225"/>
                  </a:cubicBezTo>
                  <a:cubicBezTo>
                    <a:pt x="4317" y="225"/>
                    <a:pt x="3998" y="426"/>
                    <a:pt x="3821" y="768"/>
                  </a:cubicBezTo>
                  <a:lnTo>
                    <a:pt x="458" y="7193"/>
                  </a:lnTo>
                  <a:cubicBezTo>
                    <a:pt x="222" y="7619"/>
                    <a:pt x="364" y="8156"/>
                    <a:pt x="774" y="8408"/>
                  </a:cubicBezTo>
                  <a:lnTo>
                    <a:pt x="1090" y="8566"/>
                  </a:lnTo>
                  <a:cubicBezTo>
                    <a:pt x="1074" y="8582"/>
                    <a:pt x="1058" y="8598"/>
                    <a:pt x="1043" y="8629"/>
                  </a:cubicBezTo>
                  <a:lnTo>
                    <a:pt x="664" y="8440"/>
                  </a:lnTo>
                  <a:cubicBezTo>
                    <a:pt x="253" y="8219"/>
                    <a:pt x="127" y="7651"/>
                    <a:pt x="380" y="7161"/>
                  </a:cubicBezTo>
                  <a:lnTo>
                    <a:pt x="3758" y="721"/>
                  </a:lnTo>
                  <a:cubicBezTo>
                    <a:pt x="3945" y="357"/>
                    <a:pt x="4299" y="133"/>
                    <a:pt x="4637" y="133"/>
                  </a:cubicBezTo>
                  <a:close/>
                  <a:moveTo>
                    <a:pt x="4655" y="1"/>
                  </a:moveTo>
                  <a:cubicBezTo>
                    <a:pt x="4270" y="1"/>
                    <a:pt x="3871" y="246"/>
                    <a:pt x="3647" y="658"/>
                  </a:cubicBezTo>
                  <a:lnTo>
                    <a:pt x="285" y="7098"/>
                  </a:lnTo>
                  <a:cubicBezTo>
                    <a:pt x="1" y="7651"/>
                    <a:pt x="143" y="8282"/>
                    <a:pt x="616" y="8519"/>
                  </a:cubicBezTo>
                  <a:lnTo>
                    <a:pt x="1058" y="8740"/>
                  </a:lnTo>
                  <a:cubicBezTo>
                    <a:pt x="1067" y="8744"/>
                    <a:pt x="1075" y="8746"/>
                    <a:pt x="1083" y="8746"/>
                  </a:cubicBezTo>
                  <a:cubicBezTo>
                    <a:pt x="1106" y="8746"/>
                    <a:pt x="1126" y="8732"/>
                    <a:pt x="1137" y="8708"/>
                  </a:cubicBezTo>
                  <a:cubicBezTo>
                    <a:pt x="1153" y="8661"/>
                    <a:pt x="1169" y="8629"/>
                    <a:pt x="1216" y="8598"/>
                  </a:cubicBezTo>
                  <a:cubicBezTo>
                    <a:pt x="1232" y="8582"/>
                    <a:pt x="1248" y="8566"/>
                    <a:pt x="1248" y="8551"/>
                  </a:cubicBezTo>
                  <a:cubicBezTo>
                    <a:pt x="1248" y="8519"/>
                    <a:pt x="1232" y="8503"/>
                    <a:pt x="1216" y="8503"/>
                  </a:cubicBezTo>
                  <a:lnTo>
                    <a:pt x="837" y="8282"/>
                  </a:lnTo>
                  <a:cubicBezTo>
                    <a:pt x="474" y="8061"/>
                    <a:pt x="364" y="7603"/>
                    <a:pt x="569" y="7240"/>
                  </a:cubicBezTo>
                  <a:lnTo>
                    <a:pt x="3931" y="800"/>
                  </a:lnTo>
                  <a:cubicBezTo>
                    <a:pt x="4085" y="503"/>
                    <a:pt x="4365" y="332"/>
                    <a:pt x="4634" y="332"/>
                  </a:cubicBezTo>
                  <a:cubicBezTo>
                    <a:pt x="4724" y="332"/>
                    <a:pt x="4812" y="350"/>
                    <a:pt x="4894" y="390"/>
                  </a:cubicBezTo>
                  <a:lnTo>
                    <a:pt x="5068" y="484"/>
                  </a:lnTo>
                  <a:cubicBezTo>
                    <a:pt x="5383" y="658"/>
                    <a:pt x="5462" y="1116"/>
                    <a:pt x="5257" y="1510"/>
                  </a:cubicBezTo>
                  <a:lnTo>
                    <a:pt x="3852" y="4194"/>
                  </a:lnTo>
                  <a:cubicBezTo>
                    <a:pt x="3837" y="4241"/>
                    <a:pt x="3821" y="4289"/>
                    <a:pt x="3837" y="4336"/>
                  </a:cubicBezTo>
                  <a:cubicBezTo>
                    <a:pt x="3862" y="4403"/>
                    <a:pt x="3927" y="4439"/>
                    <a:pt x="3992" y="4439"/>
                  </a:cubicBezTo>
                  <a:cubicBezTo>
                    <a:pt x="4049" y="4439"/>
                    <a:pt x="4107" y="4411"/>
                    <a:pt x="4136" y="4352"/>
                  </a:cubicBezTo>
                  <a:lnTo>
                    <a:pt x="5541" y="1652"/>
                  </a:lnTo>
                  <a:cubicBezTo>
                    <a:pt x="5841" y="1100"/>
                    <a:pt x="5683" y="437"/>
                    <a:pt x="5210" y="184"/>
                  </a:cubicBezTo>
                  <a:lnTo>
                    <a:pt x="5036" y="90"/>
                  </a:lnTo>
                  <a:cubicBezTo>
                    <a:pt x="4916" y="29"/>
                    <a:pt x="4786" y="1"/>
                    <a:pt x="4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70">
              <a:extLst>
                <a:ext uri="{FF2B5EF4-FFF2-40B4-BE49-F238E27FC236}">
                  <a16:creationId xmlns:a16="http://schemas.microsoft.com/office/drawing/2014/main" id="{330934A7-0987-4E8A-A23E-E1D7C9DF67DA}"/>
                </a:ext>
              </a:extLst>
            </p:cNvPr>
            <p:cNvSpPr/>
            <p:nvPr/>
          </p:nvSpPr>
          <p:spPr>
            <a:xfrm>
              <a:off x="5913175" y="1747925"/>
              <a:ext cx="162225" cy="266725"/>
            </a:xfrm>
            <a:custGeom>
              <a:avLst/>
              <a:gdLst/>
              <a:ahLst/>
              <a:cxnLst/>
              <a:rect l="l" t="t" r="r" b="b"/>
              <a:pathLst>
                <a:path w="6489" h="10669" extrusionOk="0">
                  <a:moveTo>
                    <a:pt x="4503" y="1"/>
                  </a:moveTo>
                  <a:cubicBezTo>
                    <a:pt x="4031" y="1"/>
                    <a:pt x="3591" y="236"/>
                    <a:pt x="3379" y="650"/>
                  </a:cubicBezTo>
                  <a:lnTo>
                    <a:pt x="869" y="5433"/>
                  </a:lnTo>
                  <a:cubicBezTo>
                    <a:pt x="853" y="5480"/>
                    <a:pt x="869" y="5527"/>
                    <a:pt x="916" y="5559"/>
                  </a:cubicBezTo>
                  <a:cubicBezTo>
                    <a:pt x="929" y="5563"/>
                    <a:pt x="942" y="5565"/>
                    <a:pt x="954" y="5565"/>
                  </a:cubicBezTo>
                  <a:cubicBezTo>
                    <a:pt x="987" y="5565"/>
                    <a:pt x="1015" y="5551"/>
                    <a:pt x="1027" y="5527"/>
                  </a:cubicBezTo>
                  <a:lnTo>
                    <a:pt x="3537" y="729"/>
                  </a:lnTo>
                  <a:cubicBezTo>
                    <a:pt x="3727" y="380"/>
                    <a:pt x="4107" y="180"/>
                    <a:pt x="4513" y="180"/>
                  </a:cubicBezTo>
                  <a:cubicBezTo>
                    <a:pt x="4714" y="180"/>
                    <a:pt x="4922" y="229"/>
                    <a:pt x="5115" y="334"/>
                  </a:cubicBezTo>
                  <a:lnTo>
                    <a:pt x="5415" y="492"/>
                  </a:lnTo>
                  <a:cubicBezTo>
                    <a:pt x="5999" y="792"/>
                    <a:pt x="6267" y="1486"/>
                    <a:pt x="5983" y="2007"/>
                  </a:cubicBezTo>
                  <a:lnTo>
                    <a:pt x="1769" y="10074"/>
                  </a:lnTo>
                  <a:cubicBezTo>
                    <a:pt x="1622" y="10348"/>
                    <a:pt x="1380" y="10490"/>
                    <a:pt x="1070" y="10490"/>
                  </a:cubicBezTo>
                  <a:cubicBezTo>
                    <a:pt x="846" y="10490"/>
                    <a:pt x="586" y="10416"/>
                    <a:pt x="301" y="10263"/>
                  </a:cubicBezTo>
                  <a:lnTo>
                    <a:pt x="80" y="10153"/>
                  </a:lnTo>
                  <a:lnTo>
                    <a:pt x="64" y="10153"/>
                  </a:lnTo>
                  <a:cubicBezTo>
                    <a:pt x="48" y="10153"/>
                    <a:pt x="48" y="10168"/>
                    <a:pt x="32" y="10168"/>
                  </a:cubicBezTo>
                  <a:cubicBezTo>
                    <a:pt x="32" y="10216"/>
                    <a:pt x="16" y="10247"/>
                    <a:pt x="1" y="10263"/>
                  </a:cubicBezTo>
                  <a:cubicBezTo>
                    <a:pt x="1" y="10279"/>
                    <a:pt x="1" y="10295"/>
                    <a:pt x="1" y="10295"/>
                  </a:cubicBezTo>
                  <a:cubicBezTo>
                    <a:pt x="1" y="10310"/>
                    <a:pt x="1" y="10310"/>
                    <a:pt x="16" y="10310"/>
                  </a:cubicBezTo>
                  <a:lnTo>
                    <a:pt x="222" y="10421"/>
                  </a:lnTo>
                  <a:cubicBezTo>
                    <a:pt x="536" y="10588"/>
                    <a:pt x="832" y="10668"/>
                    <a:pt x="1092" y="10668"/>
                  </a:cubicBezTo>
                  <a:cubicBezTo>
                    <a:pt x="1472" y="10668"/>
                    <a:pt x="1774" y="10496"/>
                    <a:pt x="1942" y="10168"/>
                  </a:cubicBezTo>
                  <a:lnTo>
                    <a:pt x="6157" y="2102"/>
                  </a:lnTo>
                  <a:cubicBezTo>
                    <a:pt x="6488" y="1486"/>
                    <a:pt x="6189" y="697"/>
                    <a:pt x="5494" y="334"/>
                  </a:cubicBezTo>
                  <a:lnTo>
                    <a:pt x="5194" y="176"/>
                  </a:lnTo>
                  <a:cubicBezTo>
                    <a:pt x="4971" y="57"/>
                    <a:pt x="4733" y="1"/>
                    <a:pt x="45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70">
              <a:extLst>
                <a:ext uri="{FF2B5EF4-FFF2-40B4-BE49-F238E27FC236}">
                  <a16:creationId xmlns:a16="http://schemas.microsoft.com/office/drawing/2014/main" id="{EDA1F2D5-A4BB-BE91-7125-7C25BC5D86DD}"/>
                </a:ext>
              </a:extLst>
            </p:cNvPr>
            <p:cNvSpPr/>
            <p:nvPr/>
          </p:nvSpPr>
          <p:spPr>
            <a:xfrm>
              <a:off x="5911600" y="1746775"/>
              <a:ext cx="165375" cy="269400"/>
            </a:xfrm>
            <a:custGeom>
              <a:avLst/>
              <a:gdLst/>
              <a:ahLst/>
              <a:cxnLst/>
              <a:rect l="l" t="t" r="r" b="b"/>
              <a:pathLst>
                <a:path w="6615" h="10776" extrusionOk="0">
                  <a:moveTo>
                    <a:pt x="4563" y="116"/>
                  </a:moveTo>
                  <a:cubicBezTo>
                    <a:pt x="4788" y="116"/>
                    <a:pt x="5021" y="170"/>
                    <a:pt x="5241" y="285"/>
                  </a:cubicBezTo>
                  <a:lnTo>
                    <a:pt x="5525" y="443"/>
                  </a:lnTo>
                  <a:cubicBezTo>
                    <a:pt x="6188" y="791"/>
                    <a:pt x="6473" y="1532"/>
                    <a:pt x="6157" y="2132"/>
                  </a:cubicBezTo>
                  <a:lnTo>
                    <a:pt x="1942" y="10183"/>
                  </a:lnTo>
                  <a:cubicBezTo>
                    <a:pt x="1784" y="10499"/>
                    <a:pt x="1500" y="10661"/>
                    <a:pt x="1142" y="10661"/>
                  </a:cubicBezTo>
                  <a:cubicBezTo>
                    <a:pt x="892" y="10661"/>
                    <a:pt x="606" y="10582"/>
                    <a:pt x="300" y="10420"/>
                  </a:cubicBezTo>
                  <a:lnTo>
                    <a:pt x="127" y="10325"/>
                  </a:lnTo>
                  <a:cubicBezTo>
                    <a:pt x="127" y="10309"/>
                    <a:pt x="143" y="10293"/>
                    <a:pt x="143" y="10277"/>
                  </a:cubicBezTo>
                  <a:lnTo>
                    <a:pt x="332" y="10372"/>
                  </a:lnTo>
                  <a:cubicBezTo>
                    <a:pt x="624" y="10528"/>
                    <a:pt x="895" y="10604"/>
                    <a:pt x="1130" y="10604"/>
                  </a:cubicBezTo>
                  <a:cubicBezTo>
                    <a:pt x="1467" y="10604"/>
                    <a:pt x="1730" y="10449"/>
                    <a:pt x="1879" y="10151"/>
                  </a:cubicBezTo>
                  <a:lnTo>
                    <a:pt x="6094" y="2101"/>
                  </a:lnTo>
                  <a:cubicBezTo>
                    <a:pt x="6394" y="1532"/>
                    <a:pt x="6125" y="822"/>
                    <a:pt x="5510" y="491"/>
                  </a:cubicBezTo>
                  <a:lnTo>
                    <a:pt x="5225" y="333"/>
                  </a:lnTo>
                  <a:cubicBezTo>
                    <a:pt x="5019" y="229"/>
                    <a:pt x="4800" y="180"/>
                    <a:pt x="4589" y="180"/>
                  </a:cubicBezTo>
                  <a:cubicBezTo>
                    <a:pt x="4155" y="180"/>
                    <a:pt x="3754" y="387"/>
                    <a:pt x="3552" y="759"/>
                  </a:cubicBezTo>
                  <a:lnTo>
                    <a:pt x="1058" y="5558"/>
                  </a:lnTo>
                  <a:lnTo>
                    <a:pt x="1011" y="5558"/>
                  </a:lnTo>
                  <a:cubicBezTo>
                    <a:pt x="995" y="5558"/>
                    <a:pt x="979" y="5526"/>
                    <a:pt x="979" y="5510"/>
                  </a:cubicBezTo>
                  <a:lnTo>
                    <a:pt x="3489" y="727"/>
                  </a:lnTo>
                  <a:cubicBezTo>
                    <a:pt x="3690" y="337"/>
                    <a:pt x="4109" y="116"/>
                    <a:pt x="4563" y="116"/>
                  </a:cubicBezTo>
                  <a:close/>
                  <a:moveTo>
                    <a:pt x="4570" y="0"/>
                  </a:moveTo>
                  <a:cubicBezTo>
                    <a:pt x="4077" y="0"/>
                    <a:pt x="3618" y="239"/>
                    <a:pt x="3394" y="664"/>
                  </a:cubicBezTo>
                  <a:lnTo>
                    <a:pt x="885" y="5463"/>
                  </a:lnTo>
                  <a:cubicBezTo>
                    <a:pt x="853" y="5542"/>
                    <a:pt x="885" y="5621"/>
                    <a:pt x="948" y="5668"/>
                  </a:cubicBezTo>
                  <a:cubicBezTo>
                    <a:pt x="974" y="5679"/>
                    <a:pt x="1000" y="5684"/>
                    <a:pt x="1025" y="5684"/>
                  </a:cubicBezTo>
                  <a:cubicBezTo>
                    <a:pt x="1076" y="5684"/>
                    <a:pt x="1121" y="5663"/>
                    <a:pt x="1153" y="5621"/>
                  </a:cubicBezTo>
                  <a:lnTo>
                    <a:pt x="3647" y="806"/>
                  </a:lnTo>
                  <a:cubicBezTo>
                    <a:pt x="3825" y="481"/>
                    <a:pt x="4185" y="295"/>
                    <a:pt x="4568" y="295"/>
                  </a:cubicBezTo>
                  <a:cubicBezTo>
                    <a:pt x="4762" y="295"/>
                    <a:pt x="4961" y="343"/>
                    <a:pt x="5147" y="443"/>
                  </a:cubicBezTo>
                  <a:lnTo>
                    <a:pt x="5446" y="585"/>
                  </a:lnTo>
                  <a:cubicBezTo>
                    <a:pt x="6015" y="885"/>
                    <a:pt x="6252" y="1532"/>
                    <a:pt x="5999" y="2038"/>
                  </a:cubicBezTo>
                  <a:lnTo>
                    <a:pt x="1768" y="10104"/>
                  </a:lnTo>
                  <a:cubicBezTo>
                    <a:pt x="1652" y="10354"/>
                    <a:pt x="1435" y="10478"/>
                    <a:pt x="1150" y="10478"/>
                  </a:cubicBezTo>
                  <a:cubicBezTo>
                    <a:pt x="933" y="10478"/>
                    <a:pt x="676" y="10405"/>
                    <a:pt x="395" y="10262"/>
                  </a:cubicBezTo>
                  <a:lnTo>
                    <a:pt x="174" y="10151"/>
                  </a:lnTo>
                  <a:cubicBezTo>
                    <a:pt x="161" y="10143"/>
                    <a:pt x="148" y="10139"/>
                    <a:pt x="134" y="10139"/>
                  </a:cubicBezTo>
                  <a:cubicBezTo>
                    <a:pt x="96" y="10139"/>
                    <a:pt x="59" y="10168"/>
                    <a:pt x="48" y="10214"/>
                  </a:cubicBezTo>
                  <a:cubicBezTo>
                    <a:pt x="48" y="10230"/>
                    <a:pt x="32" y="10262"/>
                    <a:pt x="16" y="10277"/>
                  </a:cubicBezTo>
                  <a:cubicBezTo>
                    <a:pt x="1" y="10309"/>
                    <a:pt x="1" y="10325"/>
                    <a:pt x="1" y="10356"/>
                  </a:cubicBezTo>
                  <a:cubicBezTo>
                    <a:pt x="16" y="10388"/>
                    <a:pt x="32" y="10404"/>
                    <a:pt x="48" y="10420"/>
                  </a:cubicBezTo>
                  <a:lnTo>
                    <a:pt x="253" y="10530"/>
                  </a:lnTo>
                  <a:cubicBezTo>
                    <a:pt x="576" y="10695"/>
                    <a:pt x="881" y="10776"/>
                    <a:pt x="1150" y="10776"/>
                  </a:cubicBezTo>
                  <a:cubicBezTo>
                    <a:pt x="1552" y="10776"/>
                    <a:pt x="1873" y="10596"/>
                    <a:pt x="2053" y="10246"/>
                  </a:cubicBezTo>
                  <a:lnTo>
                    <a:pt x="6267" y="2180"/>
                  </a:lnTo>
                  <a:cubicBezTo>
                    <a:pt x="6615" y="1532"/>
                    <a:pt x="6299" y="712"/>
                    <a:pt x="5589" y="333"/>
                  </a:cubicBezTo>
                  <a:lnTo>
                    <a:pt x="5289" y="175"/>
                  </a:lnTo>
                  <a:cubicBezTo>
                    <a:pt x="5057" y="56"/>
                    <a:pt x="4809" y="0"/>
                    <a:pt x="4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6" name="Google Shape;2406;p70">
            <a:extLst>
              <a:ext uri="{FF2B5EF4-FFF2-40B4-BE49-F238E27FC236}">
                <a16:creationId xmlns:a16="http://schemas.microsoft.com/office/drawing/2014/main" id="{ADD69CF3-EB38-E003-3A9A-E61B58E36A7F}"/>
              </a:ext>
            </a:extLst>
          </p:cNvPr>
          <p:cNvGrpSpPr/>
          <p:nvPr/>
        </p:nvGrpSpPr>
        <p:grpSpPr>
          <a:xfrm>
            <a:off x="891223" y="2716103"/>
            <a:ext cx="490612" cy="415445"/>
            <a:chOff x="5278225" y="2418025"/>
            <a:chExt cx="230075" cy="194825"/>
          </a:xfrm>
        </p:grpSpPr>
        <p:sp>
          <p:nvSpPr>
            <p:cNvPr id="2407" name="Google Shape;2407;p70">
              <a:extLst>
                <a:ext uri="{FF2B5EF4-FFF2-40B4-BE49-F238E27FC236}">
                  <a16:creationId xmlns:a16="http://schemas.microsoft.com/office/drawing/2014/main" id="{5F56B178-2A38-D2A4-B554-97EA45FA5628}"/>
                </a:ext>
              </a:extLst>
            </p:cNvPr>
            <p:cNvSpPr/>
            <p:nvPr/>
          </p:nvSpPr>
          <p:spPr>
            <a:xfrm>
              <a:off x="5280975" y="2455175"/>
              <a:ext cx="183925" cy="139700"/>
            </a:xfrm>
            <a:custGeom>
              <a:avLst/>
              <a:gdLst/>
              <a:ahLst/>
              <a:cxnLst/>
              <a:rect l="l" t="t" r="r" b="b"/>
              <a:pathLst>
                <a:path w="7357" h="5588" extrusionOk="0">
                  <a:moveTo>
                    <a:pt x="6397" y="1"/>
                  </a:moveTo>
                  <a:cubicBezTo>
                    <a:pt x="6191" y="1"/>
                    <a:pt x="5971" y="73"/>
                    <a:pt x="5778" y="221"/>
                  </a:cubicBezTo>
                  <a:lnTo>
                    <a:pt x="522" y="4230"/>
                  </a:lnTo>
                  <a:cubicBezTo>
                    <a:pt x="111" y="4530"/>
                    <a:pt x="1" y="5067"/>
                    <a:pt x="253" y="5414"/>
                  </a:cubicBezTo>
                  <a:lnTo>
                    <a:pt x="364" y="5556"/>
                  </a:lnTo>
                  <a:cubicBezTo>
                    <a:pt x="380" y="5572"/>
                    <a:pt x="395" y="5572"/>
                    <a:pt x="395" y="5588"/>
                  </a:cubicBezTo>
                  <a:cubicBezTo>
                    <a:pt x="411" y="5556"/>
                    <a:pt x="458" y="5572"/>
                    <a:pt x="474" y="5556"/>
                  </a:cubicBezTo>
                  <a:cubicBezTo>
                    <a:pt x="474" y="5541"/>
                    <a:pt x="458" y="5509"/>
                    <a:pt x="458" y="5493"/>
                  </a:cubicBezTo>
                  <a:lnTo>
                    <a:pt x="348" y="5351"/>
                  </a:lnTo>
                  <a:cubicBezTo>
                    <a:pt x="127" y="5004"/>
                    <a:pt x="222" y="4530"/>
                    <a:pt x="569" y="4278"/>
                  </a:cubicBezTo>
                  <a:lnTo>
                    <a:pt x="5825" y="284"/>
                  </a:lnTo>
                  <a:cubicBezTo>
                    <a:pt x="5997" y="149"/>
                    <a:pt x="6198" y="82"/>
                    <a:pt x="6386" y="82"/>
                  </a:cubicBezTo>
                  <a:cubicBezTo>
                    <a:pt x="6595" y="82"/>
                    <a:pt x="6790" y="165"/>
                    <a:pt x="6915" y="331"/>
                  </a:cubicBezTo>
                  <a:lnTo>
                    <a:pt x="7025" y="473"/>
                  </a:lnTo>
                  <a:cubicBezTo>
                    <a:pt x="7262" y="789"/>
                    <a:pt x="7151" y="1263"/>
                    <a:pt x="6773" y="1547"/>
                  </a:cubicBezTo>
                  <a:lnTo>
                    <a:pt x="4578" y="3220"/>
                  </a:lnTo>
                  <a:cubicBezTo>
                    <a:pt x="4553" y="3246"/>
                    <a:pt x="4569" y="3292"/>
                    <a:pt x="4601" y="3292"/>
                  </a:cubicBezTo>
                  <a:cubicBezTo>
                    <a:pt x="4608" y="3292"/>
                    <a:pt x="4617" y="3289"/>
                    <a:pt x="4626" y="3283"/>
                  </a:cubicBezTo>
                  <a:lnTo>
                    <a:pt x="6820" y="1594"/>
                  </a:lnTo>
                  <a:cubicBezTo>
                    <a:pt x="7230" y="1278"/>
                    <a:pt x="7357" y="758"/>
                    <a:pt x="7088" y="410"/>
                  </a:cubicBezTo>
                  <a:lnTo>
                    <a:pt x="6978" y="268"/>
                  </a:lnTo>
                  <a:cubicBezTo>
                    <a:pt x="6844" y="92"/>
                    <a:pt x="6630" y="1"/>
                    <a:pt x="6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70">
              <a:extLst>
                <a:ext uri="{FF2B5EF4-FFF2-40B4-BE49-F238E27FC236}">
                  <a16:creationId xmlns:a16="http://schemas.microsoft.com/office/drawing/2014/main" id="{A7DD617B-50B2-1BEE-CA0B-FE73B518B7C0}"/>
                </a:ext>
              </a:extLst>
            </p:cNvPr>
            <p:cNvSpPr/>
            <p:nvPr/>
          </p:nvSpPr>
          <p:spPr>
            <a:xfrm>
              <a:off x="5279000" y="2453750"/>
              <a:ext cx="187475" cy="142325"/>
            </a:xfrm>
            <a:custGeom>
              <a:avLst/>
              <a:gdLst/>
              <a:ahLst/>
              <a:cxnLst/>
              <a:rect l="l" t="t" r="r" b="b"/>
              <a:pathLst>
                <a:path w="7499" h="5693" extrusionOk="0">
                  <a:moveTo>
                    <a:pt x="285" y="5235"/>
                  </a:moveTo>
                  <a:cubicBezTo>
                    <a:pt x="301" y="5298"/>
                    <a:pt x="332" y="5361"/>
                    <a:pt x="364" y="5408"/>
                  </a:cubicBezTo>
                  <a:cubicBezTo>
                    <a:pt x="316" y="5361"/>
                    <a:pt x="301" y="5298"/>
                    <a:pt x="285" y="5235"/>
                  </a:cubicBezTo>
                  <a:close/>
                  <a:moveTo>
                    <a:pt x="6468" y="0"/>
                  </a:moveTo>
                  <a:cubicBezTo>
                    <a:pt x="6249" y="0"/>
                    <a:pt x="6016" y="76"/>
                    <a:pt x="5810" y="231"/>
                  </a:cubicBezTo>
                  <a:lnTo>
                    <a:pt x="569" y="4224"/>
                  </a:lnTo>
                  <a:cubicBezTo>
                    <a:pt x="127" y="4556"/>
                    <a:pt x="1" y="5124"/>
                    <a:pt x="285" y="5487"/>
                  </a:cubicBezTo>
                  <a:lnTo>
                    <a:pt x="395" y="5629"/>
                  </a:lnTo>
                  <a:cubicBezTo>
                    <a:pt x="395" y="5645"/>
                    <a:pt x="411" y="5661"/>
                    <a:pt x="427" y="5661"/>
                  </a:cubicBezTo>
                  <a:cubicBezTo>
                    <a:pt x="427" y="5676"/>
                    <a:pt x="443" y="5676"/>
                    <a:pt x="459" y="5692"/>
                  </a:cubicBezTo>
                  <a:cubicBezTo>
                    <a:pt x="474" y="5692"/>
                    <a:pt x="490" y="5676"/>
                    <a:pt x="506" y="5676"/>
                  </a:cubicBezTo>
                  <a:lnTo>
                    <a:pt x="522" y="5676"/>
                  </a:lnTo>
                  <a:cubicBezTo>
                    <a:pt x="537" y="5676"/>
                    <a:pt x="553" y="5661"/>
                    <a:pt x="569" y="5661"/>
                  </a:cubicBezTo>
                  <a:cubicBezTo>
                    <a:pt x="569" y="5661"/>
                    <a:pt x="585" y="5661"/>
                    <a:pt x="585" y="5645"/>
                  </a:cubicBezTo>
                  <a:cubicBezTo>
                    <a:pt x="616" y="5629"/>
                    <a:pt x="616" y="5598"/>
                    <a:pt x="585" y="5582"/>
                  </a:cubicBezTo>
                  <a:cubicBezTo>
                    <a:pt x="585" y="5566"/>
                    <a:pt x="585" y="5566"/>
                    <a:pt x="585" y="5566"/>
                  </a:cubicBezTo>
                  <a:cubicBezTo>
                    <a:pt x="585" y="5550"/>
                    <a:pt x="569" y="5534"/>
                    <a:pt x="569" y="5519"/>
                  </a:cubicBezTo>
                  <a:lnTo>
                    <a:pt x="459" y="5377"/>
                  </a:lnTo>
                  <a:cubicBezTo>
                    <a:pt x="253" y="5045"/>
                    <a:pt x="348" y="4603"/>
                    <a:pt x="679" y="4382"/>
                  </a:cubicBezTo>
                  <a:lnTo>
                    <a:pt x="5936" y="388"/>
                  </a:lnTo>
                  <a:cubicBezTo>
                    <a:pt x="6102" y="260"/>
                    <a:pt x="6290" y="197"/>
                    <a:pt x="6465" y="197"/>
                  </a:cubicBezTo>
                  <a:cubicBezTo>
                    <a:pt x="6656" y="197"/>
                    <a:pt x="6831" y="272"/>
                    <a:pt x="6946" y="420"/>
                  </a:cubicBezTo>
                  <a:lnTo>
                    <a:pt x="7057" y="562"/>
                  </a:lnTo>
                  <a:cubicBezTo>
                    <a:pt x="7278" y="846"/>
                    <a:pt x="7167" y="1288"/>
                    <a:pt x="6820" y="1556"/>
                  </a:cubicBezTo>
                  <a:lnTo>
                    <a:pt x="4626" y="3230"/>
                  </a:lnTo>
                  <a:cubicBezTo>
                    <a:pt x="4610" y="3246"/>
                    <a:pt x="4594" y="3261"/>
                    <a:pt x="4594" y="3293"/>
                  </a:cubicBezTo>
                  <a:cubicBezTo>
                    <a:pt x="4578" y="3324"/>
                    <a:pt x="4594" y="3340"/>
                    <a:pt x="4610" y="3372"/>
                  </a:cubicBezTo>
                  <a:cubicBezTo>
                    <a:pt x="4620" y="3391"/>
                    <a:pt x="4648" y="3405"/>
                    <a:pt x="4679" y="3405"/>
                  </a:cubicBezTo>
                  <a:cubicBezTo>
                    <a:pt x="4698" y="3405"/>
                    <a:pt x="4718" y="3400"/>
                    <a:pt x="4736" y="3388"/>
                  </a:cubicBezTo>
                  <a:lnTo>
                    <a:pt x="6930" y="1699"/>
                  </a:lnTo>
                  <a:cubicBezTo>
                    <a:pt x="7372" y="1367"/>
                    <a:pt x="7499" y="815"/>
                    <a:pt x="7215" y="436"/>
                  </a:cubicBezTo>
                  <a:lnTo>
                    <a:pt x="7104" y="294"/>
                  </a:lnTo>
                  <a:cubicBezTo>
                    <a:pt x="6952" y="100"/>
                    <a:pt x="6720" y="0"/>
                    <a:pt x="6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70">
              <a:extLst>
                <a:ext uri="{FF2B5EF4-FFF2-40B4-BE49-F238E27FC236}">
                  <a16:creationId xmlns:a16="http://schemas.microsoft.com/office/drawing/2014/main" id="{0387365F-75D0-18D1-A6F7-147EF68707C2}"/>
                </a:ext>
              </a:extLst>
            </p:cNvPr>
            <p:cNvSpPr/>
            <p:nvPr/>
          </p:nvSpPr>
          <p:spPr>
            <a:xfrm>
              <a:off x="5279400" y="2453900"/>
              <a:ext cx="186675" cy="145325"/>
            </a:xfrm>
            <a:custGeom>
              <a:avLst/>
              <a:gdLst/>
              <a:ahLst/>
              <a:cxnLst/>
              <a:rect l="l" t="t" r="r" b="b"/>
              <a:pathLst>
                <a:path w="7467" h="5813" extrusionOk="0">
                  <a:moveTo>
                    <a:pt x="6451" y="1"/>
                  </a:moveTo>
                  <a:cubicBezTo>
                    <a:pt x="6230" y="1"/>
                    <a:pt x="5994" y="76"/>
                    <a:pt x="5794" y="225"/>
                  </a:cubicBezTo>
                  <a:lnTo>
                    <a:pt x="537" y="4234"/>
                  </a:lnTo>
                  <a:cubicBezTo>
                    <a:pt x="111" y="4565"/>
                    <a:pt x="1" y="5102"/>
                    <a:pt x="269" y="5465"/>
                  </a:cubicBezTo>
                  <a:lnTo>
                    <a:pt x="553" y="5813"/>
                  </a:lnTo>
                  <a:cubicBezTo>
                    <a:pt x="585" y="5765"/>
                    <a:pt x="632" y="5749"/>
                    <a:pt x="695" y="5734"/>
                  </a:cubicBezTo>
                  <a:lnTo>
                    <a:pt x="458" y="5418"/>
                  </a:lnTo>
                  <a:cubicBezTo>
                    <a:pt x="237" y="5071"/>
                    <a:pt x="332" y="4613"/>
                    <a:pt x="663" y="4376"/>
                  </a:cubicBezTo>
                  <a:lnTo>
                    <a:pt x="5920" y="382"/>
                  </a:lnTo>
                  <a:cubicBezTo>
                    <a:pt x="6086" y="254"/>
                    <a:pt x="6274" y="191"/>
                    <a:pt x="6449" y="191"/>
                  </a:cubicBezTo>
                  <a:cubicBezTo>
                    <a:pt x="6640" y="191"/>
                    <a:pt x="6815" y="266"/>
                    <a:pt x="6930" y="414"/>
                  </a:cubicBezTo>
                  <a:lnTo>
                    <a:pt x="7041" y="556"/>
                  </a:lnTo>
                  <a:cubicBezTo>
                    <a:pt x="7262" y="840"/>
                    <a:pt x="7151" y="1282"/>
                    <a:pt x="6804" y="1550"/>
                  </a:cubicBezTo>
                  <a:lnTo>
                    <a:pt x="4610" y="3224"/>
                  </a:lnTo>
                  <a:cubicBezTo>
                    <a:pt x="4594" y="3240"/>
                    <a:pt x="4578" y="3255"/>
                    <a:pt x="4562" y="3287"/>
                  </a:cubicBezTo>
                  <a:cubicBezTo>
                    <a:pt x="4562" y="3318"/>
                    <a:pt x="4578" y="3334"/>
                    <a:pt x="4594" y="3366"/>
                  </a:cubicBezTo>
                  <a:cubicBezTo>
                    <a:pt x="4602" y="3382"/>
                    <a:pt x="4618" y="3389"/>
                    <a:pt x="4637" y="3389"/>
                  </a:cubicBezTo>
                  <a:cubicBezTo>
                    <a:pt x="4657" y="3389"/>
                    <a:pt x="4681" y="3382"/>
                    <a:pt x="4705" y="3366"/>
                  </a:cubicBezTo>
                  <a:lnTo>
                    <a:pt x="6899" y="1693"/>
                  </a:lnTo>
                  <a:cubicBezTo>
                    <a:pt x="7341" y="1361"/>
                    <a:pt x="7467" y="793"/>
                    <a:pt x="7183" y="446"/>
                  </a:cubicBezTo>
                  <a:lnTo>
                    <a:pt x="7072" y="288"/>
                  </a:lnTo>
                  <a:cubicBezTo>
                    <a:pt x="6930" y="96"/>
                    <a:pt x="6700" y="1"/>
                    <a:pt x="6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70">
              <a:extLst>
                <a:ext uri="{FF2B5EF4-FFF2-40B4-BE49-F238E27FC236}">
                  <a16:creationId xmlns:a16="http://schemas.microsoft.com/office/drawing/2014/main" id="{C0C6A084-06C6-5A2E-6C2C-F555C853E182}"/>
                </a:ext>
              </a:extLst>
            </p:cNvPr>
            <p:cNvSpPr/>
            <p:nvPr/>
          </p:nvSpPr>
          <p:spPr>
            <a:xfrm>
              <a:off x="5278225" y="2452675"/>
              <a:ext cx="189450" cy="148125"/>
            </a:xfrm>
            <a:custGeom>
              <a:avLst/>
              <a:gdLst/>
              <a:ahLst/>
              <a:cxnLst/>
              <a:rect l="l" t="t" r="r" b="b"/>
              <a:pathLst>
                <a:path w="7578" h="5925" extrusionOk="0">
                  <a:moveTo>
                    <a:pt x="6493" y="101"/>
                  </a:moveTo>
                  <a:cubicBezTo>
                    <a:pt x="6728" y="101"/>
                    <a:pt x="6945" y="192"/>
                    <a:pt x="7088" y="368"/>
                  </a:cubicBezTo>
                  <a:lnTo>
                    <a:pt x="7198" y="526"/>
                  </a:lnTo>
                  <a:cubicBezTo>
                    <a:pt x="7451" y="858"/>
                    <a:pt x="7325" y="1394"/>
                    <a:pt x="6914" y="1710"/>
                  </a:cubicBezTo>
                  <a:lnTo>
                    <a:pt x="4720" y="3383"/>
                  </a:lnTo>
                  <a:cubicBezTo>
                    <a:pt x="4711" y="3387"/>
                    <a:pt x="4703" y="3389"/>
                    <a:pt x="4695" y="3389"/>
                  </a:cubicBezTo>
                  <a:cubicBezTo>
                    <a:pt x="4674" y="3389"/>
                    <a:pt x="4657" y="3375"/>
                    <a:pt x="4657" y="3352"/>
                  </a:cubicBezTo>
                  <a:cubicBezTo>
                    <a:pt x="4657" y="3336"/>
                    <a:pt x="4673" y="3336"/>
                    <a:pt x="4688" y="3320"/>
                  </a:cubicBezTo>
                  <a:lnTo>
                    <a:pt x="6883" y="1647"/>
                  </a:lnTo>
                  <a:cubicBezTo>
                    <a:pt x="7246" y="1363"/>
                    <a:pt x="7356" y="889"/>
                    <a:pt x="7119" y="573"/>
                  </a:cubicBezTo>
                  <a:lnTo>
                    <a:pt x="7009" y="431"/>
                  </a:lnTo>
                  <a:cubicBezTo>
                    <a:pt x="6884" y="265"/>
                    <a:pt x="6690" y="182"/>
                    <a:pt x="6480" y="182"/>
                  </a:cubicBezTo>
                  <a:cubicBezTo>
                    <a:pt x="6292" y="182"/>
                    <a:pt x="6092" y="249"/>
                    <a:pt x="5920" y="384"/>
                  </a:cubicBezTo>
                  <a:lnTo>
                    <a:pt x="663" y="4393"/>
                  </a:lnTo>
                  <a:cubicBezTo>
                    <a:pt x="316" y="4646"/>
                    <a:pt x="221" y="5135"/>
                    <a:pt x="474" y="5498"/>
                  </a:cubicBezTo>
                  <a:lnTo>
                    <a:pt x="663" y="5767"/>
                  </a:lnTo>
                  <a:cubicBezTo>
                    <a:pt x="647" y="5767"/>
                    <a:pt x="632" y="5783"/>
                    <a:pt x="616" y="5783"/>
                  </a:cubicBezTo>
                  <a:lnTo>
                    <a:pt x="363" y="5483"/>
                  </a:lnTo>
                  <a:cubicBezTo>
                    <a:pt x="111" y="5135"/>
                    <a:pt x="221" y="4630"/>
                    <a:pt x="616" y="4330"/>
                  </a:cubicBezTo>
                  <a:lnTo>
                    <a:pt x="5872" y="321"/>
                  </a:lnTo>
                  <a:cubicBezTo>
                    <a:pt x="6065" y="173"/>
                    <a:pt x="6286" y="101"/>
                    <a:pt x="6493" y="101"/>
                  </a:cubicBezTo>
                  <a:close/>
                  <a:moveTo>
                    <a:pt x="6509" y="0"/>
                  </a:moveTo>
                  <a:cubicBezTo>
                    <a:pt x="6276" y="0"/>
                    <a:pt x="6032" y="80"/>
                    <a:pt x="5825" y="242"/>
                  </a:cubicBezTo>
                  <a:lnTo>
                    <a:pt x="568" y="4236"/>
                  </a:lnTo>
                  <a:cubicBezTo>
                    <a:pt x="111" y="4583"/>
                    <a:pt x="0" y="5151"/>
                    <a:pt x="284" y="5546"/>
                  </a:cubicBezTo>
                  <a:lnTo>
                    <a:pt x="568" y="5893"/>
                  </a:lnTo>
                  <a:cubicBezTo>
                    <a:pt x="584" y="5909"/>
                    <a:pt x="584" y="5909"/>
                    <a:pt x="616" y="5925"/>
                  </a:cubicBezTo>
                  <a:cubicBezTo>
                    <a:pt x="632" y="5909"/>
                    <a:pt x="632" y="5909"/>
                    <a:pt x="647" y="5893"/>
                  </a:cubicBezTo>
                  <a:cubicBezTo>
                    <a:pt x="679" y="5862"/>
                    <a:pt x="695" y="5862"/>
                    <a:pt x="758" y="5846"/>
                  </a:cubicBezTo>
                  <a:cubicBezTo>
                    <a:pt x="774" y="5830"/>
                    <a:pt x="789" y="5814"/>
                    <a:pt x="805" y="5798"/>
                  </a:cubicBezTo>
                  <a:cubicBezTo>
                    <a:pt x="805" y="5783"/>
                    <a:pt x="805" y="5767"/>
                    <a:pt x="805" y="5751"/>
                  </a:cubicBezTo>
                  <a:lnTo>
                    <a:pt x="568" y="5435"/>
                  </a:lnTo>
                  <a:cubicBezTo>
                    <a:pt x="363" y="5120"/>
                    <a:pt x="442" y="4693"/>
                    <a:pt x="742" y="4472"/>
                  </a:cubicBezTo>
                  <a:lnTo>
                    <a:pt x="5983" y="463"/>
                  </a:lnTo>
                  <a:cubicBezTo>
                    <a:pt x="6143" y="348"/>
                    <a:pt x="6326" y="289"/>
                    <a:pt x="6493" y="289"/>
                  </a:cubicBezTo>
                  <a:cubicBezTo>
                    <a:pt x="6672" y="289"/>
                    <a:pt x="6832" y="356"/>
                    <a:pt x="6930" y="495"/>
                  </a:cubicBezTo>
                  <a:lnTo>
                    <a:pt x="7040" y="637"/>
                  </a:lnTo>
                  <a:cubicBezTo>
                    <a:pt x="7246" y="905"/>
                    <a:pt x="7151" y="1315"/>
                    <a:pt x="6819" y="1552"/>
                  </a:cubicBezTo>
                  <a:lnTo>
                    <a:pt x="4625" y="3241"/>
                  </a:lnTo>
                  <a:cubicBezTo>
                    <a:pt x="4594" y="3257"/>
                    <a:pt x="4578" y="3289"/>
                    <a:pt x="4562" y="3336"/>
                  </a:cubicBezTo>
                  <a:cubicBezTo>
                    <a:pt x="4550" y="3430"/>
                    <a:pt x="4626" y="3507"/>
                    <a:pt x="4712" y="3507"/>
                  </a:cubicBezTo>
                  <a:cubicBezTo>
                    <a:pt x="4741" y="3507"/>
                    <a:pt x="4771" y="3498"/>
                    <a:pt x="4799" y="3478"/>
                  </a:cubicBezTo>
                  <a:lnTo>
                    <a:pt x="6993" y="1789"/>
                  </a:lnTo>
                  <a:cubicBezTo>
                    <a:pt x="7451" y="1442"/>
                    <a:pt x="7577" y="842"/>
                    <a:pt x="7293" y="463"/>
                  </a:cubicBezTo>
                  <a:lnTo>
                    <a:pt x="7182" y="305"/>
                  </a:lnTo>
                  <a:cubicBezTo>
                    <a:pt x="7023" y="103"/>
                    <a:pt x="6773" y="0"/>
                    <a:pt x="65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70">
              <a:extLst>
                <a:ext uri="{FF2B5EF4-FFF2-40B4-BE49-F238E27FC236}">
                  <a16:creationId xmlns:a16="http://schemas.microsoft.com/office/drawing/2014/main" id="{2ED3F570-B6DE-C751-C64D-72B16050B5E1}"/>
                </a:ext>
              </a:extLst>
            </p:cNvPr>
            <p:cNvSpPr/>
            <p:nvPr/>
          </p:nvSpPr>
          <p:spPr>
            <a:xfrm>
              <a:off x="5286900" y="2419475"/>
              <a:ext cx="219825" cy="191675"/>
            </a:xfrm>
            <a:custGeom>
              <a:avLst/>
              <a:gdLst/>
              <a:ahLst/>
              <a:cxnLst/>
              <a:rect l="l" t="t" r="r" b="b"/>
              <a:pathLst>
                <a:path w="8793" h="7667" extrusionOk="0">
                  <a:moveTo>
                    <a:pt x="7155" y="0"/>
                  </a:moveTo>
                  <a:cubicBezTo>
                    <a:pt x="6923" y="0"/>
                    <a:pt x="6695" y="69"/>
                    <a:pt x="6504" y="212"/>
                  </a:cubicBezTo>
                  <a:lnTo>
                    <a:pt x="2605" y="3180"/>
                  </a:lnTo>
                  <a:cubicBezTo>
                    <a:pt x="2573" y="3212"/>
                    <a:pt x="2558" y="3275"/>
                    <a:pt x="2589" y="3306"/>
                  </a:cubicBezTo>
                  <a:cubicBezTo>
                    <a:pt x="2609" y="3326"/>
                    <a:pt x="2634" y="3339"/>
                    <a:pt x="2658" y="3339"/>
                  </a:cubicBezTo>
                  <a:cubicBezTo>
                    <a:pt x="2673" y="3339"/>
                    <a:pt x="2688" y="3334"/>
                    <a:pt x="2700" y="3322"/>
                  </a:cubicBezTo>
                  <a:lnTo>
                    <a:pt x="6614" y="354"/>
                  </a:lnTo>
                  <a:cubicBezTo>
                    <a:pt x="6776" y="229"/>
                    <a:pt x="6972" y="169"/>
                    <a:pt x="7173" y="169"/>
                  </a:cubicBezTo>
                  <a:cubicBezTo>
                    <a:pt x="7501" y="169"/>
                    <a:pt x="7841" y="329"/>
                    <a:pt x="8067" y="623"/>
                  </a:cubicBezTo>
                  <a:lnTo>
                    <a:pt x="8256" y="860"/>
                  </a:lnTo>
                  <a:cubicBezTo>
                    <a:pt x="8619" y="1349"/>
                    <a:pt x="8572" y="2012"/>
                    <a:pt x="8130" y="2343"/>
                  </a:cubicBezTo>
                  <a:lnTo>
                    <a:pt x="1563" y="7363"/>
                  </a:lnTo>
                  <a:cubicBezTo>
                    <a:pt x="1433" y="7457"/>
                    <a:pt x="1295" y="7502"/>
                    <a:pt x="1152" y="7502"/>
                  </a:cubicBezTo>
                  <a:cubicBezTo>
                    <a:pt x="862" y="7502"/>
                    <a:pt x="555" y="7313"/>
                    <a:pt x="269" y="6953"/>
                  </a:cubicBezTo>
                  <a:lnTo>
                    <a:pt x="143" y="6763"/>
                  </a:lnTo>
                  <a:cubicBezTo>
                    <a:pt x="135" y="6755"/>
                    <a:pt x="127" y="6751"/>
                    <a:pt x="119" y="6751"/>
                  </a:cubicBezTo>
                  <a:cubicBezTo>
                    <a:pt x="111" y="6751"/>
                    <a:pt x="103" y="6755"/>
                    <a:pt x="95" y="6763"/>
                  </a:cubicBezTo>
                  <a:cubicBezTo>
                    <a:pt x="79" y="6795"/>
                    <a:pt x="48" y="6811"/>
                    <a:pt x="16" y="6826"/>
                  </a:cubicBezTo>
                  <a:cubicBezTo>
                    <a:pt x="16" y="6826"/>
                    <a:pt x="16" y="6842"/>
                    <a:pt x="16" y="6842"/>
                  </a:cubicBezTo>
                  <a:cubicBezTo>
                    <a:pt x="0" y="6858"/>
                    <a:pt x="0" y="6858"/>
                    <a:pt x="16" y="6874"/>
                  </a:cubicBezTo>
                  <a:lnTo>
                    <a:pt x="143" y="7047"/>
                  </a:lnTo>
                  <a:cubicBezTo>
                    <a:pt x="454" y="7452"/>
                    <a:pt x="813" y="7666"/>
                    <a:pt x="1153" y="7666"/>
                  </a:cubicBezTo>
                  <a:cubicBezTo>
                    <a:pt x="1330" y="7666"/>
                    <a:pt x="1501" y="7608"/>
                    <a:pt x="1658" y="7489"/>
                  </a:cubicBezTo>
                  <a:lnTo>
                    <a:pt x="8225" y="2470"/>
                  </a:lnTo>
                  <a:cubicBezTo>
                    <a:pt x="8730" y="2091"/>
                    <a:pt x="8793" y="1333"/>
                    <a:pt x="8382" y="765"/>
                  </a:cubicBezTo>
                  <a:lnTo>
                    <a:pt x="8193" y="528"/>
                  </a:lnTo>
                  <a:cubicBezTo>
                    <a:pt x="7928" y="185"/>
                    <a:pt x="7536" y="0"/>
                    <a:pt x="7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70">
              <a:extLst>
                <a:ext uri="{FF2B5EF4-FFF2-40B4-BE49-F238E27FC236}">
                  <a16:creationId xmlns:a16="http://schemas.microsoft.com/office/drawing/2014/main" id="{CFBF4ACB-DA74-9E96-3BAB-53E5D8D74515}"/>
                </a:ext>
              </a:extLst>
            </p:cNvPr>
            <p:cNvSpPr/>
            <p:nvPr/>
          </p:nvSpPr>
          <p:spPr>
            <a:xfrm>
              <a:off x="5285725" y="2418025"/>
              <a:ext cx="222575" cy="194825"/>
            </a:xfrm>
            <a:custGeom>
              <a:avLst/>
              <a:gdLst/>
              <a:ahLst/>
              <a:cxnLst/>
              <a:rect l="l" t="t" r="r" b="b"/>
              <a:pathLst>
                <a:path w="8903" h="7793" extrusionOk="0">
                  <a:moveTo>
                    <a:pt x="7191" y="117"/>
                  </a:moveTo>
                  <a:cubicBezTo>
                    <a:pt x="7556" y="117"/>
                    <a:pt x="7936" y="298"/>
                    <a:pt x="8193" y="633"/>
                  </a:cubicBezTo>
                  <a:lnTo>
                    <a:pt x="8366" y="870"/>
                  </a:lnTo>
                  <a:cubicBezTo>
                    <a:pt x="8777" y="1407"/>
                    <a:pt x="8729" y="2133"/>
                    <a:pt x="8240" y="2496"/>
                  </a:cubicBezTo>
                  <a:lnTo>
                    <a:pt x="1673" y="7516"/>
                  </a:lnTo>
                  <a:cubicBezTo>
                    <a:pt x="1524" y="7628"/>
                    <a:pt x="1363" y="7682"/>
                    <a:pt x="1197" y="7682"/>
                  </a:cubicBezTo>
                  <a:cubicBezTo>
                    <a:pt x="872" y="7682"/>
                    <a:pt x="530" y="7472"/>
                    <a:pt x="237" y="7074"/>
                  </a:cubicBezTo>
                  <a:lnTo>
                    <a:pt x="111" y="6932"/>
                  </a:lnTo>
                  <a:cubicBezTo>
                    <a:pt x="126" y="6916"/>
                    <a:pt x="142" y="6900"/>
                    <a:pt x="158" y="6884"/>
                  </a:cubicBezTo>
                  <a:lnTo>
                    <a:pt x="268" y="7042"/>
                  </a:lnTo>
                  <a:cubicBezTo>
                    <a:pt x="561" y="7428"/>
                    <a:pt x="880" y="7628"/>
                    <a:pt x="1182" y="7628"/>
                  </a:cubicBezTo>
                  <a:cubicBezTo>
                    <a:pt x="1337" y="7628"/>
                    <a:pt x="1487" y="7576"/>
                    <a:pt x="1626" y="7469"/>
                  </a:cubicBezTo>
                  <a:lnTo>
                    <a:pt x="8208" y="2449"/>
                  </a:lnTo>
                  <a:cubicBezTo>
                    <a:pt x="8666" y="2054"/>
                    <a:pt x="8729" y="1360"/>
                    <a:pt x="8335" y="902"/>
                  </a:cubicBezTo>
                  <a:lnTo>
                    <a:pt x="8145" y="665"/>
                  </a:lnTo>
                  <a:cubicBezTo>
                    <a:pt x="7910" y="341"/>
                    <a:pt x="7553" y="170"/>
                    <a:pt x="7210" y="170"/>
                  </a:cubicBezTo>
                  <a:cubicBezTo>
                    <a:pt x="7001" y="170"/>
                    <a:pt x="6797" y="234"/>
                    <a:pt x="6630" y="365"/>
                  </a:cubicBezTo>
                  <a:lnTo>
                    <a:pt x="2715" y="3349"/>
                  </a:lnTo>
                  <a:lnTo>
                    <a:pt x="2684" y="3349"/>
                  </a:lnTo>
                  <a:cubicBezTo>
                    <a:pt x="2684" y="3333"/>
                    <a:pt x="2668" y="3301"/>
                    <a:pt x="2684" y="3301"/>
                  </a:cubicBezTo>
                  <a:lnTo>
                    <a:pt x="6583" y="318"/>
                  </a:lnTo>
                  <a:cubicBezTo>
                    <a:pt x="6760" y="182"/>
                    <a:pt x="6973" y="117"/>
                    <a:pt x="7191" y="117"/>
                  </a:cubicBezTo>
                  <a:close/>
                  <a:moveTo>
                    <a:pt x="7197" y="0"/>
                  </a:moveTo>
                  <a:cubicBezTo>
                    <a:pt x="6955" y="0"/>
                    <a:pt x="6718" y="73"/>
                    <a:pt x="6519" y="223"/>
                  </a:cubicBezTo>
                  <a:lnTo>
                    <a:pt x="2620" y="3206"/>
                  </a:lnTo>
                  <a:cubicBezTo>
                    <a:pt x="2557" y="3238"/>
                    <a:pt x="2542" y="3333"/>
                    <a:pt x="2605" y="3396"/>
                  </a:cubicBezTo>
                  <a:cubicBezTo>
                    <a:pt x="2624" y="3434"/>
                    <a:pt x="2660" y="3455"/>
                    <a:pt x="2700" y="3455"/>
                  </a:cubicBezTo>
                  <a:cubicBezTo>
                    <a:pt x="2726" y="3455"/>
                    <a:pt x="2753" y="3446"/>
                    <a:pt x="2778" y="3427"/>
                  </a:cubicBezTo>
                  <a:lnTo>
                    <a:pt x="6693" y="444"/>
                  </a:lnTo>
                  <a:cubicBezTo>
                    <a:pt x="6847" y="326"/>
                    <a:pt x="7029" y="270"/>
                    <a:pt x="7217" y="270"/>
                  </a:cubicBezTo>
                  <a:cubicBezTo>
                    <a:pt x="7529" y="270"/>
                    <a:pt x="7855" y="426"/>
                    <a:pt x="8082" y="712"/>
                  </a:cubicBezTo>
                  <a:lnTo>
                    <a:pt x="8256" y="949"/>
                  </a:lnTo>
                  <a:cubicBezTo>
                    <a:pt x="8603" y="1423"/>
                    <a:pt x="8556" y="2038"/>
                    <a:pt x="8145" y="2354"/>
                  </a:cubicBezTo>
                  <a:lnTo>
                    <a:pt x="1579" y="7374"/>
                  </a:lnTo>
                  <a:cubicBezTo>
                    <a:pt x="1458" y="7468"/>
                    <a:pt x="1328" y="7514"/>
                    <a:pt x="1192" y="7514"/>
                  </a:cubicBezTo>
                  <a:cubicBezTo>
                    <a:pt x="919" y="7514"/>
                    <a:pt x="627" y="7328"/>
                    <a:pt x="363" y="6979"/>
                  </a:cubicBezTo>
                  <a:lnTo>
                    <a:pt x="237" y="6806"/>
                  </a:lnTo>
                  <a:cubicBezTo>
                    <a:pt x="221" y="6774"/>
                    <a:pt x="190" y="6774"/>
                    <a:pt x="174" y="6774"/>
                  </a:cubicBezTo>
                  <a:cubicBezTo>
                    <a:pt x="142" y="6774"/>
                    <a:pt x="111" y="6774"/>
                    <a:pt x="111" y="6806"/>
                  </a:cubicBezTo>
                  <a:cubicBezTo>
                    <a:pt x="95" y="6821"/>
                    <a:pt x="63" y="6837"/>
                    <a:pt x="47" y="6853"/>
                  </a:cubicBezTo>
                  <a:cubicBezTo>
                    <a:pt x="32" y="6853"/>
                    <a:pt x="16" y="6884"/>
                    <a:pt x="16" y="6900"/>
                  </a:cubicBezTo>
                  <a:cubicBezTo>
                    <a:pt x="0" y="6932"/>
                    <a:pt x="0" y="6948"/>
                    <a:pt x="16" y="6963"/>
                  </a:cubicBezTo>
                  <a:lnTo>
                    <a:pt x="158" y="7137"/>
                  </a:lnTo>
                  <a:cubicBezTo>
                    <a:pt x="476" y="7568"/>
                    <a:pt x="841" y="7792"/>
                    <a:pt x="1192" y="7792"/>
                  </a:cubicBezTo>
                  <a:cubicBezTo>
                    <a:pt x="1381" y="7792"/>
                    <a:pt x="1565" y="7727"/>
                    <a:pt x="1736" y="7595"/>
                  </a:cubicBezTo>
                  <a:lnTo>
                    <a:pt x="8319" y="2591"/>
                  </a:lnTo>
                  <a:cubicBezTo>
                    <a:pt x="8840" y="2180"/>
                    <a:pt x="8903" y="1375"/>
                    <a:pt x="8461" y="791"/>
                  </a:cubicBezTo>
                  <a:lnTo>
                    <a:pt x="8287" y="555"/>
                  </a:lnTo>
                  <a:cubicBezTo>
                    <a:pt x="8004" y="193"/>
                    <a:pt x="7593" y="0"/>
                    <a:pt x="7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3" name="Google Shape;2413;p70">
            <a:extLst>
              <a:ext uri="{FF2B5EF4-FFF2-40B4-BE49-F238E27FC236}">
                <a16:creationId xmlns:a16="http://schemas.microsoft.com/office/drawing/2014/main" id="{09509525-3B28-BAD6-16A5-E69A0009A4EA}"/>
              </a:ext>
            </a:extLst>
          </p:cNvPr>
          <p:cNvSpPr/>
          <p:nvPr/>
        </p:nvSpPr>
        <p:spPr>
          <a:xfrm>
            <a:off x="221392" y="330857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4" name="Google Shape;2414;p70">
            <a:extLst>
              <a:ext uri="{FF2B5EF4-FFF2-40B4-BE49-F238E27FC236}">
                <a16:creationId xmlns:a16="http://schemas.microsoft.com/office/drawing/2014/main" id="{C661FFE7-D947-FF25-CDC3-C86D6C2C92D5}"/>
              </a:ext>
            </a:extLst>
          </p:cNvPr>
          <p:cNvSpPr/>
          <p:nvPr/>
        </p:nvSpPr>
        <p:spPr>
          <a:xfrm>
            <a:off x="8286392" y="330857"/>
            <a:ext cx="636202" cy="650702"/>
          </a:xfrm>
          <a:custGeom>
            <a:avLst/>
            <a:gdLst/>
            <a:ahLst/>
            <a:cxnLst/>
            <a:rect l="l" t="t" r="r" b="b"/>
            <a:pathLst>
              <a:path w="11934" h="12206" extrusionOk="0">
                <a:moveTo>
                  <a:pt x="6177" y="1372"/>
                </a:moveTo>
                <a:cubicBezTo>
                  <a:pt x="6285" y="1477"/>
                  <a:pt x="6385" y="1589"/>
                  <a:pt x="6472" y="1708"/>
                </a:cubicBezTo>
                <a:lnTo>
                  <a:pt x="6456" y="1676"/>
                </a:lnTo>
                <a:lnTo>
                  <a:pt x="6456" y="1676"/>
                </a:lnTo>
                <a:cubicBezTo>
                  <a:pt x="6788" y="2182"/>
                  <a:pt x="7072" y="2718"/>
                  <a:pt x="7104" y="3239"/>
                </a:cubicBezTo>
                <a:cubicBezTo>
                  <a:pt x="7119" y="3476"/>
                  <a:pt x="7072" y="3729"/>
                  <a:pt x="6946" y="3950"/>
                </a:cubicBezTo>
                <a:cubicBezTo>
                  <a:pt x="6898" y="4060"/>
                  <a:pt x="6819" y="4155"/>
                  <a:pt x="6725" y="4249"/>
                </a:cubicBezTo>
                <a:cubicBezTo>
                  <a:pt x="6709" y="4281"/>
                  <a:pt x="6677" y="4297"/>
                  <a:pt x="6662" y="4328"/>
                </a:cubicBezTo>
                <a:lnTo>
                  <a:pt x="6646" y="4344"/>
                </a:lnTo>
                <a:lnTo>
                  <a:pt x="6662" y="4344"/>
                </a:lnTo>
                <a:lnTo>
                  <a:pt x="6614" y="4376"/>
                </a:lnTo>
                <a:cubicBezTo>
                  <a:pt x="6551" y="4423"/>
                  <a:pt x="6504" y="4455"/>
                  <a:pt x="6456" y="4502"/>
                </a:cubicBezTo>
                <a:cubicBezTo>
                  <a:pt x="6346" y="4565"/>
                  <a:pt x="6251" y="4628"/>
                  <a:pt x="6125" y="4660"/>
                </a:cubicBezTo>
                <a:cubicBezTo>
                  <a:pt x="6085" y="4676"/>
                  <a:pt x="6046" y="4684"/>
                  <a:pt x="6006" y="4684"/>
                </a:cubicBezTo>
                <a:cubicBezTo>
                  <a:pt x="5967" y="4684"/>
                  <a:pt x="5928" y="4676"/>
                  <a:pt x="5888" y="4660"/>
                </a:cubicBezTo>
                <a:cubicBezTo>
                  <a:pt x="5699" y="4565"/>
                  <a:pt x="5572" y="4376"/>
                  <a:pt x="5525" y="4171"/>
                </a:cubicBezTo>
                <a:cubicBezTo>
                  <a:pt x="5446" y="3886"/>
                  <a:pt x="5399" y="3618"/>
                  <a:pt x="5415" y="3334"/>
                </a:cubicBezTo>
                <a:cubicBezTo>
                  <a:pt x="5415" y="3034"/>
                  <a:pt x="5462" y="2750"/>
                  <a:pt x="5541" y="2466"/>
                </a:cubicBezTo>
                <a:cubicBezTo>
                  <a:pt x="5604" y="2197"/>
                  <a:pt x="5730" y="1929"/>
                  <a:pt x="5888" y="1692"/>
                </a:cubicBezTo>
                <a:cubicBezTo>
                  <a:pt x="5967" y="1582"/>
                  <a:pt x="6046" y="1471"/>
                  <a:pt x="6156" y="1392"/>
                </a:cubicBezTo>
                <a:cubicBezTo>
                  <a:pt x="6164" y="1385"/>
                  <a:pt x="6171" y="1378"/>
                  <a:pt x="6177" y="1372"/>
                </a:cubicBezTo>
                <a:close/>
                <a:moveTo>
                  <a:pt x="5076" y="1"/>
                </a:moveTo>
                <a:cubicBezTo>
                  <a:pt x="4718" y="1"/>
                  <a:pt x="4353" y="66"/>
                  <a:pt x="4025" y="208"/>
                </a:cubicBezTo>
                <a:cubicBezTo>
                  <a:pt x="3694" y="350"/>
                  <a:pt x="3378" y="524"/>
                  <a:pt x="3078" y="745"/>
                </a:cubicBezTo>
                <a:cubicBezTo>
                  <a:pt x="2794" y="950"/>
                  <a:pt x="2526" y="1187"/>
                  <a:pt x="2273" y="1424"/>
                </a:cubicBezTo>
                <a:cubicBezTo>
                  <a:pt x="2021" y="1676"/>
                  <a:pt x="1800" y="1961"/>
                  <a:pt x="1594" y="2245"/>
                </a:cubicBezTo>
                <a:cubicBezTo>
                  <a:pt x="1389" y="2545"/>
                  <a:pt x="1216" y="2845"/>
                  <a:pt x="1058" y="3160"/>
                </a:cubicBezTo>
                <a:cubicBezTo>
                  <a:pt x="900" y="3476"/>
                  <a:pt x="774" y="3807"/>
                  <a:pt x="663" y="4139"/>
                </a:cubicBezTo>
                <a:cubicBezTo>
                  <a:pt x="442" y="4786"/>
                  <a:pt x="300" y="5465"/>
                  <a:pt x="205" y="6144"/>
                </a:cubicBezTo>
                <a:cubicBezTo>
                  <a:pt x="126" y="6822"/>
                  <a:pt x="79" y="7501"/>
                  <a:pt x="48" y="8180"/>
                </a:cubicBezTo>
                <a:cubicBezTo>
                  <a:pt x="32" y="8859"/>
                  <a:pt x="32" y="9522"/>
                  <a:pt x="32" y="10201"/>
                </a:cubicBezTo>
                <a:cubicBezTo>
                  <a:pt x="16" y="10864"/>
                  <a:pt x="16" y="11542"/>
                  <a:pt x="0" y="12205"/>
                </a:cubicBezTo>
                <a:cubicBezTo>
                  <a:pt x="111" y="11542"/>
                  <a:pt x="174" y="10895"/>
                  <a:pt x="237" y="10216"/>
                </a:cubicBezTo>
                <a:cubicBezTo>
                  <a:pt x="300" y="9553"/>
                  <a:pt x="363" y="8890"/>
                  <a:pt x="442" y="8227"/>
                </a:cubicBezTo>
                <a:cubicBezTo>
                  <a:pt x="505" y="7549"/>
                  <a:pt x="600" y="6901"/>
                  <a:pt x="726" y="6254"/>
                </a:cubicBezTo>
                <a:cubicBezTo>
                  <a:pt x="837" y="5607"/>
                  <a:pt x="1010" y="4976"/>
                  <a:pt x="1247" y="4360"/>
                </a:cubicBezTo>
                <a:cubicBezTo>
                  <a:pt x="1358" y="4060"/>
                  <a:pt x="1484" y="3760"/>
                  <a:pt x="1642" y="3476"/>
                </a:cubicBezTo>
                <a:cubicBezTo>
                  <a:pt x="1784" y="3192"/>
                  <a:pt x="1942" y="2924"/>
                  <a:pt x="2147" y="2671"/>
                </a:cubicBezTo>
                <a:cubicBezTo>
                  <a:pt x="2336" y="2418"/>
                  <a:pt x="2542" y="2182"/>
                  <a:pt x="2763" y="1961"/>
                </a:cubicBezTo>
                <a:cubicBezTo>
                  <a:pt x="2999" y="1755"/>
                  <a:pt x="3252" y="1550"/>
                  <a:pt x="3504" y="1377"/>
                </a:cubicBezTo>
                <a:cubicBezTo>
                  <a:pt x="3987" y="1040"/>
                  <a:pt x="4510" y="772"/>
                  <a:pt x="4999" y="772"/>
                </a:cubicBezTo>
                <a:cubicBezTo>
                  <a:pt x="5038" y="772"/>
                  <a:pt x="5076" y="773"/>
                  <a:pt x="5115" y="777"/>
                </a:cubicBezTo>
                <a:cubicBezTo>
                  <a:pt x="5359" y="805"/>
                  <a:pt x="5590" y="900"/>
                  <a:pt x="5784" y="1035"/>
                </a:cubicBezTo>
                <a:lnTo>
                  <a:pt x="5784" y="1035"/>
                </a:lnTo>
                <a:cubicBezTo>
                  <a:pt x="5659" y="1133"/>
                  <a:pt x="5555" y="1241"/>
                  <a:pt x="5462" y="1361"/>
                </a:cubicBezTo>
                <a:cubicBezTo>
                  <a:pt x="5241" y="1645"/>
                  <a:pt x="5083" y="1961"/>
                  <a:pt x="4973" y="2292"/>
                </a:cubicBezTo>
                <a:cubicBezTo>
                  <a:pt x="4878" y="2624"/>
                  <a:pt x="4799" y="2955"/>
                  <a:pt x="4783" y="3302"/>
                </a:cubicBezTo>
                <a:cubicBezTo>
                  <a:pt x="4752" y="3650"/>
                  <a:pt x="4783" y="4013"/>
                  <a:pt x="4878" y="4360"/>
                </a:cubicBezTo>
                <a:cubicBezTo>
                  <a:pt x="4925" y="4534"/>
                  <a:pt x="5004" y="4723"/>
                  <a:pt x="5115" y="4881"/>
                </a:cubicBezTo>
                <a:cubicBezTo>
                  <a:pt x="5241" y="5070"/>
                  <a:pt x="5415" y="5228"/>
                  <a:pt x="5636" y="5307"/>
                </a:cubicBezTo>
                <a:cubicBezTo>
                  <a:pt x="5757" y="5359"/>
                  <a:pt x="5884" y="5383"/>
                  <a:pt x="6010" y="5383"/>
                </a:cubicBezTo>
                <a:cubicBezTo>
                  <a:pt x="6112" y="5383"/>
                  <a:pt x="6215" y="5367"/>
                  <a:pt x="6314" y="5339"/>
                </a:cubicBezTo>
                <a:cubicBezTo>
                  <a:pt x="6504" y="5291"/>
                  <a:pt x="6693" y="5212"/>
                  <a:pt x="6851" y="5102"/>
                </a:cubicBezTo>
                <a:cubicBezTo>
                  <a:pt x="6930" y="5055"/>
                  <a:pt x="7009" y="4991"/>
                  <a:pt x="7072" y="4944"/>
                </a:cubicBezTo>
                <a:lnTo>
                  <a:pt x="7119" y="4897"/>
                </a:lnTo>
                <a:lnTo>
                  <a:pt x="7151" y="4881"/>
                </a:lnTo>
                <a:lnTo>
                  <a:pt x="7167" y="4865"/>
                </a:lnTo>
                <a:lnTo>
                  <a:pt x="7182" y="4849"/>
                </a:lnTo>
                <a:cubicBezTo>
                  <a:pt x="7214" y="4818"/>
                  <a:pt x="7246" y="4786"/>
                  <a:pt x="7277" y="4755"/>
                </a:cubicBezTo>
                <a:cubicBezTo>
                  <a:pt x="7419" y="4613"/>
                  <a:pt x="7530" y="4455"/>
                  <a:pt x="7624" y="4297"/>
                </a:cubicBezTo>
                <a:cubicBezTo>
                  <a:pt x="7814" y="3950"/>
                  <a:pt x="7909" y="3571"/>
                  <a:pt x="7877" y="3176"/>
                </a:cubicBezTo>
                <a:cubicBezTo>
                  <a:pt x="7861" y="2813"/>
                  <a:pt x="7767" y="2450"/>
                  <a:pt x="7624" y="2134"/>
                </a:cubicBezTo>
                <a:cubicBezTo>
                  <a:pt x="7467" y="1819"/>
                  <a:pt x="7309" y="1534"/>
                  <a:pt x="7119" y="1250"/>
                </a:cubicBezTo>
                <a:lnTo>
                  <a:pt x="7119" y="1234"/>
                </a:lnTo>
                <a:lnTo>
                  <a:pt x="7104" y="1234"/>
                </a:lnTo>
                <a:cubicBezTo>
                  <a:pt x="7031" y="1136"/>
                  <a:pt x="6953" y="1040"/>
                  <a:pt x="6870" y="949"/>
                </a:cubicBezTo>
                <a:lnTo>
                  <a:pt x="6870" y="949"/>
                </a:lnTo>
                <a:cubicBezTo>
                  <a:pt x="7023" y="876"/>
                  <a:pt x="7182" y="814"/>
                  <a:pt x="7340" y="761"/>
                </a:cubicBezTo>
                <a:cubicBezTo>
                  <a:pt x="7640" y="666"/>
                  <a:pt x="7940" y="571"/>
                  <a:pt x="8240" y="508"/>
                </a:cubicBezTo>
                <a:cubicBezTo>
                  <a:pt x="8779" y="395"/>
                  <a:pt x="9344" y="332"/>
                  <a:pt x="9900" y="332"/>
                </a:cubicBezTo>
                <a:cubicBezTo>
                  <a:pt x="9962" y="332"/>
                  <a:pt x="10025" y="333"/>
                  <a:pt x="10087" y="335"/>
                </a:cubicBezTo>
                <a:cubicBezTo>
                  <a:pt x="10403" y="335"/>
                  <a:pt x="10718" y="366"/>
                  <a:pt x="11034" y="414"/>
                </a:cubicBezTo>
                <a:cubicBezTo>
                  <a:pt x="11350" y="461"/>
                  <a:pt x="11650" y="540"/>
                  <a:pt x="11934" y="666"/>
                </a:cubicBezTo>
                <a:cubicBezTo>
                  <a:pt x="11366" y="366"/>
                  <a:pt x="10750" y="193"/>
                  <a:pt x="10103" y="130"/>
                </a:cubicBezTo>
                <a:cubicBezTo>
                  <a:pt x="9839" y="103"/>
                  <a:pt x="9570" y="91"/>
                  <a:pt x="9300" y="91"/>
                </a:cubicBezTo>
                <a:cubicBezTo>
                  <a:pt x="8923" y="91"/>
                  <a:pt x="8545" y="115"/>
                  <a:pt x="8177" y="161"/>
                </a:cubicBezTo>
                <a:cubicBezTo>
                  <a:pt x="7845" y="208"/>
                  <a:pt x="7530" y="272"/>
                  <a:pt x="7214" y="366"/>
                </a:cubicBezTo>
                <a:cubicBezTo>
                  <a:pt x="6980" y="425"/>
                  <a:pt x="6746" y="509"/>
                  <a:pt x="6518" y="607"/>
                </a:cubicBezTo>
                <a:lnTo>
                  <a:pt x="6518" y="607"/>
                </a:lnTo>
                <a:cubicBezTo>
                  <a:pt x="6452" y="551"/>
                  <a:pt x="6384" y="497"/>
                  <a:pt x="6314" y="445"/>
                </a:cubicBezTo>
                <a:cubicBezTo>
                  <a:pt x="5983" y="193"/>
                  <a:pt x="5588" y="51"/>
                  <a:pt x="5194" y="3"/>
                </a:cubicBezTo>
                <a:cubicBezTo>
                  <a:pt x="5154" y="2"/>
                  <a:pt x="5115" y="1"/>
                  <a:pt x="50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172993"/>
      </p:ext>
    </p:extLst>
  </p:cSld>
  <p:clrMapOvr>
    <a:masterClrMapping/>
  </p:clrMapOvr>
</p:sld>
</file>

<file path=ppt/theme/theme1.xml><?xml version="1.0" encoding="utf-8"?>
<a:theme xmlns:a="http://schemas.openxmlformats.org/drawingml/2006/main" name="Math Subject for High School - 9th Grade: Systems of Equations and Inequalities Blue Variant by Slidesgo">
  <a:themeElements>
    <a:clrScheme name="Simple Light">
      <a:dk1>
        <a:srgbClr val="661365"/>
      </a:dk1>
      <a:lt1>
        <a:srgbClr val="FFFFFF"/>
      </a:lt1>
      <a:dk2>
        <a:srgbClr val="F9DDCD"/>
      </a:dk2>
      <a:lt2>
        <a:srgbClr val="F2ABA5"/>
      </a:lt2>
      <a:accent1>
        <a:srgbClr val="F687ED"/>
      </a:accent1>
      <a:accent2>
        <a:srgbClr val="DAA6DA"/>
      </a:accent2>
      <a:accent3>
        <a:srgbClr val="CFEBFF"/>
      </a:accent3>
      <a:accent4>
        <a:srgbClr val="AABB92"/>
      </a:accent4>
      <a:accent5>
        <a:srgbClr val="EEFDF5"/>
      </a:accent5>
      <a:accent6>
        <a:srgbClr val="B9D5E9"/>
      </a:accent6>
      <a:hlink>
        <a:srgbClr val="6613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216</Words>
  <Application>Microsoft Office PowerPoint</Application>
  <PresentationFormat>On-screen Show (16:9)</PresentationFormat>
  <Paragraphs>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Open Sans SemiBold</vt:lpstr>
      <vt:lpstr>Oswald Medium</vt:lpstr>
      <vt:lpstr>Anaheim</vt:lpstr>
      <vt:lpstr>Arial</vt:lpstr>
      <vt:lpstr>Cambria Math</vt:lpstr>
      <vt:lpstr>Roboto Condensed Light</vt:lpstr>
      <vt:lpstr>Oswald</vt:lpstr>
      <vt:lpstr>Open Sans</vt:lpstr>
      <vt:lpstr>Math Subject for High School - 9th Grade: Systems of Equations and Inequalities Blue Variant by Slidesgo</vt:lpstr>
      <vt:lpstr>Mode and median</vt:lpstr>
      <vt:lpstr>Mode</vt:lpstr>
      <vt:lpstr>Median</vt:lpstr>
      <vt:lpstr>Median</vt:lpstr>
      <vt:lpstr>Bimodal/Multimodal distributions</vt:lpstr>
      <vt:lpstr>Exercise</vt:lpstr>
      <vt:lpstr>17,17,17,19,20,20,22,22,23,25,25,25 </vt:lpstr>
      <vt:lpstr>Bar chart of median weight per fruit type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Tomas Rätsep</cp:lastModifiedBy>
  <cp:revision>3</cp:revision>
  <dcterms:modified xsi:type="dcterms:W3CDTF">2026-05-22T11:32:58Z</dcterms:modified>
</cp:coreProperties>
</file>